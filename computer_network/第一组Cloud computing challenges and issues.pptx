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8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3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31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32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33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35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91" r:id="rId34"/>
    <p:sldId id="292" r:id="rId35"/>
    <p:sldId id="289" r:id="rId36"/>
    <p:sldId id="293" r:id="rId37"/>
    <p:sldId id="295" r:id="rId38"/>
    <p:sldId id="296" r:id="rId39"/>
    <p:sldId id="297" r:id="rId40"/>
    <p:sldId id="299" r:id="rId41"/>
    <p:sldId id="301" r:id="rId42"/>
    <p:sldId id="303" r:id="rId43"/>
    <p:sldId id="290" r:id="rId44"/>
    <p:sldId id="305" r:id="rId45"/>
    <p:sldId id="304" r:id="rId46"/>
    <p:sldId id="306" r:id="rId47"/>
    <p:sldId id="307" r:id="rId48"/>
    <p:sldId id="308" r:id="rId49"/>
    <p:sldId id="309" r:id="rId50"/>
    <p:sldId id="31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5DCB23-E698-4940-8480-3E6799AD1B9D}" v="741" dt="2018-12-26T15:09:05.371"/>
    <p1510:client id="{C22D0049-4962-4524-A921-EEC860BB7ECD}" v="4810" dt="2018-12-27T04:03:37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879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•IT Management Applications </c:v>
                </c:pt>
                <c:pt idx="1">
                  <c:v>•Collaborative Applications </c:v>
                </c:pt>
                <c:pt idx="2">
                  <c:v>•Personal Applications </c:v>
                </c:pt>
                <c:pt idx="3">
                  <c:v>•Business Applications </c:v>
                </c:pt>
                <c:pt idx="4">
                  <c:v>•Applications Development and Deployment </c:v>
                </c:pt>
                <c:pt idx="5">
                  <c:v>•Server Capacity</c:v>
                </c:pt>
                <c:pt idx="6">
                  <c:v>•Storage Capacity 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0.26200000000000001</c:v>
                </c:pt>
                <c:pt idx="1">
                  <c:v>0.254</c:v>
                </c:pt>
                <c:pt idx="2" formatCode="0%">
                  <c:v>0.25</c:v>
                </c:pt>
                <c:pt idx="3">
                  <c:v>0.23400000000000001</c:v>
                </c:pt>
                <c:pt idx="4">
                  <c:v>0.16800000000000001</c:v>
                </c:pt>
                <c:pt idx="5">
                  <c:v>0.156</c:v>
                </c:pt>
                <c:pt idx="6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63-4780-99A5-1AE20F517B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29384392"/>
        <c:axId val="1229385992"/>
      </c:barChart>
      <c:catAx>
        <c:axId val="12293843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29385992"/>
        <c:crosses val="autoZero"/>
        <c:auto val="1"/>
        <c:lblAlgn val="ctr"/>
        <c:lblOffset val="100"/>
        <c:noMultiLvlLbl val="0"/>
      </c:catAx>
      <c:valAx>
        <c:axId val="1229385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29384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A708AB-1325-4401-9755-BE66AC60A2B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921F02D-3771-4BF0-AB05-B1886A3091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B3F484-0235-4ED4-AE7B-1633E4B9D344}" type="parTrans" cxnId="{571A736F-953D-4FBF-951C-80E05D9A42D6}">
      <dgm:prSet/>
      <dgm:spPr/>
      <dgm:t>
        <a:bodyPr/>
        <a:lstStyle/>
        <a:p>
          <a:endParaRPr lang="en-US"/>
        </a:p>
      </dgm:t>
    </dgm:pt>
    <dgm:pt modelId="{EBD3F76E-B895-4FF7-91AD-837BF172C7FA}" type="sibTrans" cxnId="{571A736F-953D-4FBF-951C-80E05D9A42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010FE6-FCF8-4B74-98E0-B363CC4A65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CLOUD,</a:t>
          </a:r>
          <a:r>
            <a:rPr lang="zh-CN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SOC, AND GRID </a:t>
          </a:r>
        </a:p>
      </dgm:t>
    </dgm:pt>
    <dgm:pt modelId="{B9028A8A-9788-4D52-9CD2-231D83C14583}" type="parTrans" cxnId="{133E415C-EC49-480C-92BF-960C79A8945E}">
      <dgm:prSet/>
      <dgm:spPr/>
      <dgm:t>
        <a:bodyPr/>
        <a:lstStyle/>
        <a:p>
          <a:endParaRPr lang="en-US"/>
        </a:p>
      </dgm:t>
    </dgm:pt>
    <dgm:pt modelId="{898E2C88-527D-46D9-810D-E3D69AA249A2}" type="sibTrans" cxnId="{133E415C-EC49-480C-92BF-960C79A8945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AD007C-7D5B-4A62-9750-E17F65E588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CHALLENGES </a:t>
          </a:r>
        </a:p>
      </dgm:t>
    </dgm:pt>
    <dgm:pt modelId="{4397C21D-E38F-4946-A904-9A6A79E84B64}" type="parTrans" cxnId="{66F1D4C6-C4F8-4D85-AA43-5692C79B6846}">
      <dgm:prSet/>
      <dgm:spPr/>
      <dgm:t>
        <a:bodyPr/>
        <a:lstStyle/>
        <a:p>
          <a:endParaRPr lang="en-US"/>
        </a:p>
      </dgm:t>
    </dgm:pt>
    <dgm:pt modelId="{70DB0BFA-6ECA-4F1A-8753-1114D4BE714E}" type="sibTrans" cxnId="{66F1D4C6-C4F8-4D85-AA43-5692C79B68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4BC039-A934-4CC5-BCF8-628151D0DA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ISSUE</a:t>
          </a:r>
        </a:p>
      </dgm:t>
    </dgm:pt>
    <dgm:pt modelId="{064E2AAC-A8A9-4782-8188-E7CC68603AC7}" type="parTrans" cxnId="{CAF89F87-82E4-43C8-BD99-393819915E9A}">
      <dgm:prSet/>
      <dgm:spPr/>
      <dgm:t>
        <a:bodyPr/>
        <a:lstStyle/>
        <a:p>
          <a:endParaRPr lang="en-US"/>
        </a:p>
      </dgm:t>
    </dgm:pt>
    <dgm:pt modelId="{292F1027-EDFF-48C8-A3C6-FB94D0895763}" type="sibTrans" cxnId="{CAF89F87-82E4-43C8-BD99-393819915E9A}">
      <dgm:prSet/>
      <dgm:spPr/>
      <dgm:t>
        <a:bodyPr/>
        <a:lstStyle/>
        <a:p>
          <a:endParaRPr lang="en-US"/>
        </a:p>
      </dgm:t>
    </dgm:pt>
    <dgm:pt modelId="{4EC09B10-BB64-4266-BF04-5D3865720220}" type="pres">
      <dgm:prSet presAssocID="{87A708AB-1325-4401-9755-BE66AC60A2B4}" presName="root" presStyleCnt="0">
        <dgm:presLayoutVars>
          <dgm:dir/>
          <dgm:resizeHandles val="exact"/>
        </dgm:presLayoutVars>
      </dgm:prSet>
      <dgm:spPr/>
    </dgm:pt>
    <dgm:pt modelId="{382C3275-5309-4819-B39C-828CD0630B74}" type="pres">
      <dgm:prSet presAssocID="{7921F02D-3771-4BF0-AB05-B1886A30912E}" presName="compNode" presStyleCnt="0"/>
      <dgm:spPr/>
    </dgm:pt>
    <dgm:pt modelId="{EDE2A258-67F5-4A91-BEA7-9BD936F40F0B}" type="pres">
      <dgm:prSet presAssocID="{7921F02D-3771-4BF0-AB05-B1886A30912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D71B00B-18CB-41C1-BFFD-2BF7459924F6}" type="pres">
      <dgm:prSet presAssocID="{7921F02D-3771-4BF0-AB05-B1886A3091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E213DCD-97B3-4FA9-A20E-5789F5470DB1}" type="pres">
      <dgm:prSet presAssocID="{7921F02D-3771-4BF0-AB05-B1886A30912E}" presName="spaceRect" presStyleCnt="0"/>
      <dgm:spPr/>
    </dgm:pt>
    <dgm:pt modelId="{F6B7F733-A5F2-4E72-8EBF-64D111098273}" type="pres">
      <dgm:prSet presAssocID="{7921F02D-3771-4BF0-AB05-B1886A30912E}" presName="textRect" presStyleLbl="revTx" presStyleIdx="0" presStyleCnt="4">
        <dgm:presLayoutVars>
          <dgm:chMax val="1"/>
          <dgm:chPref val="1"/>
        </dgm:presLayoutVars>
      </dgm:prSet>
      <dgm:spPr/>
    </dgm:pt>
    <dgm:pt modelId="{D51B4BC1-AA31-4E59-BCB4-FF8FA77FA263}" type="pres">
      <dgm:prSet presAssocID="{EBD3F76E-B895-4FF7-91AD-837BF172C7FA}" presName="sibTrans" presStyleCnt="0"/>
      <dgm:spPr/>
    </dgm:pt>
    <dgm:pt modelId="{329575A9-4406-44D4-9057-27805BD9FB3D}" type="pres">
      <dgm:prSet presAssocID="{BB010FE6-FCF8-4B74-98E0-B363CC4A65F7}" presName="compNode" presStyleCnt="0"/>
      <dgm:spPr/>
    </dgm:pt>
    <dgm:pt modelId="{48489594-45B5-49FF-A785-2C908D750905}" type="pres">
      <dgm:prSet presAssocID="{BB010FE6-FCF8-4B74-98E0-B363CC4A65F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C78DEB9-BE84-44A7-9EFA-9BCF9AC341ED}" type="pres">
      <dgm:prSet presAssocID="{BB010FE6-FCF8-4B74-98E0-B363CC4A65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F926EED2-67E7-442B-8834-8A35DA3AFF64}" type="pres">
      <dgm:prSet presAssocID="{BB010FE6-FCF8-4B74-98E0-B363CC4A65F7}" presName="spaceRect" presStyleCnt="0"/>
      <dgm:spPr/>
    </dgm:pt>
    <dgm:pt modelId="{2409F0E9-4D1B-444B-8433-9F77D5CEC3AB}" type="pres">
      <dgm:prSet presAssocID="{BB010FE6-FCF8-4B74-98E0-B363CC4A65F7}" presName="textRect" presStyleLbl="revTx" presStyleIdx="1" presStyleCnt="4">
        <dgm:presLayoutVars>
          <dgm:chMax val="1"/>
          <dgm:chPref val="1"/>
        </dgm:presLayoutVars>
      </dgm:prSet>
      <dgm:spPr/>
    </dgm:pt>
    <dgm:pt modelId="{50150A55-93F3-4F07-A10C-9AD5E0949C96}" type="pres">
      <dgm:prSet presAssocID="{898E2C88-527D-46D9-810D-E3D69AA249A2}" presName="sibTrans" presStyleCnt="0"/>
      <dgm:spPr/>
    </dgm:pt>
    <dgm:pt modelId="{9D4DE4BC-F608-490E-A984-425717CCE28B}" type="pres">
      <dgm:prSet presAssocID="{85AD007C-7D5B-4A62-9750-E17F65E5884F}" presName="compNode" presStyleCnt="0"/>
      <dgm:spPr/>
    </dgm:pt>
    <dgm:pt modelId="{754DA836-82AA-4CA1-9785-61E2EE59F993}" type="pres">
      <dgm:prSet presAssocID="{85AD007C-7D5B-4A62-9750-E17F65E5884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AEEBCD9-C341-41D0-8EC2-713063AEAD25}" type="pres">
      <dgm:prSet presAssocID="{85AD007C-7D5B-4A62-9750-E17F65E588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5225BCD1-50AD-454C-B160-A86F087DC7F3}" type="pres">
      <dgm:prSet presAssocID="{85AD007C-7D5B-4A62-9750-E17F65E5884F}" presName="spaceRect" presStyleCnt="0"/>
      <dgm:spPr/>
    </dgm:pt>
    <dgm:pt modelId="{3BDB0759-D670-4A35-AFCF-0AF8352D3848}" type="pres">
      <dgm:prSet presAssocID="{85AD007C-7D5B-4A62-9750-E17F65E5884F}" presName="textRect" presStyleLbl="revTx" presStyleIdx="2" presStyleCnt="4">
        <dgm:presLayoutVars>
          <dgm:chMax val="1"/>
          <dgm:chPref val="1"/>
        </dgm:presLayoutVars>
      </dgm:prSet>
      <dgm:spPr/>
    </dgm:pt>
    <dgm:pt modelId="{769F4FD6-C5A0-4C5A-82FB-6DD76D0C9153}" type="pres">
      <dgm:prSet presAssocID="{70DB0BFA-6ECA-4F1A-8753-1114D4BE714E}" presName="sibTrans" presStyleCnt="0"/>
      <dgm:spPr/>
    </dgm:pt>
    <dgm:pt modelId="{0EE0C751-1723-4BAF-9AF7-794E8A620EA7}" type="pres">
      <dgm:prSet presAssocID="{194BC039-A934-4CC5-BCF8-628151D0DA6D}" presName="compNode" presStyleCnt="0"/>
      <dgm:spPr/>
    </dgm:pt>
    <dgm:pt modelId="{23713A27-78F6-4242-AB89-42D66A2ED22E}" type="pres">
      <dgm:prSet presAssocID="{194BC039-A934-4CC5-BCF8-628151D0DA6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B4EF34D-8618-4F8F-92FD-44B1C69D3B94}" type="pres">
      <dgm:prSet presAssocID="{194BC039-A934-4CC5-BCF8-628151D0DA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C1ACC02-BD2A-4530-B27A-3BFA9ED7B9D6}" type="pres">
      <dgm:prSet presAssocID="{194BC039-A934-4CC5-BCF8-628151D0DA6D}" presName="spaceRect" presStyleCnt="0"/>
      <dgm:spPr/>
    </dgm:pt>
    <dgm:pt modelId="{B6C3CD71-1CB5-4A29-B5BE-317FED77687F}" type="pres">
      <dgm:prSet presAssocID="{194BC039-A934-4CC5-BCF8-628151D0DA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6E0382B-5197-4A41-B411-6E637782615C}" type="presOf" srcId="{BB010FE6-FCF8-4B74-98E0-B363CC4A65F7}" destId="{2409F0E9-4D1B-444B-8433-9F77D5CEC3AB}" srcOrd="0" destOrd="0" presId="urn:microsoft.com/office/officeart/2018/5/layout/IconLeafLabelList"/>
    <dgm:cxn modelId="{133E415C-EC49-480C-92BF-960C79A8945E}" srcId="{87A708AB-1325-4401-9755-BE66AC60A2B4}" destId="{BB010FE6-FCF8-4B74-98E0-B363CC4A65F7}" srcOrd="1" destOrd="0" parTransId="{B9028A8A-9788-4D52-9CD2-231D83C14583}" sibTransId="{898E2C88-527D-46D9-810D-E3D69AA249A2}"/>
    <dgm:cxn modelId="{7E879D62-8B40-6543-8F2D-5C7B4F99A3FF}" type="presOf" srcId="{194BC039-A934-4CC5-BCF8-628151D0DA6D}" destId="{B6C3CD71-1CB5-4A29-B5BE-317FED77687F}" srcOrd="0" destOrd="0" presId="urn:microsoft.com/office/officeart/2018/5/layout/IconLeafLabelList"/>
    <dgm:cxn modelId="{52D51B65-73C5-7644-A9D3-28F4BF3D114C}" type="presOf" srcId="{85AD007C-7D5B-4A62-9750-E17F65E5884F}" destId="{3BDB0759-D670-4A35-AFCF-0AF8352D3848}" srcOrd="0" destOrd="0" presId="urn:microsoft.com/office/officeart/2018/5/layout/IconLeafLabelList"/>
    <dgm:cxn modelId="{571A736F-953D-4FBF-951C-80E05D9A42D6}" srcId="{87A708AB-1325-4401-9755-BE66AC60A2B4}" destId="{7921F02D-3771-4BF0-AB05-B1886A30912E}" srcOrd="0" destOrd="0" parTransId="{E7B3F484-0235-4ED4-AE7B-1633E4B9D344}" sibTransId="{EBD3F76E-B895-4FF7-91AD-837BF172C7FA}"/>
    <dgm:cxn modelId="{CB96CE71-7E2C-C34F-84BD-C84D51BEDEAF}" type="presOf" srcId="{7921F02D-3771-4BF0-AB05-B1886A30912E}" destId="{F6B7F733-A5F2-4E72-8EBF-64D111098273}" srcOrd="0" destOrd="0" presId="urn:microsoft.com/office/officeart/2018/5/layout/IconLeafLabelList"/>
    <dgm:cxn modelId="{CAF89F87-82E4-43C8-BD99-393819915E9A}" srcId="{87A708AB-1325-4401-9755-BE66AC60A2B4}" destId="{194BC039-A934-4CC5-BCF8-628151D0DA6D}" srcOrd="3" destOrd="0" parTransId="{064E2AAC-A8A9-4782-8188-E7CC68603AC7}" sibTransId="{292F1027-EDFF-48C8-A3C6-FB94D0895763}"/>
    <dgm:cxn modelId="{BBB612C6-43E0-984A-AEFC-A135CAB254F8}" type="presOf" srcId="{87A708AB-1325-4401-9755-BE66AC60A2B4}" destId="{4EC09B10-BB64-4266-BF04-5D3865720220}" srcOrd="0" destOrd="0" presId="urn:microsoft.com/office/officeart/2018/5/layout/IconLeafLabelList"/>
    <dgm:cxn modelId="{66F1D4C6-C4F8-4D85-AA43-5692C79B6846}" srcId="{87A708AB-1325-4401-9755-BE66AC60A2B4}" destId="{85AD007C-7D5B-4A62-9750-E17F65E5884F}" srcOrd="2" destOrd="0" parTransId="{4397C21D-E38F-4946-A904-9A6A79E84B64}" sibTransId="{70DB0BFA-6ECA-4F1A-8753-1114D4BE714E}"/>
    <dgm:cxn modelId="{755C37C1-2AD5-D248-807B-D3A9916FC0D6}" type="presParOf" srcId="{4EC09B10-BB64-4266-BF04-5D3865720220}" destId="{382C3275-5309-4819-B39C-828CD0630B74}" srcOrd="0" destOrd="0" presId="urn:microsoft.com/office/officeart/2018/5/layout/IconLeafLabelList"/>
    <dgm:cxn modelId="{2321A37C-A643-414C-B58A-196C68C0DAEF}" type="presParOf" srcId="{382C3275-5309-4819-B39C-828CD0630B74}" destId="{EDE2A258-67F5-4A91-BEA7-9BD936F40F0B}" srcOrd="0" destOrd="0" presId="urn:microsoft.com/office/officeart/2018/5/layout/IconLeafLabelList"/>
    <dgm:cxn modelId="{62F5589D-EF0F-2342-AEC1-545E26C4CFD8}" type="presParOf" srcId="{382C3275-5309-4819-B39C-828CD0630B74}" destId="{1D71B00B-18CB-41C1-BFFD-2BF7459924F6}" srcOrd="1" destOrd="0" presId="urn:microsoft.com/office/officeart/2018/5/layout/IconLeafLabelList"/>
    <dgm:cxn modelId="{6BE6334A-C4E6-3D4C-8B7D-A5E0AF74473C}" type="presParOf" srcId="{382C3275-5309-4819-B39C-828CD0630B74}" destId="{DE213DCD-97B3-4FA9-A20E-5789F5470DB1}" srcOrd="2" destOrd="0" presId="urn:microsoft.com/office/officeart/2018/5/layout/IconLeafLabelList"/>
    <dgm:cxn modelId="{832426F1-9800-9345-812E-2DFEB18E1A86}" type="presParOf" srcId="{382C3275-5309-4819-B39C-828CD0630B74}" destId="{F6B7F733-A5F2-4E72-8EBF-64D111098273}" srcOrd="3" destOrd="0" presId="urn:microsoft.com/office/officeart/2018/5/layout/IconLeafLabelList"/>
    <dgm:cxn modelId="{C4B62302-AA58-274E-9048-B35DB290C3E5}" type="presParOf" srcId="{4EC09B10-BB64-4266-BF04-5D3865720220}" destId="{D51B4BC1-AA31-4E59-BCB4-FF8FA77FA263}" srcOrd="1" destOrd="0" presId="urn:microsoft.com/office/officeart/2018/5/layout/IconLeafLabelList"/>
    <dgm:cxn modelId="{9686FF1B-679E-8446-8A36-F46B8B2CD252}" type="presParOf" srcId="{4EC09B10-BB64-4266-BF04-5D3865720220}" destId="{329575A9-4406-44D4-9057-27805BD9FB3D}" srcOrd="2" destOrd="0" presId="urn:microsoft.com/office/officeart/2018/5/layout/IconLeafLabelList"/>
    <dgm:cxn modelId="{C1AE2DC6-41A4-0C4B-9B5D-EA9B72B2E531}" type="presParOf" srcId="{329575A9-4406-44D4-9057-27805BD9FB3D}" destId="{48489594-45B5-49FF-A785-2C908D750905}" srcOrd="0" destOrd="0" presId="urn:microsoft.com/office/officeart/2018/5/layout/IconLeafLabelList"/>
    <dgm:cxn modelId="{626A1EEA-A282-4C4E-B81A-0D3C627FF8C6}" type="presParOf" srcId="{329575A9-4406-44D4-9057-27805BD9FB3D}" destId="{7C78DEB9-BE84-44A7-9EFA-9BCF9AC341ED}" srcOrd="1" destOrd="0" presId="urn:microsoft.com/office/officeart/2018/5/layout/IconLeafLabelList"/>
    <dgm:cxn modelId="{87B6F85E-D3E2-B048-B3E9-D60E9198C159}" type="presParOf" srcId="{329575A9-4406-44D4-9057-27805BD9FB3D}" destId="{F926EED2-67E7-442B-8834-8A35DA3AFF64}" srcOrd="2" destOrd="0" presId="urn:microsoft.com/office/officeart/2018/5/layout/IconLeafLabelList"/>
    <dgm:cxn modelId="{D62DD0D5-A9FE-8E47-8F93-A7C3F2E9DBB3}" type="presParOf" srcId="{329575A9-4406-44D4-9057-27805BD9FB3D}" destId="{2409F0E9-4D1B-444B-8433-9F77D5CEC3AB}" srcOrd="3" destOrd="0" presId="urn:microsoft.com/office/officeart/2018/5/layout/IconLeafLabelList"/>
    <dgm:cxn modelId="{36472EB7-A74F-E846-93F7-094FCF7D154C}" type="presParOf" srcId="{4EC09B10-BB64-4266-BF04-5D3865720220}" destId="{50150A55-93F3-4F07-A10C-9AD5E0949C96}" srcOrd="3" destOrd="0" presId="urn:microsoft.com/office/officeart/2018/5/layout/IconLeafLabelList"/>
    <dgm:cxn modelId="{16C0BA07-6C90-344D-A024-2EEA712071E0}" type="presParOf" srcId="{4EC09B10-BB64-4266-BF04-5D3865720220}" destId="{9D4DE4BC-F608-490E-A984-425717CCE28B}" srcOrd="4" destOrd="0" presId="urn:microsoft.com/office/officeart/2018/5/layout/IconLeafLabelList"/>
    <dgm:cxn modelId="{9CC4E85A-B7FD-8E4A-8598-82E09E20C640}" type="presParOf" srcId="{9D4DE4BC-F608-490E-A984-425717CCE28B}" destId="{754DA836-82AA-4CA1-9785-61E2EE59F993}" srcOrd="0" destOrd="0" presId="urn:microsoft.com/office/officeart/2018/5/layout/IconLeafLabelList"/>
    <dgm:cxn modelId="{B99AF1C5-CF16-8749-8DE0-642E6C35F265}" type="presParOf" srcId="{9D4DE4BC-F608-490E-A984-425717CCE28B}" destId="{7AEEBCD9-C341-41D0-8EC2-713063AEAD25}" srcOrd="1" destOrd="0" presId="urn:microsoft.com/office/officeart/2018/5/layout/IconLeafLabelList"/>
    <dgm:cxn modelId="{ED633895-F361-A842-8424-36183B208492}" type="presParOf" srcId="{9D4DE4BC-F608-490E-A984-425717CCE28B}" destId="{5225BCD1-50AD-454C-B160-A86F087DC7F3}" srcOrd="2" destOrd="0" presId="urn:microsoft.com/office/officeart/2018/5/layout/IconLeafLabelList"/>
    <dgm:cxn modelId="{15B608C9-292B-BE43-8214-7E25CBF744C8}" type="presParOf" srcId="{9D4DE4BC-F608-490E-A984-425717CCE28B}" destId="{3BDB0759-D670-4A35-AFCF-0AF8352D3848}" srcOrd="3" destOrd="0" presId="urn:microsoft.com/office/officeart/2018/5/layout/IconLeafLabelList"/>
    <dgm:cxn modelId="{DEB81231-3F36-054F-8156-4A47470B08F4}" type="presParOf" srcId="{4EC09B10-BB64-4266-BF04-5D3865720220}" destId="{769F4FD6-C5A0-4C5A-82FB-6DD76D0C9153}" srcOrd="5" destOrd="0" presId="urn:microsoft.com/office/officeart/2018/5/layout/IconLeafLabelList"/>
    <dgm:cxn modelId="{9E7C9544-81A3-364D-8ED3-16EF0D648409}" type="presParOf" srcId="{4EC09B10-BB64-4266-BF04-5D3865720220}" destId="{0EE0C751-1723-4BAF-9AF7-794E8A620EA7}" srcOrd="6" destOrd="0" presId="urn:microsoft.com/office/officeart/2018/5/layout/IconLeafLabelList"/>
    <dgm:cxn modelId="{934512F0-DA7B-FC42-A46C-6496A448B652}" type="presParOf" srcId="{0EE0C751-1723-4BAF-9AF7-794E8A620EA7}" destId="{23713A27-78F6-4242-AB89-42D66A2ED22E}" srcOrd="0" destOrd="0" presId="urn:microsoft.com/office/officeart/2018/5/layout/IconLeafLabelList"/>
    <dgm:cxn modelId="{1676E318-DDFB-7D41-8181-10D6CAB26E46}" type="presParOf" srcId="{0EE0C751-1723-4BAF-9AF7-794E8A620EA7}" destId="{6B4EF34D-8618-4F8F-92FD-44B1C69D3B94}" srcOrd="1" destOrd="0" presId="urn:microsoft.com/office/officeart/2018/5/layout/IconLeafLabelList"/>
    <dgm:cxn modelId="{BD4B9BEA-3B58-5B40-8B83-516E2E3DD825}" type="presParOf" srcId="{0EE0C751-1723-4BAF-9AF7-794E8A620EA7}" destId="{8C1ACC02-BD2A-4530-B27A-3BFA9ED7B9D6}" srcOrd="2" destOrd="0" presId="urn:microsoft.com/office/officeart/2018/5/layout/IconLeafLabelList"/>
    <dgm:cxn modelId="{77DC2E29-C4A3-3744-ADFF-B6DEFCEC82DD}" type="presParOf" srcId="{0EE0C751-1723-4BAF-9AF7-794E8A620EA7}" destId="{B6C3CD71-1CB5-4A29-B5BE-317FED77687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0F836C-65F7-4381-AD15-C1BCC1C2065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6E9CDCE-4899-40A8-93EF-8012FE147A93}">
      <dgm:prSet custT="1"/>
      <dgm:spPr/>
      <dgm:t>
        <a:bodyPr/>
        <a:lstStyle/>
        <a:p>
          <a:pPr algn="ctr"/>
          <a:r>
            <a:rPr lang="en-US" sz="2000" baseline="0">
              <a:latin typeface="Times New Roman" panose="02020603050405020304" pitchFamily="18" charset="0"/>
              <a:cs typeface="Times New Roman" panose="02020603050405020304" pitchFamily="18" charset="0"/>
            </a:rPr>
            <a:t>On-demand self-service</a:t>
          </a:r>
        </a:p>
      </dgm:t>
    </dgm:pt>
    <dgm:pt modelId="{B1E1DAFB-189A-4087-AB93-8A9B9D28F46D}" type="parTrans" cxnId="{4C7474D4-CF20-4B6E-8B55-47FE0FB83E15}">
      <dgm:prSet/>
      <dgm:spPr/>
      <dgm:t>
        <a:bodyPr/>
        <a:lstStyle/>
        <a:p>
          <a:endParaRPr lang="en-US" sz="2000" baseline="0"/>
        </a:p>
      </dgm:t>
    </dgm:pt>
    <dgm:pt modelId="{A39FAF36-82D6-4F04-A332-5AB97C46A7C2}" type="sibTrans" cxnId="{4C7474D4-CF20-4B6E-8B55-47FE0FB83E15}">
      <dgm:prSet phldrT="1" phldr="0" custT="1"/>
      <dgm:spPr/>
      <dgm:t>
        <a:bodyPr/>
        <a:lstStyle/>
        <a:p>
          <a:r>
            <a:rPr lang="en-US" sz="3200" baseline="0"/>
            <a:t>1</a:t>
          </a:r>
        </a:p>
      </dgm:t>
    </dgm:pt>
    <dgm:pt modelId="{162E4B24-B2A7-4E3F-9DFA-6E82334AA347}">
      <dgm:prSet custT="1"/>
      <dgm:spPr/>
      <dgm:t>
        <a:bodyPr/>
        <a:lstStyle/>
        <a:p>
          <a:pPr algn="ctr"/>
          <a:r>
            <a:rPr lang="en-US" sz="2000" baseline="0">
              <a:latin typeface="Times New Roman" panose="02020603050405020304" pitchFamily="18" charset="0"/>
              <a:cs typeface="Times New Roman" panose="02020603050405020304" pitchFamily="18" charset="0"/>
            </a:rPr>
            <a:t>Broad network access</a:t>
          </a:r>
        </a:p>
      </dgm:t>
    </dgm:pt>
    <dgm:pt modelId="{7FA328E9-6CE1-47E3-8726-CA37E659D32C}" type="parTrans" cxnId="{961E3E70-FFA0-48F6-82C6-79A06B0CCD44}">
      <dgm:prSet/>
      <dgm:spPr/>
      <dgm:t>
        <a:bodyPr/>
        <a:lstStyle/>
        <a:p>
          <a:endParaRPr lang="en-US" sz="2000" baseline="0"/>
        </a:p>
      </dgm:t>
    </dgm:pt>
    <dgm:pt modelId="{A503E2DF-ADCD-44F8-A570-7058C3DE924A}" type="sibTrans" cxnId="{961E3E70-FFA0-48F6-82C6-79A06B0CCD44}">
      <dgm:prSet phldrT="2" phldr="0" custT="1"/>
      <dgm:spPr/>
      <dgm:t>
        <a:bodyPr/>
        <a:lstStyle/>
        <a:p>
          <a:r>
            <a:rPr lang="en-US" sz="3200" baseline="0"/>
            <a:t>2</a:t>
          </a:r>
        </a:p>
      </dgm:t>
    </dgm:pt>
    <dgm:pt modelId="{056FCEA1-BFC1-4184-907A-1CD3DAEB1D31}">
      <dgm:prSet custT="1"/>
      <dgm:spPr/>
      <dgm:t>
        <a:bodyPr/>
        <a:lstStyle/>
        <a:p>
          <a:pPr algn="ctr"/>
          <a:r>
            <a:rPr lang="en-US" sz="2000" baseline="0">
              <a:latin typeface="Times New Roman" panose="02020603050405020304" pitchFamily="18" charset="0"/>
              <a:cs typeface="Times New Roman" panose="02020603050405020304" pitchFamily="18" charset="0"/>
            </a:rPr>
            <a:t>Resource pooling</a:t>
          </a:r>
        </a:p>
      </dgm:t>
    </dgm:pt>
    <dgm:pt modelId="{2DAC5562-5596-426B-9EC6-3EEB4538E2FA}" type="parTrans" cxnId="{41177F9C-7087-41BF-AAF3-74613F24E91D}">
      <dgm:prSet/>
      <dgm:spPr/>
      <dgm:t>
        <a:bodyPr/>
        <a:lstStyle/>
        <a:p>
          <a:endParaRPr lang="en-US" sz="2000" baseline="0"/>
        </a:p>
      </dgm:t>
    </dgm:pt>
    <dgm:pt modelId="{C926380D-481E-4911-BAFF-025DFC71770F}" type="sibTrans" cxnId="{41177F9C-7087-41BF-AAF3-74613F24E91D}">
      <dgm:prSet phldrT="3" phldr="0" custT="1"/>
      <dgm:spPr/>
      <dgm:t>
        <a:bodyPr/>
        <a:lstStyle/>
        <a:p>
          <a:r>
            <a:rPr lang="en-US" sz="3200" baseline="0"/>
            <a:t>3</a:t>
          </a:r>
        </a:p>
      </dgm:t>
    </dgm:pt>
    <dgm:pt modelId="{99F197F0-ED64-443E-82AE-EDF761E0B300}">
      <dgm:prSet custT="1"/>
      <dgm:spPr/>
      <dgm:t>
        <a:bodyPr/>
        <a:lstStyle/>
        <a:p>
          <a:pPr algn="ctr"/>
          <a:r>
            <a:rPr lang="en-US" sz="2000" baseline="0">
              <a:latin typeface="Times New Roman" panose="02020603050405020304" pitchFamily="18" charset="0"/>
              <a:cs typeface="Times New Roman" panose="02020603050405020304" pitchFamily="18" charset="0"/>
            </a:rPr>
            <a:t>Rapid elasticity</a:t>
          </a:r>
        </a:p>
      </dgm:t>
    </dgm:pt>
    <dgm:pt modelId="{10E301E6-0738-480E-9EFA-BADB6B68A82C}" type="parTrans" cxnId="{565992F1-A946-4E56-B229-579AC89F7712}">
      <dgm:prSet/>
      <dgm:spPr/>
      <dgm:t>
        <a:bodyPr/>
        <a:lstStyle/>
        <a:p>
          <a:endParaRPr lang="en-US" sz="2000" baseline="0"/>
        </a:p>
      </dgm:t>
    </dgm:pt>
    <dgm:pt modelId="{0545938E-21E3-4704-8150-54C17528FF12}" type="sibTrans" cxnId="{565992F1-A946-4E56-B229-579AC89F7712}">
      <dgm:prSet phldrT="4" phldr="0" custT="1"/>
      <dgm:spPr/>
      <dgm:t>
        <a:bodyPr/>
        <a:lstStyle/>
        <a:p>
          <a:r>
            <a:rPr lang="en-US" sz="3200" baseline="0"/>
            <a:t>4</a:t>
          </a:r>
        </a:p>
      </dgm:t>
    </dgm:pt>
    <dgm:pt modelId="{D73577E5-3790-49BD-B2E3-28C3EDD62749}">
      <dgm:prSet custT="1"/>
      <dgm:spPr/>
      <dgm:t>
        <a:bodyPr/>
        <a:lstStyle/>
        <a:p>
          <a:pPr algn="ctr"/>
          <a:r>
            <a:rPr lang="en-US" sz="2000" baseline="0">
              <a:latin typeface="Times New Roman" panose="02020603050405020304" pitchFamily="18" charset="0"/>
              <a:cs typeface="Times New Roman" panose="02020603050405020304" pitchFamily="18" charset="0"/>
            </a:rPr>
            <a:t>Measured Service</a:t>
          </a:r>
        </a:p>
      </dgm:t>
    </dgm:pt>
    <dgm:pt modelId="{D9DC8E0F-3285-4429-9E1F-674B70CE51FD}" type="parTrans" cxnId="{9B3FBEBF-C02A-41CB-BB98-0F6C5982540A}">
      <dgm:prSet/>
      <dgm:spPr/>
      <dgm:t>
        <a:bodyPr/>
        <a:lstStyle/>
        <a:p>
          <a:endParaRPr lang="en-US" sz="2000" baseline="0"/>
        </a:p>
      </dgm:t>
    </dgm:pt>
    <dgm:pt modelId="{22ABA50A-0144-4C8A-9252-B245445AB8C5}" type="sibTrans" cxnId="{9B3FBEBF-C02A-41CB-BB98-0F6C5982540A}">
      <dgm:prSet phldrT="5" phldr="0" custT="1"/>
      <dgm:spPr/>
      <dgm:t>
        <a:bodyPr/>
        <a:lstStyle/>
        <a:p>
          <a:r>
            <a:rPr lang="en-US" sz="3200" baseline="0"/>
            <a:t>5</a:t>
          </a:r>
        </a:p>
      </dgm:t>
    </dgm:pt>
    <dgm:pt modelId="{138BC473-5B81-AF4E-88FE-28ADCF77304A}" type="pres">
      <dgm:prSet presAssocID="{B20F836C-65F7-4381-AD15-C1BCC1C2065E}" presName="Name0" presStyleCnt="0">
        <dgm:presLayoutVars>
          <dgm:animLvl val="lvl"/>
          <dgm:resizeHandles val="exact"/>
        </dgm:presLayoutVars>
      </dgm:prSet>
      <dgm:spPr/>
    </dgm:pt>
    <dgm:pt modelId="{9941EB8A-5A17-0843-B8B1-915DACF716B5}" type="pres">
      <dgm:prSet presAssocID="{46E9CDCE-4899-40A8-93EF-8012FE147A93}" presName="compositeNode" presStyleCnt="0">
        <dgm:presLayoutVars>
          <dgm:bulletEnabled val="1"/>
        </dgm:presLayoutVars>
      </dgm:prSet>
      <dgm:spPr/>
    </dgm:pt>
    <dgm:pt modelId="{D3BC0400-D80E-0B4B-ACD3-7BDE07932058}" type="pres">
      <dgm:prSet presAssocID="{46E9CDCE-4899-40A8-93EF-8012FE147A93}" presName="bgRect" presStyleLbl="bgAccFollowNode1" presStyleIdx="0" presStyleCnt="5"/>
      <dgm:spPr/>
    </dgm:pt>
    <dgm:pt modelId="{3FF58E7B-4100-B447-BB12-C5A921B16C71}" type="pres">
      <dgm:prSet presAssocID="{A39FAF36-82D6-4F04-A332-5AB97C46A7C2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EC7507DD-9477-0847-BE7D-24169F264653}" type="pres">
      <dgm:prSet presAssocID="{46E9CDCE-4899-40A8-93EF-8012FE147A93}" presName="bottomLine" presStyleLbl="alignNode1" presStyleIdx="1" presStyleCnt="10">
        <dgm:presLayoutVars/>
      </dgm:prSet>
      <dgm:spPr/>
    </dgm:pt>
    <dgm:pt modelId="{B63C713A-5627-4D49-AE4D-0A0C60A350B6}" type="pres">
      <dgm:prSet presAssocID="{46E9CDCE-4899-40A8-93EF-8012FE147A93}" presName="nodeText" presStyleLbl="bgAccFollowNode1" presStyleIdx="0" presStyleCnt="5">
        <dgm:presLayoutVars>
          <dgm:bulletEnabled val="1"/>
        </dgm:presLayoutVars>
      </dgm:prSet>
      <dgm:spPr/>
    </dgm:pt>
    <dgm:pt modelId="{CA2EC866-EBAB-2149-9CD2-F6909D5BB04F}" type="pres">
      <dgm:prSet presAssocID="{A39FAF36-82D6-4F04-A332-5AB97C46A7C2}" presName="sibTrans" presStyleCnt="0"/>
      <dgm:spPr/>
    </dgm:pt>
    <dgm:pt modelId="{33E5EDB4-5DE9-1345-BB11-6462F924A786}" type="pres">
      <dgm:prSet presAssocID="{162E4B24-B2A7-4E3F-9DFA-6E82334AA347}" presName="compositeNode" presStyleCnt="0">
        <dgm:presLayoutVars>
          <dgm:bulletEnabled val="1"/>
        </dgm:presLayoutVars>
      </dgm:prSet>
      <dgm:spPr/>
    </dgm:pt>
    <dgm:pt modelId="{5AB4B98B-4E1F-974D-B28E-35F95B072961}" type="pres">
      <dgm:prSet presAssocID="{162E4B24-B2A7-4E3F-9DFA-6E82334AA347}" presName="bgRect" presStyleLbl="bgAccFollowNode1" presStyleIdx="1" presStyleCnt="5"/>
      <dgm:spPr/>
    </dgm:pt>
    <dgm:pt modelId="{8866A551-82F1-D549-935E-13022328C48C}" type="pres">
      <dgm:prSet presAssocID="{A503E2DF-ADCD-44F8-A570-7058C3DE924A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C523328C-36FB-1B41-A578-7CFDD5E3029B}" type="pres">
      <dgm:prSet presAssocID="{162E4B24-B2A7-4E3F-9DFA-6E82334AA347}" presName="bottomLine" presStyleLbl="alignNode1" presStyleIdx="3" presStyleCnt="10">
        <dgm:presLayoutVars/>
      </dgm:prSet>
      <dgm:spPr/>
    </dgm:pt>
    <dgm:pt modelId="{CE4F81E7-AE24-AA4B-97B9-E8231D687BC5}" type="pres">
      <dgm:prSet presAssocID="{162E4B24-B2A7-4E3F-9DFA-6E82334AA347}" presName="nodeText" presStyleLbl="bgAccFollowNode1" presStyleIdx="1" presStyleCnt="5">
        <dgm:presLayoutVars>
          <dgm:bulletEnabled val="1"/>
        </dgm:presLayoutVars>
      </dgm:prSet>
      <dgm:spPr/>
    </dgm:pt>
    <dgm:pt modelId="{6F81412B-04FD-9F47-AEA3-2C90F2221D35}" type="pres">
      <dgm:prSet presAssocID="{A503E2DF-ADCD-44F8-A570-7058C3DE924A}" presName="sibTrans" presStyleCnt="0"/>
      <dgm:spPr/>
    </dgm:pt>
    <dgm:pt modelId="{893C9806-F5AC-6349-A4D1-DD5B6B9B36D1}" type="pres">
      <dgm:prSet presAssocID="{056FCEA1-BFC1-4184-907A-1CD3DAEB1D31}" presName="compositeNode" presStyleCnt="0">
        <dgm:presLayoutVars>
          <dgm:bulletEnabled val="1"/>
        </dgm:presLayoutVars>
      </dgm:prSet>
      <dgm:spPr/>
    </dgm:pt>
    <dgm:pt modelId="{8FABA55E-36EF-584B-9B25-935C9E820352}" type="pres">
      <dgm:prSet presAssocID="{056FCEA1-BFC1-4184-907A-1CD3DAEB1D31}" presName="bgRect" presStyleLbl="bgAccFollowNode1" presStyleIdx="2" presStyleCnt="5"/>
      <dgm:spPr/>
    </dgm:pt>
    <dgm:pt modelId="{E5A32221-A195-334A-A980-C08B20416FD3}" type="pres">
      <dgm:prSet presAssocID="{C926380D-481E-4911-BAFF-025DFC71770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5E0FF61F-0CA2-724F-98FA-8EA12B137113}" type="pres">
      <dgm:prSet presAssocID="{056FCEA1-BFC1-4184-907A-1CD3DAEB1D31}" presName="bottomLine" presStyleLbl="alignNode1" presStyleIdx="5" presStyleCnt="10">
        <dgm:presLayoutVars/>
      </dgm:prSet>
      <dgm:spPr/>
    </dgm:pt>
    <dgm:pt modelId="{32286301-FE5C-394B-91EB-B726B2551395}" type="pres">
      <dgm:prSet presAssocID="{056FCEA1-BFC1-4184-907A-1CD3DAEB1D31}" presName="nodeText" presStyleLbl="bgAccFollowNode1" presStyleIdx="2" presStyleCnt="5">
        <dgm:presLayoutVars>
          <dgm:bulletEnabled val="1"/>
        </dgm:presLayoutVars>
      </dgm:prSet>
      <dgm:spPr/>
    </dgm:pt>
    <dgm:pt modelId="{2DBCB23A-7A2C-2649-AB4A-3E41F88A29DC}" type="pres">
      <dgm:prSet presAssocID="{C926380D-481E-4911-BAFF-025DFC71770F}" presName="sibTrans" presStyleCnt="0"/>
      <dgm:spPr/>
    </dgm:pt>
    <dgm:pt modelId="{4464A120-A7B0-7641-908C-3272AC0E304B}" type="pres">
      <dgm:prSet presAssocID="{99F197F0-ED64-443E-82AE-EDF761E0B300}" presName="compositeNode" presStyleCnt="0">
        <dgm:presLayoutVars>
          <dgm:bulletEnabled val="1"/>
        </dgm:presLayoutVars>
      </dgm:prSet>
      <dgm:spPr/>
    </dgm:pt>
    <dgm:pt modelId="{89D32ABF-6D4A-DD4C-A442-B6F06EE1496E}" type="pres">
      <dgm:prSet presAssocID="{99F197F0-ED64-443E-82AE-EDF761E0B300}" presName="bgRect" presStyleLbl="bgAccFollowNode1" presStyleIdx="3" presStyleCnt="5"/>
      <dgm:spPr/>
    </dgm:pt>
    <dgm:pt modelId="{E41F1048-DE92-024E-8D04-A982E5EFEADE}" type="pres">
      <dgm:prSet presAssocID="{0545938E-21E3-4704-8150-54C17528FF12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E3EE1ABE-69C9-954D-BF17-FF33808B5283}" type="pres">
      <dgm:prSet presAssocID="{99F197F0-ED64-443E-82AE-EDF761E0B300}" presName="bottomLine" presStyleLbl="alignNode1" presStyleIdx="7" presStyleCnt="10">
        <dgm:presLayoutVars/>
      </dgm:prSet>
      <dgm:spPr/>
    </dgm:pt>
    <dgm:pt modelId="{67D77BF1-C3DF-944B-AD78-5CB05777840A}" type="pres">
      <dgm:prSet presAssocID="{99F197F0-ED64-443E-82AE-EDF761E0B300}" presName="nodeText" presStyleLbl="bgAccFollowNode1" presStyleIdx="3" presStyleCnt="5">
        <dgm:presLayoutVars>
          <dgm:bulletEnabled val="1"/>
        </dgm:presLayoutVars>
      </dgm:prSet>
      <dgm:spPr/>
    </dgm:pt>
    <dgm:pt modelId="{963F99EC-9DFE-2A41-AF94-A1D706C70A14}" type="pres">
      <dgm:prSet presAssocID="{0545938E-21E3-4704-8150-54C17528FF12}" presName="sibTrans" presStyleCnt="0"/>
      <dgm:spPr/>
    </dgm:pt>
    <dgm:pt modelId="{12B3D550-CCBA-A841-B75D-FCA398F30308}" type="pres">
      <dgm:prSet presAssocID="{D73577E5-3790-49BD-B2E3-28C3EDD62749}" presName="compositeNode" presStyleCnt="0">
        <dgm:presLayoutVars>
          <dgm:bulletEnabled val="1"/>
        </dgm:presLayoutVars>
      </dgm:prSet>
      <dgm:spPr/>
    </dgm:pt>
    <dgm:pt modelId="{DDEC3CBE-0ED0-0248-B375-CF10D68129C4}" type="pres">
      <dgm:prSet presAssocID="{D73577E5-3790-49BD-B2E3-28C3EDD62749}" presName="bgRect" presStyleLbl="bgAccFollowNode1" presStyleIdx="4" presStyleCnt="5"/>
      <dgm:spPr/>
    </dgm:pt>
    <dgm:pt modelId="{E8049B7B-4C52-5A49-9685-6D8525AE691A}" type="pres">
      <dgm:prSet presAssocID="{22ABA50A-0144-4C8A-9252-B245445AB8C5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E2C78630-8965-E448-AA77-28CD0E722F53}" type="pres">
      <dgm:prSet presAssocID="{D73577E5-3790-49BD-B2E3-28C3EDD62749}" presName="bottomLine" presStyleLbl="alignNode1" presStyleIdx="9" presStyleCnt="10">
        <dgm:presLayoutVars/>
      </dgm:prSet>
      <dgm:spPr/>
    </dgm:pt>
    <dgm:pt modelId="{DA54F5BE-C077-704F-8D50-5B8C248BDCE8}" type="pres">
      <dgm:prSet presAssocID="{D73577E5-3790-49BD-B2E3-28C3EDD62749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AE30CE09-8241-7F46-BFDA-B22E863A326E}" type="presOf" srcId="{22ABA50A-0144-4C8A-9252-B245445AB8C5}" destId="{E8049B7B-4C52-5A49-9685-6D8525AE691A}" srcOrd="0" destOrd="0" presId="urn:microsoft.com/office/officeart/2016/7/layout/BasicLinearProcessNumbered"/>
    <dgm:cxn modelId="{A4C5300F-6FD6-6644-B444-1324A7634539}" type="presOf" srcId="{0545938E-21E3-4704-8150-54C17528FF12}" destId="{E41F1048-DE92-024E-8D04-A982E5EFEADE}" srcOrd="0" destOrd="0" presId="urn:microsoft.com/office/officeart/2016/7/layout/BasicLinearProcessNumbered"/>
    <dgm:cxn modelId="{5668602E-C280-CD48-BFA8-FDFACF23D0F1}" type="presOf" srcId="{A503E2DF-ADCD-44F8-A570-7058C3DE924A}" destId="{8866A551-82F1-D549-935E-13022328C48C}" srcOrd="0" destOrd="0" presId="urn:microsoft.com/office/officeart/2016/7/layout/BasicLinearProcessNumbered"/>
    <dgm:cxn modelId="{AA3EA136-AC10-754C-A388-90FE0540E3D0}" type="presOf" srcId="{46E9CDCE-4899-40A8-93EF-8012FE147A93}" destId="{B63C713A-5627-4D49-AE4D-0A0C60A350B6}" srcOrd="1" destOrd="0" presId="urn:microsoft.com/office/officeart/2016/7/layout/BasicLinearProcessNumbered"/>
    <dgm:cxn modelId="{77312062-6B6F-0246-877A-3C32EEB3673B}" type="presOf" srcId="{B20F836C-65F7-4381-AD15-C1BCC1C2065E}" destId="{138BC473-5B81-AF4E-88FE-28ADCF77304A}" srcOrd="0" destOrd="0" presId="urn:microsoft.com/office/officeart/2016/7/layout/BasicLinearProcessNumbered"/>
    <dgm:cxn modelId="{B64F3964-E43A-314B-8454-B1ECADA3D0F3}" type="presOf" srcId="{46E9CDCE-4899-40A8-93EF-8012FE147A93}" destId="{D3BC0400-D80E-0B4B-ACD3-7BDE07932058}" srcOrd="0" destOrd="0" presId="urn:microsoft.com/office/officeart/2016/7/layout/BasicLinearProcessNumbered"/>
    <dgm:cxn modelId="{B131894B-C743-9E4C-8580-DCEC255F9D65}" type="presOf" srcId="{056FCEA1-BFC1-4184-907A-1CD3DAEB1D31}" destId="{32286301-FE5C-394B-91EB-B726B2551395}" srcOrd="1" destOrd="0" presId="urn:microsoft.com/office/officeart/2016/7/layout/BasicLinearProcessNumbered"/>
    <dgm:cxn modelId="{BEFF1A6C-C7D9-FE4D-8221-6B6BE8046D4C}" type="presOf" srcId="{D73577E5-3790-49BD-B2E3-28C3EDD62749}" destId="{DDEC3CBE-0ED0-0248-B375-CF10D68129C4}" srcOrd="0" destOrd="0" presId="urn:microsoft.com/office/officeart/2016/7/layout/BasicLinearProcessNumbered"/>
    <dgm:cxn modelId="{961E3E70-FFA0-48F6-82C6-79A06B0CCD44}" srcId="{B20F836C-65F7-4381-AD15-C1BCC1C2065E}" destId="{162E4B24-B2A7-4E3F-9DFA-6E82334AA347}" srcOrd="1" destOrd="0" parTransId="{7FA328E9-6CE1-47E3-8726-CA37E659D32C}" sibTransId="{A503E2DF-ADCD-44F8-A570-7058C3DE924A}"/>
    <dgm:cxn modelId="{BE9DB971-1452-6D45-86CD-8F2922DD568E}" type="presOf" srcId="{056FCEA1-BFC1-4184-907A-1CD3DAEB1D31}" destId="{8FABA55E-36EF-584B-9B25-935C9E820352}" srcOrd="0" destOrd="0" presId="urn:microsoft.com/office/officeart/2016/7/layout/BasicLinearProcessNumbered"/>
    <dgm:cxn modelId="{F336BB7F-DF8E-DD41-AFBF-FC7BBC119A37}" type="presOf" srcId="{D73577E5-3790-49BD-B2E3-28C3EDD62749}" destId="{DA54F5BE-C077-704F-8D50-5B8C248BDCE8}" srcOrd="1" destOrd="0" presId="urn:microsoft.com/office/officeart/2016/7/layout/BasicLinearProcessNumbered"/>
    <dgm:cxn modelId="{3297D384-539D-0946-805F-F874CC1F8137}" type="presOf" srcId="{99F197F0-ED64-443E-82AE-EDF761E0B300}" destId="{67D77BF1-C3DF-944B-AD78-5CB05777840A}" srcOrd="1" destOrd="0" presId="urn:microsoft.com/office/officeart/2016/7/layout/BasicLinearProcessNumbered"/>
    <dgm:cxn modelId="{41177F9C-7087-41BF-AAF3-74613F24E91D}" srcId="{B20F836C-65F7-4381-AD15-C1BCC1C2065E}" destId="{056FCEA1-BFC1-4184-907A-1CD3DAEB1D31}" srcOrd="2" destOrd="0" parTransId="{2DAC5562-5596-426B-9EC6-3EEB4538E2FA}" sibTransId="{C926380D-481E-4911-BAFF-025DFC71770F}"/>
    <dgm:cxn modelId="{9B3FBEBF-C02A-41CB-BB98-0F6C5982540A}" srcId="{B20F836C-65F7-4381-AD15-C1BCC1C2065E}" destId="{D73577E5-3790-49BD-B2E3-28C3EDD62749}" srcOrd="4" destOrd="0" parTransId="{D9DC8E0F-3285-4429-9E1F-674B70CE51FD}" sibTransId="{22ABA50A-0144-4C8A-9252-B245445AB8C5}"/>
    <dgm:cxn modelId="{1BC8D4C1-1AE7-BB4A-B3EB-B53BAB5F4CDD}" type="presOf" srcId="{A39FAF36-82D6-4F04-A332-5AB97C46A7C2}" destId="{3FF58E7B-4100-B447-BB12-C5A921B16C71}" srcOrd="0" destOrd="0" presId="urn:microsoft.com/office/officeart/2016/7/layout/BasicLinearProcessNumbered"/>
    <dgm:cxn modelId="{4C7474D4-CF20-4B6E-8B55-47FE0FB83E15}" srcId="{B20F836C-65F7-4381-AD15-C1BCC1C2065E}" destId="{46E9CDCE-4899-40A8-93EF-8012FE147A93}" srcOrd="0" destOrd="0" parTransId="{B1E1DAFB-189A-4087-AB93-8A9B9D28F46D}" sibTransId="{A39FAF36-82D6-4F04-A332-5AB97C46A7C2}"/>
    <dgm:cxn modelId="{54E371D5-24A7-2F41-A5D6-A569201C0AD9}" type="presOf" srcId="{99F197F0-ED64-443E-82AE-EDF761E0B300}" destId="{89D32ABF-6D4A-DD4C-A442-B6F06EE1496E}" srcOrd="0" destOrd="0" presId="urn:microsoft.com/office/officeart/2016/7/layout/BasicLinearProcessNumbered"/>
    <dgm:cxn modelId="{55B44EDC-F7D9-AB4B-8B92-D5EA0D2C5106}" type="presOf" srcId="{162E4B24-B2A7-4E3F-9DFA-6E82334AA347}" destId="{CE4F81E7-AE24-AA4B-97B9-E8231D687BC5}" srcOrd="1" destOrd="0" presId="urn:microsoft.com/office/officeart/2016/7/layout/BasicLinearProcessNumbered"/>
    <dgm:cxn modelId="{DC8A00E7-0CAE-314D-B374-2F0EBFBC5D39}" type="presOf" srcId="{C926380D-481E-4911-BAFF-025DFC71770F}" destId="{E5A32221-A195-334A-A980-C08B20416FD3}" srcOrd="0" destOrd="0" presId="urn:microsoft.com/office/officeart/2016/7/layout/BasicLinearProcessNumbered"/>
    <dgm:cxn modelId="{F9CF27E8-6F29-AF4D-B19C-9478F3D552C2}" type="presOf" srcId="{162E4B24-B2A7-4E3F-9DFA-6E82334AA347}" destId="{5AB4B98B-4E1F-974D-B28E-35F95B072961}" srcOrd="0" destOrd="0" presId="urn:microsoft.com/office/officeart/2016/7/layout/BasicLinearProcessNumbered"/>
    <dgm:cxn modelId="{565992F1-A946-4E56-B229-579AC89F7712}" srcId="{B20F836C-65F7-4381-AD15-C1BCC1C2065E}" destId="{99F197F0-ED64-443E-82AE-EDF761E0B300}" srcOrd="3" destOrd="0" parTransId="{10E301E6-0738-480E-9EFA-BADB6B68A82C}" sibTransId="{0545938E-21E3-4704-8150-54C17528FF12}"/>
    <dgm:cxn modelId="{84A02B82-CDE8-954D-A16E-E41203A44220}" type="presParOf" srcId="{138BC473-5B81-AF4E-88FE-28ADCF77304A}" destId="{9941EB8A-5A17-0843-B8B1-915DACF716B5}" srcOrd="0" destOrd="0" presId="urn:microsoft.com/office/officeart/2016/7/layout/BasicLinearProcessNumbered"/>
    <dgm:cxn modelId="{37093DA9-A28D-D348-BFAD-A8AE684A5BD2}" type="presParOf" srcId="{9941EB8A-5A17-0843-B8B1-915DACF716B5}" destId="{D3BC0400-D80E-0B4B-ACD3-7BDE07932058}" srcOrd="0" destOrd="0" presId="urn:microsoft.com/office/officeart/2016/7/layout/BasicLinearProcessNumbered"/>
    <dgm:cxn modelId="{CBEFD5AB-222B-FA4A-810B-6D27188EF9C0}" type="presParOf" srcId="{9941EB8A-5A17-0843-B8B1-915DACF716B5}" destId="{3FF58E7B-4100-B447-BB12-C5A921B16C71}" srcOrd="1" destOrd="0" presId="urn:microsoft.com/office/officeart/2016/7/layout/BasicLinearProcessNumbered"/>
    <dgm:cxn modelId="{BCC3CB15-5879-594B-A526-377A7EEE5B97}" type="presParOf" srcId="{9941EB8A-5A17-0843-B8B1-915DACF716B5}" destId="{EC7507DD-9477-0847-BE7D-24169F264653}" srcOrd="2" destOrd="0" presId="urn:microsoft.com/office/officeart/2016/7/layout/BasicLinearProcessNumbered"/>
    <dgm:cxn modelId="{4F8B5898-F0D7-4C48-80EF-1A745F7A3C32}" type="presParOf" srcId="{9941EB8A-5A17-0843-B8B1-915DACF716B5}" destId="{B63C713A-5627-4D49-AE4D-0A0C60A350B6}" srcOrd="3" destOrd="0" presId="urn:microsoft.com/office/officeart/2016/7/layout/BasicLinearProcessNumbered"/>
    <dgm:cxn modelId="{AFDB3D2E-5784-C249-8D36-CCE26DB84FB3}" type="presParOf" srcId="{138BC473-5B81-AF4E-88FE-28ADCF77304A}" destId="{CA2EC866-EBAB-2149-9CD2-F6909D5BB04F}" srcOrd="1" destOrd="0" presId="urn:microsoft.com/office/officeart/2016/7/layout/BasicLinearProcessNumbered"/>
    <dgm:cxn modelId="{9F917DA4-6EE4-8D41-AA21-C825A90FF43E}" type="presParOf" srcId="{138BC473-5B81-AF4E-88FE-28ADCF77304A}" destId="{33E5EDB4-5DE9-1345-BB11-6462F924A786}" srcOrd="2" destOrd="0" presId="urn:microsoft.com/office/officeart/2016/7/layout/BasicLinearProcessNumbered"/>
    <dgm:cxn modelId="{4C30311F-9EFD-6640-9D81-3ED8B550C09E}" type="presParOf" srcId="{33E5EDB4-5DE9-1345-BB11-6462F924A786}" destId="{5AB4B98B-4E1F-974D-B28E-35F95B072961}" srcOrd="0" destOrd="0" presId="urn:microsoft.com/office/officeart/2016/7/layout/BasicLinearProcessNumbered"/>
    <dgm:cxn modelId="{0E904C86-C6A8-5942-A478-0A726934E28B}" type="presParOf" srcId="{33E5EDB4-5DE9-1345-BB11-6462F924A786}" destId="{8866A551-82F1-D549-935E-13022328C48C}" srcOrd="1" destOrd="0" presId="urn:microsoft.com/office/officeart/2016/7/layout/BasicLinearProcessNumbered"/>
    <dgm:cxn modelId="{6DFEABAD-4E06-A94E-8735-7B4C59D91D4A}" type="presParOf" srcId="{33E5EDB4-5DE9-1345-BB11-6462F924A786}" destId="{C523328C-36FB-1B41-A578-7CFDD5E3029B}" srcOrd="2" destOrd="0" presId="urn:microsoft.com/office/officeart/2016/7/layout/BasicLinearProcessNumbered"/>
    <dgm:cxn modelId="{F8BCC46D-3AFD-D440-9C87-7DCBBF75776D}" type="presParOf" srcId="{33E5EDB4-5DE9-1345-BB11-6462F924A786}" destId="{CE4F81E7-AE24-AA4B-97B9-E8231D687BC5}" srcOrd="3" destOrd="0" presId="urn:microsoft.com/office/officeart/2016/7/layout/BasicLinearProcessNumbered"/>
    <dgm:cxn modelId="{DBDA682D-DB9A-9A4E-82F3-3069FE730288}" type="presParOf" srcId="{138BC473-5B81-AF4E-88FE-28ADCF77304A}" destId="{6F81412B-04FD-9F47-AEA3-2C90F2221D35}" srcOrd="3" destOrd="0" presId="urn:microsoft.com/office/officeart/2016/7/layout/BasicLinearProcessNumbered"/>
    <dgm:cxn modelId="{5F83E508-5424-9D44-8912-7C7B3C1F66CB}" type="presParOf" srcId="{138BC473-5B81-AF4E-88FE-28ADCF77304A}" destId="{893C9806-F5AC-6349-A4D1-DD5B6B9B36D1}" srcOrd="4" destOrd="0" presId="urn:microsoft.com/office/officeart/2016/7/layout/BasicLinearProcessNumbered"/>
    <dgm:cxn modelId="{BEF6A1B3-5363-AE4F-B636-3EE10163D5F9}" type="presParOf" srcId="{893C9806-F5AC-6349-A4D1-DD5B6B9B36D1}" destId="{8FABA55E-36EF-584B-9B25-935C9E820352}" srcOrd="0" destOrd="0" presId="urn:microsoft.com/office/officeart/2016/7/layout/BasicLinearProcessNumbered"/>
    <dgm:cxn modelId="{064FFB57-9D1D-6F40-9E06-392B0D1152EA}" type="presParOf" srcId="{893C9806-F5AC-6349-A4D1-DD5B6B9B36D1}" destId="{E5A32221-A195-334A-A980-C08B20416FD3}" srcOrd="1" destOrd="0" presId="urn:microsoft.com/office/officeart/2016/7/layout/BasicLinearProcessNumbered"/>
    <dgm:cxn modelId="{FC8ADDB7-4313-C648-B77B-432B3452C262}" type="presParOf" srcId="{893C9806-F5AC-6349-A4D1-DD5B6B9B36D1}" destId="{5E0FF61F-0CA2-724F-98FA-8EA12B137113}" srcOrd="2" destOrd="0" presId="urn:microsoft.com/office/officeart/2016/7/layout/BasicLinearProcessNumbered"/>
    <dgm:cxn modelId="{D99C3041-F235-5A41-9037-C7D804A0FAE9}" type="presParOf" srcId="{893C9806-F5AC-6349-A4D1-DD5B6B9B36D1}" destId="{32286301-FE5C-394B-91EB-B726B2551395}" srcOrd="3" destOrd="0" presId="urn:microsoft.com/office/officeart/2016/7/layout/BasicLinearProcessNumbered"/>
    <dgm:cxn modelId="{1FA2C45E-973F-FF4B-9D38-72CB7037CC0A}" type="presParOf" srcId="{138BC473-5B81-AF4E-88FE-28ADCF77304A}" destId="{2DBCB23A-7A2C-2649-AB4A-3E41F88A29DC}" srcOrd="5" destOrd="0" presId="urn:microsoft.com/office/officeart/2016/7/layout/BasicLinearProcessNumbered"/>
    <dgm:cxn modelId="{53BF72C4-74E6-9241-9DD0-C3BFA072B3E5}" type="presParOf" srcId="{138BC473-5B81-AF4E-88FE-28ADCF77304A}" destId="{4464A120-A7B0-7641-908C-3272AC0E304B}" srcOrd="6" destOrd="0" presId="urn:microsoft.com/office/officeart/2016/7/layout/BasicLinearProcessNumbered"/>
    <dgm:cxn modelId="{3360D19A-E5A1-B74A-8350-A2AE27908549}" type="presParOf" srcId="{4464A120-A7B0-7641-908C-3272AC0E304B}" destId="{89D32ABF-6D4A-DD4C-A442-B6F06EE1496E}" srcOrd="0" destOrd="0" presId="urn:microsoft.com/office/officeart/2016/7/layout/BasicLinearProcessNumbered"/>
    <dgm:cxn modelId="{5EFFD650-0F3F-B04D-A264-BD4DEAC6C088}" type="presParOf" srcId="{4464A120-A7B0-7641-908C-3272AC0E304B}" destId="{E41F1048-DE92-024E-8D04-A982E5EFEADE}" srcOrd="1" destOrd="0" presId="urn:microsoft.com/office/officeart/2016/7/layout/BasicLinearProcessNumbered"/>
    <dgm:cxn modelId="{0688C0EA-2C6C-BC4C-8A84-2153AED949B7}" type="presParOf" srcId="{4464A120-A7B0-7641-908C-3272AC0E304B}" destId="{E3EE1ABE-69C9-954D-BF17-FF33808B5283}" srcOrd="2" destOrd="0" presId="urn:microsoft.com/office/officeart/2016/7/layout/BasicLinearProcessNumbered"/>
    <dgm:cxn modelId="{BAFA7FCE-D09F-EB40-9AE5-53DBCD37947D}" type="presParOf" srcId="{4464A120-A7B0-7641-908C-3272AC0E304B}" destId="{67D77BF1-C3DF-944B-AD78-5CB05777840A}" srcOrd="3" destOrd="0" presId="urn:microsoft.com/office/officeart/2016/7/layout/BasicLinearProcessNumbered"/>
    <dgm:cxn modelId="{ED4C8A54-ED12-7E4A-A0C4-BDACC0BEC696}" type="presParOf" srcId="{138BC473-5B81-AF4E-88FE-28ADCF77304A}" destId="{963F99EC-9DFE-2A41-AF94-A1D706C70A14}" srcOrd="7" destOrd="0" presId="urn:microsoft.com/office/officeart/2016/7/layout/BasicLinearProcessNumbered"/>
    <dgm:cxn modelId="{C8DABE4A-E47E-BD4E-940D-7A190373E871}" type="presParOf" srcId="{138BC473-5B81-AF4E-88FE-28ADCF77304A}" destId="{12B3D550-CCBA-A841-B75D-FCA398F30308}" srcOrd="8" destOrd="0" presId="urn:microsoft.com/office/officeart/2016/7/layout/BasicLinearProcessNumbered"/>
    <dgm:cxn modelId="{F16B8051-EF04-8945-85A3-F84335203A0D}" type="presParOf" srcId="{12B3D550-CCBA-A841-B75D-FCA398F30308}" destId="{DDEC3CBE-0ED0-0248-B375-CF10D68129C4}" srcOrd="0" destOrd="0" presId="urn:microsoft.com/office/officeart/2016/7/layout/BasicLinearProcessNumbered"/>
    <dgm:cxn modelId="{276F6947-66EC-114B-9DC2-8458129AB306}" type="presParOf" srcId="{12B3D550-CCBA-A841-B75D-FCA398F30308}" destId="{E8049B7B-4C52-5A49-9685-6D8525AE691A}" srcOrd="1" destOrd="0" presId="urn:microsoft.com/office/officeart/2016/7/layout/BasicLinearProcessNumbered"/>
    <dgm:cxn modelId="{45659C3B-F49A-8449-8898-240335B91E05}" type="presParOf" srcId="{12B3D550-CCBA-A841-B75D-FCA398F30308}" destId="{E2C78630-8965-E448-AA77-28CD0E722F53}" srcOrd="2" destOrd="0" presId="urn:microsoft.com/office/officeart/2016/7/layout/BasicLinearProcessNumbered"/>
    <dgm:cxn modelId="{D2527663-8DA0-334F-BAB3-E00257D71225}" type="presParOf" srcId="{12B3D550-CCBA-A841-B75D-FCA398F30308}" destId="{DA54F5BE-C077-704F-8D50-5B8C248BDCE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0F836C-65F7-4381-AD15-C1BCC1C2065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6E9CDCE-4899-40A8-93EF-8012FE147A93}">
      <dgm:prSet custT="1"/>
      <dgm:spPr/>
      <dgm:t>
        <a:bodyPr/>
        <a:lstStyle/>
        <a:p>
          <a:r>
            <a:rPr lang="en" sz="2000" i="1"/>
            <a:t>Software as a Service </a:t>
          </a:r>
          <a:r>
            <a:rPr lang="en" sz="2000"/>
            <a:t>(SaaS)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E1DAFB-189A-4087-AB93-8A9B9D28F46D}" type="parTrans" cxnId="{4C7474D4-CF20-4B6E-8B55-47FE0FB83E15}">
      <dgm:prSet/>
      <dgm:spPr/>
      <dgm:t>
        <a:bodyPr/>
        <a:lstStyle/>
        <a:p>
          <a:endParaRPr lang="en-US"/>
        </a:p>
      </dgm:t>
    </dgm:pt>
    <dgm:pt modelId="{A39FAF36-82D6-4F04-A332-5AB97C46A7C2}" type="sibTrans" cxnId="{4C7474D4-CF20-4B6E-8B55-47FE0FB83E1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62E4B24-B2A7-4E3F-9DFA-6E82334AA347}">
      <dgm:prSet custT="1"/>
      <dgm:spPr/>
      <dgm:t>
        <a:bodyPr/>
        <a:lstStyle/>
        <a:p>
          <a:r>
            <a:rPr lang="en" sz="2000" i="1"/>
            <a:t>Platform as a Service </a:t>
          </a:r>
          <a:r>
            <a:rPr lang="en" sz="2000"/>
            <a:t>(PaaS)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A328E9-6CE1-47E3-8726-CA37E659D32C}" type="parTrans" cxnId="{961E3E70-FFA0-48F6-82C6-79A06B0CCD44}">
      <dgm:prSet/>
      <dgm:spPr/>
      <dgm:t>
        <a:bodyPr/>
        <a:lstStyle/>
        <a:p>
          <a:endParaRPr lang="en-US"/>
        </a:p>
      </dgm:t>
    </dgm:pt>
    <dgm:pt modelId="{A503E2DF-ADCD-44F8-A570-7058C3DE924A}" type="sibTrans" cxnId="{961E3E70-FFA0-48F6-82C6-79A06B0CCD4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56FCEA1-BFC1-4184-907A-1CD3DAEB1D31}">
      <dgm:prSet custT="1"/>
      <dgm:spPr/>
      <dgm:t>
        <a:bodyPr/>
        <a:lstStyle/>
        <a:p>
          <a:r>
            <a:rPr lang="en" sz="2000" i="1"/>
            <a:t>Infrastructure as a Service </a:t>
          </a:r>
          <a:r>
            <a:rPr lang="en" sz="2000"/>
            <a:t>(IaaS)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AC5562-5596-426B-9EC6-3EEB4538E2FA}" type="parTrans" cxnId="{41177F9C-7087-41BF-AAF3-74613F24E91D}">
      <dgm:prSet/>
      <dgm:spPr/>
      <dgm:t>
        <a:bodyPr/>
        <a:lstStyle/>
        <a:p>
          <a:endParaRPr lang="en-US"/>
        </a:p>
      </dgm:t>
    </dgm:pt>
    <dgm:pt modelId="{C926380D-481E-4911-BAFF-025DFC71770F}" type="sibTrans" cxnId="{41177F9C-7087-41BF-AAF3-74613F24E91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9F197F0-ED64-443E-82AE-EDF761E0B300}">
      <dgm:prSet custT="1"/>
      <dgm:spPr/>
      <dgm:t>
        <a:bodyPr/>
        <a:lstStyle/>
        <a:p>
          <a:r>
            <a:rPr lang="en" sz="2000" i="1"/>
            <a:t>Data storage as a Service </a:t>
          </a:r>
          <a:r>
            <a:rPr lang="en" sz="2000"/>
            <a:t>(</a:t>
          </a:r>
          <a:r>
            <a:rPr lang="en" sz="2000" err="1"/>
            <a:t>DaaS</a:t>
          </a:r>
          <a:r>
            <a:rPr lang="en" sz="2000"/>
            <a:t>)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E301E6-0738-480E-9EFA-BADB6B68A82C}" type="parTrans" cxnId="{565992F1-A946-4E56-B229-579AC89F7712}">
      <dgm:prSet/>
      <dgm:spPr/>
      <dgm:t>
        <a:bodyPr/>
        <a:lstStyle/>
        <a:p>
          <a:endParaRPr lang="en-US"/>
        </a:p>
      </dgm:t>
    </dgm:pt>
    <dgm:pt modelId="{0545938E-21E3-4704-8150-54C17528FF12}" type="sibTrans" cxnId="{565992F1-A946-4E56-B229-579AC89F771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38BC473-5B81-AF4E-88FE-28ADCF77304A}" type="pres">
      <dgm:prSet presAssocID="{B20F836C-65F7-4381-AD15-C1BCC1C2065E}" presName="Name0" presStyleCnt="0">
        <dgm:presLayoutVars>
          <dgm:animLvl val="lvl"/>
          <dgm:resizeHandles val="exact"/>
        </dgm:presLayoutVars>
      </dgm:prSet>
      <dgm:spPr/>
    </dgm:pt>
    <dgm:pt modelId="{9941EB8A-5A17-0843-B8B1-915DACF716B5}" type="pres">
      <dgm:prSet presAssocID="{46E9CDCE-4899-40A8-93EF-8012FE147A93}" presName="compositeNode" presStyleCnt="0">
        <dgm:presLayoutVars>
          <dgm:bulletEnabled val="1"/>
        </dgm:presLayoutVars>
      </dgm:prSet>
      <dgm:spPr/>
    </dgm:pt>
    <dgm:pt modelId="{D3BC0400-D80E-0B4B-ACD3-7BDE07932058}" type="pres">
      <dgm:prSet presAssocID="{46E9CDCE-4899-40A8-93EF-8012FE147A93}" presName="bgRect" presStyleLbl="bgAccFollowNode1" presStyleIdx="0" presStyleCnt="4"/>
      <dgm:spPr/>
    </dgm:pt>
    <dgm:pt modelId="{3FF58E7B-4100-B447-BB12-C5A921B16C71}" type="pres">
      <dgm:prSet presAssocID="{A39FAF36-82D6-4F04-A332-5AB97C46A7C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EC7507DD-9477-0847-BE7D-24169F264653}" type="pres">
      <dgm:prSet presAssocID="{46E9CDCE-4899-40A8-93EF-8012FE147A93}" presName="bottomLine" presStyleLbl="alignNode1" presStyleIdx="1" presStyleCnt="8">
        <dgm:presLayoutVars/>
      </dgm:prSet>
      <dgm:spPr/>
    </dgm:pt>
    <dgm:pt modelId="{B63C713A-5627-4D49-AE4D-0A0C60A350B6}" type="pres">
      <dgm:prSet presAssocID="{46E9CDCE-4899-40A8-93EF-8012FE147A93}" presName="nodeText" presStyleLbl="bgAccFollowNode1" presStyleIdx="0" presStyleCnt="4">
        <dgm:presLayoutVars>
          <dgm:bulletEnabled val="1"/>
        </dgm:presLayoutVars>
      </dgm:prSet>
      <dgm:spPr/>
    </dgm:pt>
    <dgm:pt modelId="{CA2EC866-EBAB-2149-9CD2-F6909D5BB04F}" type="pres">
      <dgm:prSet presAssocID="{A39FAF36-82D6-4F04-A332-5AB97C46A7C2}" presName="sibTrans" presStyleCnt="0"/>
      <dgm:spPr/>
    </dgm:pt>
    <dgm:pt modelId="{33E5EDB4-5DE9-1345-BB11-6462F924A786}" type="pres">
      <dgm:prSet presAssocID="{162E4B24-B2A7-4E3F-9DFA-6E82334AA347}" presName="compositeNode" presStyleCnt="0">
        <dgm:presLayoutVars>
          <dgm:bulletEnabled val="1"/>
        </dgm:presLayoutVars>
      </dgm:prSet>
      <dgm:spPr/>
    </dgm:pt>
    <dgm:pt modelId="{5AB4B98B-4E1F-974D-B28E-35F95B072961}" type="pres">
      <dgm:prSet presAssocID="{162E4B24-B2A7-4E3F-9DFA-6E82334AA347}" presName="bgRect" presStyleLbl="bgAccFollowNode1" presStyleIdx="1" presStyleCnt="4"/>
      <dgm:spPr/>
    </dgm:pt>
    <dgm:pt modelId="{8866A551-82F1-D549-935E-13022328C48C}" type="pres">
      <dgm:prSet presAssocID="{A503E2DF-ADCD-44F8-A570-7058C3DE924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C523328C-36FB-1B41-A578-7CFDD5E3029B}" type="pres">
      <dgm:prSet presAssocID="{162E4B24-B2A7-4E3F-9DFA-6E82334AA347}" presName="bottomLine" presStyleLbl="alignNode1" presStyleIdx="3" presStyleCnt="8">
        <dgm:presLayoutVars/>
      </dgm:prSet>
      <dgm:spPr/>
    </dgm:pt>
    <dgm:pt modelId="{CE4F81E7-AE24-AA4B-97B9-E8231D687BC5}" type="pres">
      <dgm:prSet presAssocID="{162E4B24-B2A7-4E3F-9DFA-6E82334AA347}" presName="nodeText" presStyleLbl="bgAccFollowNode1" presStyleIdx="1" presStyleCnt="4">
        <dgm:presLayoutVars>
          <dgm:bulletEnabled val="1"/>
        </dgm:presLayoutVars>
      </dgm:prSet>
      <dgm:spPr/>
    </dgm:pt>
    <dgm:pt modelId="{6F81412B-04FD-9F47-AEA3-2C90F2221D35}" type="pres">
      <dgm:prSet presAssocID="{A503E2DF-ADCD-44F8-A570-7058C3DE924A}" presName="sibTrans" presStyleCnt="0"/>
      <dgm:spPr/>
    </dgm:pt>
    <dgm:pt modelId="{893C9806-F5AC-6349-A4D1-DD5B6B9B36D1}" type="pres">
      <dgm:prSet presAssocID="{056FCEA1-BFC1-4184-907A-1CD3DAEB1D31}" presName="compositeNode" presStyleCnt="0">
        <dgm:presLayoutVars>
          <dgm:bulletEnabled val="1"/>
        </dgm:presLayoutVars>
      </dgm:prSet>
      <dgm:spPr/>
    </dgm:pt>
    <dgm:pt modelId="{8FABA55E-36EF-584B-9B25-935C9E820352}" type="pres">
      <dgm:prSet presAssocID="{056FCEA1-BFC1-4184-907A-1CD3DAEB1D31}" presName="bgRect" presStyleLbl="bgAccFollowNode1" presStyleIdx="2" presStyleCnt="4"/>
      <dgm:spPr/>
    </dgm:pt>
    <dgm:pt modelId="{E5A32221-A195-334A-A980-C08B20416FD3}" type="pres">
      <dgm:prSet presAssocID="{C926380D-481E-4911-BAFF-025DFC71770F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5E0FF61F-0CA2-724F-98FA-8EA12B137113}" type="pres">
      <dgm:prSet presAssocID="{056FCEA1-BFC1-4184-907A-1CD3DAEB1D31}" presName="bottomLine" presStyleLbl="alignNode1" presStyleIdx="5" presStyleCnt="8">
        <dgm:presLayoutVars/>
      </dgm:prSet>
      <dgm:spPr/>
    </dgm:pt>
    <dgm:pt modelId="{32286301-FE5C-394B-91EB-B726B2551395}" type="pres">
      <dgm:prSet presAssocID="{056FCEA1-BFC1-4184-907A-1CD3DAEB1D31}" presName="nodeText" presStyleLbl="bgAccFollowNode1" presStyleIdx="2" presStyleCnt="4">
        <dgm:presLayoutVars>
          <dgm:bulletEnabled val="1"/>
        </dgm:presLayoutVars>
      </dgm:prSet>
      <dgm:spPr/>
    </dgm:pt>
    <dgm:pt modelId="{2DBCB23A-7A2C-2649-AB4A-3E41F88A29DC}" type="pres">
      <dgm:prSet presAssocID="{C926380D-481E-4911-BAFF-025DFC71770F}" presName="sibTrans" presStyleCnt="0"/>
      <dgm:spPr/>
    </dgm:pt>
    <dgm:pt modelId="{4464A120-A7B0-7641-908C-3272AC0E304B}" type="pres">
      <dgm:prSet presAssocID="{99F197F0-ED64-443E-82AE-EDF761E0B300}" presName="compositeNode" presStyleCnt="0">
        <dgm:presLayoutVars>
          <dgm:bulletEnabled val="1"/>
        </dgm:presLayoutVars>
      </dgm:prSet>
      <dgm:spPr/>
    </dgm:pt>
    <dgm:pt modelId="{89D32ABF-6D4A-DD4C-A442-B6F06EE1496E}" type="pres">
      <dgm:prSet presAssocID="{99F197F0-ED64-443E-82AE-EDF761E0B300}" presName="bgRect" presStyleLbl="bgAccFollowNode1" presStyleIdx="3" presStyleCnt="4"/>
      <dgm:spPr/>
    </dgm:pt>
    <dgm:pt modelId="{E41F1048-DE92-024E-8D04-A982E5EFEADE}" type="pres">
      <dgm:prSet presAssocID="{0545938E-21E3-4704-8150-54C17528FF12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3EE1ABE-69C9-954D-BF17-FF33808B5283}" type="pres">
      <dgm:prSet presAssocID="{99F197F0-ED64-443E-82AE-EDF761E0B300}" presName="bottomLine" presStyleLbl="alignNode1" presStyleIdx="7" presStyleCnt="8">
        <dgm:presLayoutVars/>
      </dgm:prSet>
      <dgm:spPr/>
    </dgm:pt>
    <dgm:pt modelId="{67D77BF1-C3DF-944B-AD78-5CB05777840A}" type="pres">
      <dgm:prSet presAssocID="{99F197F0-ED64-443E-82AE-EDF761E0B300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A4C5300F-6FD6-6644-B444-1324A7634539}" type="presOf" srcId="{0545938E-21E3-4704-8150-54C17528FF12}" destId="{E41F1048-DE92-024E-8D04-A982E5EFEADE}" srcOrd="0" destOrd="0" presId="urn:microsoft.com/office/officeart/2016/7/layout/BasicLinearProcessNumbered"/>
    <dgm:cxn modelId="{5668602E-C280-CD48-BFA8-FDFACF23D0F1}" type="presOf" srcId="{A503E2DF-ADCD-44F8-A570-7058C3DE924A}" destId="{8866A551-82F1-D549-935E-13022328C48C}" srcOrd="0" destOrd="0" presId="urn:microsoft.com/office/officeart/2016/7/layout/BasicLinearProcessNumbered"/>
    <dgm:cxn modelId="{AA3EA136-AC10-754C-A388-90FE0540E3D0}" type="presOf" srcId="{46E9CDCE-4899-40A8-93EF-8012FE147A93}" destId="{B63C713A-5627-4D49-AE4D-0A0C60A350B6}" srcOrd="1" destOrd="0" presId="urn:microsoft.com/office/officeart/2016/7/layout/BasicLinearProcessNumbered"/>
    <dgm:cxn modelId="{77312062-6B6F-0246-877A-3C32EEB3673B}" type="presOf" srcId="{B20F836C-65F7-4381-AD15-C1BCC1C2065E}" destId="{138BC473-5B81-AF4E-88FE-28ADCF77304A}" srcOrd="0" destOrd="0" presId="urn:microsoft.com/office/officeart/2016/7/layout/BasicLinearProcessNumbered"/>
    <dgm:cxn modelId="{B64F3964-E43A-314B-8454-B1ECADA3D0F3}" type="presOf" srcId="{46E9CDCE-4899-40A8-93EF-8012FE147A93}" destId="{D3BC0400-D80E-0B4B-ACD3-7BDE07932058}" srcOrd="0" destOrd="0" presId="urn:microsoft.com/office/officeart/2016/7/layout/BasicLinearProcessNumbered"/>
    <dgm:cxn modelId="{B131894B-C743-9E4C-8580-DCEC255F9D65}" type="presOf" srcId="{056FCEA1-BFC1-4184-907A-1CD3DAEB1D31}" destId="{32286301-FE5C-394B-91EB-B726B2551395}" srcOrd="1" destOrd="0" presId="urn:microsoft.com/office/officeart/2016/7/layout/BasicLinearProcessNumbered"/>
    <dgm:cxn modelId="{961E3E70-FFA0-48F6-82C6-79A06B0CCD44}" srcId="{B20F836C-65F7-4381-AD15-C1BCC1C2065E}" destId="{162E4B24-B2A7-4E3F-9DFA-6E82334AA347}" srcOrd="1" destOrd="0" parTransId="{7FA328E9-6CE1-47E3-8726-CA37E659D32C}" sibTransId="{A503E2DF-ADCD-44F8-A570-7058C3DE924A}"/>
    <dgm:cxn modelId="{BE9DB971-1452-6D45-86CD-8F2922DD568E}" type="presOf" srcId="{056FCEA1-BFC1-4184-907A-1CD3DAEB1D31}" destId="{8FABA55E-36EF-584B-9B25-935C9E820352}" srcOrd="0" destOrd="0" presId="urn:microsoft.com/office/officeart/2016/7/layout/BasicLinearProcessNumbered"/>
    <dgm:cxn modelId="{3297D384-539D-0946-805F-F874CC1F8137}" type="presOf" srcId="{99F197F0-ED64-443E-82AE-EDF761E0B300}" destId="{67D77BF1-C3DF-944B-AD78-5CB05777840A}" srcOrd="1" destOrd="0" presId="urn:microsoft.com/office/officeart/2016/7/layout/BasicLinearProcessNumbered"/>
    <dgm:cxn modelId="{41177F9C-7087-41BF-AAF3-74613F24E91D}" srcId="{B20F836C-65F7-4381-AD15-C1BCC1C2065E}" destId="{056FCEA1-BFC1-4184-907A-1CD3DAEB1D31}" srcOrd="2" destOrd="0" parTransId="{2DAC5562-5596-426B-9EC6-3EEB4538E2FA}" sibTransId="{C926380D-481E-4911-BAFF-025DFC71770F}"/>
    <dgm:cxn modelId="{1BC8D4C1-1AE7-BB4A-B3EB-B53BAB5F4CDD}" type="presOf" srcId="{A39FAF36-82D6-4F04-A332-5AB97C46A7C2}" destId="{3FF58E7B-4100-B447-BB12-C5A921B16C71}" srcOrd="0" destOrd="0" presId="urn:microsoft.com/office/officeart/2016/7/layout/BasicLinearProcessNumbered"/>
    <dgm:cxn modelId="{4C7474D4-CF20-4B6E-8B55-47FE0FB83E15}" srcId="{B20F836C-65F7-4381-AD15-C1BCC1C2065E}" destId="{46E9CDCE-4899-40A8-93EF-8012FE147A93}" srcOrd="0" destOrd="0" parTransId="{B1E1DAFB-189A-4087-AB93-8A9B9D28F46D}" sibTransId="{A39FAF36-82D6-4F04-A332-5AB97C46A7C2}"/>
    <dgm:cxn modelId="{54E371D5-24A7-2F41-A5D6-A569201C0AD9}" type="presOf" srcId="{99F197F0-ED64-443E-82AE-EDF761E0B300}" destId="{89D32ABF-6D4A-DD4C-A442-B6F06EE1496E}" srcOrd="0" destOrd="0" presId="urn:microsoft.com/office/officeart/2016/7/layout/BasicLinearProcessNumbered"/>
    <dgm:cxn modelId="{55B44EDC-F7D9-AB4B-8B92-D5EA0D2C5106}" type="presOf" srcId="{162E4B24-B2A7-4E3F-9DFA-6E82334AA347}" destId="{CE4F81E7-AE24-AA4B-97B9-E8231D687BC5}" srcOrd="1" destOrd="0" presId="urn:microsoft.com/office/officeart/2016/7/layout/BasicLinearProcessNumbered"/>
    <dgm:cxn modelId="{DC8A00E7-0CAE-314D-B374-2F0EBFBC5D39}" type="presOf" srcId="{C926380D-481E-4911-BAFF-025DFC71770F}" destId="{E5A32221-A195-334A-A980-C08B20416FD3}" srcOrd="0" destOrd="0" presId="urn:microsoft.com/office/officeart/2016/7/layout/BasicLinearProcessNumbered"/>
    <dgm:cxn modelId="{F9CF27E8-6F29-AF4D-B19C-9478F3D552C2}" type="presOf" srcId="{162E4B24-B2A7-4E3F-9DFA-6E82334AA347}" destId="{5AB4B98B-4E1F-974D-B28E-35F95B072961}" srcOrd="0" destOrd="0" presId="urn:microsoft.com/office/officeart/2016/7/layout/BasicLinearProcessNumbered"/>
    <dgm:cxn modelId="{565992F1-A946-4E56-B229-579AC89F7712}" srcId="{B20F836C-65F7-4381-AD15-C1BCC1C2065E}" destId="{99F197F0-ED64-443E-82AE-EDF761E0B300}" srcOrd="3" destOrd="0" parTransId="{10E301E6-0738-480E-9EFA-BADB6B68A82C}" sibTransId="{0545938E-21E3-4704-8150-54C17528FF12}"/>
    <dgm:cxn modelId="{84A02B82-CDE8-954D-A16E-E41203A44220}" type="presParOf" srcId="{138BC473-5B81-AF4E-88FE-28ADCF77304A}" destId="{9941EB8A-5A17-0843-B8B1-915DACF716B5}" srcOrd="0" destOrd="0" presId="urn:microsoft.com/office/officeart/2016/7/layout/BasicLinearProcessNumbered"/>
    <dgm:cxn modelId="{37093DA9-A28D-D348-BFAD-A8AE684A5BD2}" type="presParOf" srcId="{9941EB8A-5A17-0843-B8B1-915DACF716B5}" destId="{D3BC0400-D80E-0B4B-ACD3-7BDE07932058}" srcOrd="0" destOrd="0" presId="urn:microsoft.com/office/officeart/2016/7/layout/BasicLinearProcessNumbered"/>
    <dgm:cxn modelId="{CBEFD5AB-222B-FA4A-810B-6D27188EF9C0}" type="presParOf" srcId="{9941EB8A-5A17-0843-B8B1-915DACF716B5}" destId="{3FF58E7B-4100-B447-BB12-C5A921B16C71}" srcOrd="1" destOrd="0" presId="urn:microsoft.com/office/officeart/2016/7/layout/BasicLinearProcessNumbered"/>
    <dgm:cxn modelId="{BCC3CB15-5879-594B-A526-377A7EEE5B97}" type="presParOf" srcId="{9941EB8A-5A17-0843-B8B1-915DACF716B5}" destId="{EC7507DD-9477-0847-BE7D-24169F264653}" srcOrd="2" destOrd="0" presId="urn:microsoft.com/office/officeart/2016/7/layout/BasicLinearProcessNumbered"/>
    <dgm:cxn modelId="{4F8B5898-F0D7-4C48-80EF-1A745F7A3C32}" type="presParOf" srcId="{9941EB8A-5A17-0843-B8B1-915DACF716B5}" destId="{B63C713A-5627-4D49-AE4D-0A0C60A350B6}" srcOrd="3" destOrd="0" presId="urn:microsoft.com/office/officeart/2016/7/layout/BasicLinearProcessNumbered"/>
    <dgm:cxn modelId="{AFDB3D2E-5784-C249-8D36-CCE26DB84FB3}" type="presParOf" srcId="{138BC473-5B81-AF4E-88FE-28ADCF77304A}" destId="{CA2EC866-EBAB-2149-9CD2-F6909D5BB04F}" srcOrd="1" destOrd="0" presId="urn:microsoft.com/office/officeart/2016/7/layout/BasicLinearProcessNumbered"/>
    <dgm:cxn modelId="{9F917DA4-6EE4-8D41-AA21-C825A90FF43E}" type="presParOf" srcId="{138BC473-5B81-AF4E-88FE-28ADCF77304A}" destId="{33E5EDB4-5DE9-1345-BB11-6462F924A786}" srcOrd="2" destOrd="0" presId="urn:microsoft.com/office/officeart/2016/7/layout/BasicLinearProcessNumbered"/>
    <dgm:cxn modelId="{4C30311F-9EFD-6640-9D81-3ED8B550C09E}" type="presParOf" srcId="{33E5EDB4-5DE9-1345-BB11-6462F924A786}" destId="{5AB4B98B-4E1F-974D-B28E-35F95B072961}" srcOrd="0" destOrd="0" presId="urn:microsoft.com/office/officeart/2016/7/layout/BasicLinearProcessNumbered"/>
    <dgm:cxn modelId="{0E904C86-C6A8-5942-A478-0A726934E28B}" type="presParOf" srcId="{33E5EDB4-5DE9-1345-BB11-6462F924A786}" destId="{8866A551-82F1-D549-935E-13022328C48C}" srcOrd="1" destOrd="0" presId="urn:microsoft.com/office/officeart/2016/7/layout/BasicLinearProcessNumbered"/>
    <dgm:cxn modelId="{6DFEABAD-4E06-A94E-8735-7B4C59D91D4A}" type="presParOf" srcId="{33E5EDB4-5DE9-1345-BB11-6462F924A786}" destId="{C523328C-36FB-1B41-A578-7CFDD5E3029B}" srcOrd="2" destOrd="0" presId="urn:microsoft.com/office/officeart/2016/7/layout/BasicLinearProcessNumbered"/>
    <dgm:cxn modelId="{F8BCC46D-3AFD-D440-9C87-7DCBBF75776D}" type="presParOf" srcId="{33E5EDB4-5DE9-1345-BB11-6462F924A786}" destId="{CE4F81E7-AE24-AA4B-97B9-E8231D687BC5}" srcOrd="3" destOrd="0" presId="urn:microsoft.com/office/officeart/2016/7/layout/BasicLinearProcessNumbered"/>
    <dgm:cxn modelId="{DBDA682D-DB9A-9A4E-82F3-3069FE730288}" type="presParOf" srcId="{138BC473-5B81-AF4E-88FE-28ADCF77304A}" destId="{6F81412B-04FD-9F47-AEA3-2C90F2221D35}" srcOrd="3" destOrd="0" presId="urn:microsoft.com/office/officeart/2016/7/layout/BasicLinearProcessNumbered"/>
    <dgm:cxn modelId="{5F83E508-5424-9D44-8912-7C7B3C1F66CB}" type="presParOf" srcId="{138BC473-5B81-AF4E-88FE-28ADCF77304A}" destId="{893C9806-F5AC-6349-A4D1-DD5B6B9B36D1}" srcOrd="4" destOrd="0" presId="urn:microsoft.com/office/officeart/2016/7/layout/BasicLinearProcessNumbered"/>
    <dgm:cxn modelId="{BEF6A1B3-5363-AE4F-B636-3EE10163D5F9}" type="presParOf" srcId="{893C9806-F5AC-6349-A4D1-DD5B6B9B36D1}" destId="{8FABA55E-36EF-584B-9B25-935C9E820352}" srcOrd="0" destOrd="0" presId="urn:microsoft.com/office/officeart/2016/7/layout/BasicLinearProcessNumbered"/>
    <dgm:cxn modelId="{064FFB57-9D1D-6F40-9E06-392B0D1152EA}" type="presParOf" srcId="{893C9806-F5AC-6349-A4D1-DD5B6B9B36D1}" destId="{E5A32221-A195-334A-A980-C08B20416FD3}" srcOrd="1" destOrd="0" presId="urn:microsoft.com/office/officeart/2016/7/layout/BasicLinearProcessNumbered"/>
    <dgm:cxn modelId="{FC8ADDB7-4313-C648-B77B-432B3452C262}" type="presParOf" srcId="{893C9806-F5AC-6349-A4D1-DD5B6B9B36D1}" destId="{5E0FF61F-0CA2-724F-98FA-8EA12B137113}" srcOrd="2" destOrd="0" presId="urn:microsoft.com/office/officeart/2016/7/layout/BasicLinearProcessNumbered"/>
    <dgm:cxn modelId="{D99C3041-F235-5A41-9037-C7D804A0FAE9}" type="presParOf" srcId="{893C9806-F5AC-6349-A4D1-DD5B6B9B36D1}" destId="{32286301-FE5C-394B-91EB-B726B2551395}" srcOrd="3" destOrd="0" presId="urn:microsoft.com/office/officeart/2016/7/layout/BasicLinearProcessNumbered"/>
    <dgm:cxn modelId="{1FA2C45E-973F-FF4B-9D38-72CB7037CC0A}" type="presParOf" srcId="{138BC473-5B81-AF4E-88FE-28ADCF77304A}" destId="{2DBCB23A-7A2C-2649-AB4A-3E41F88A29DC}" srcOrd="5" destOrd="0" presId="urn:microsoft.com/office/officeart/2016/7/layout/BasicLinearProcessNumbered"/>
    <dgm:cxn modelId="{53BF72C4-74E6-9241-9DD0-C3BFA072B3E5}" type="presParOf" srcId="{138BC473-5B81-AF4E-88FE-28ADCF77304A}" destId="{4464A120-A7B0-7641-908C-3272AC0E304B}" srcOrd="6" destOrd="0" presId="urn:microsoft.com/office/officeart/2016/7/layout/BasicLinearProcessNumbered"/>
    <dgm:cxn modelId="{3360D19A-E5A1-B74A-8350-A2AE27908549}" type="presParOf" srcId="{4464A120-A7B0-7641-908C-3272AC0E304B}" destId="{89D32ABF-6D4A-DD4C-A442-B6F06EE1496E}" srcOrd="0" destOrd="0" presId="urn:microsoft.com/office/officeart/2016/7/layout/BasicLinearProcessNumbered"/>
    <dgm:cxn modelId="{5EFFD650-0F3F-B04D-A264-BD4DEAC6C088}" type="presParOf" srcId="{4464A120-A7B0-7641-908C-3272AC0E304B}" destId="{E41F1048-DE92-024E-8D04-A982E5EFEADE}" srcOrd="1" destOrd="0" presId="urn:microsoft.com/office/officeart/2016/7/layout/BasicLinearProcessNumbered"/>
    <dgm:cxn modelId="{0688C0EA-2C6C-BC4C-8A84-2153AED949B7}" type="presParOf" srcId="{4464A120-A7B0-7641-908C-3272AC0E304B}" destId="{E3EE1ABE-69C9-954D-BF17-FF33808B5283}" srcOrd="2" destOrd="0" presId="urn:microsoft.com/office/officeart/2016/7/layout/BasicLinearProcessNumbered"/>
    <dgm:cxn modelId="{BAFA7FCE-D09F-EB40-9AE5-53DBCD37947D}" type="presParOf" srcId="{4464A120-A7B0-7641-908C-3272AC0E304B}" destId="{67D77BF1-C3DF-944B-AD78-5CB05777840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20F836C-65F7-4381-AD15-C1BCC1C2065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6E9CDCE-4899-40A8-93EF-8012FE147A93}">
      <dgm:prSet custT="1"/>
      <dgm:spPr/>
      <dgm:t>
        <a:bodyPr/>
        <a:lstStyle/>
        <a:p>
          <a:r>
            <a:rPr lang="en" sz="2000" i="1"/>
            <a:t>Private cloud </a:t>
          </a:r>
          <a:r>
            <a:rPr lang="en" sz="2000"/>
            <a:t>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E1DAFB-189A-4087-AB93-8A9B9D28F46D}" type="parTrans" cxnId="{4C7474D4-CF20-4B6E-8B55-47FE0FB83E15}">
      <dgm:prSet/>
      <dgm:spPr/>
      <dgm:t>
        <a:bodyPr/>
        <a:lstStyle/>
        <a:p>
          <a:endParaRPr lang="en-US"/>
        </a:p>
      </dgm:t>
    </dgm:pt>
    <dgm:pt modelId="{A39FAF36-82D6-4F04-A332-5AB97C46A7C2}" type="sibTrans" cxnId="{4C7474D4-CF20-4B6E-8B55-47FE0FB83E1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62E4B24-B2A7-4E3F-9DFA-6E82334AA347}">
      <dgm:prSet custT="1"/>
      <dgm:spPr/>
      <dgm:t>
        <a:bodyPr/>
        <a:lstStyle/>
        <a:p>
          <a:r>
            <a:rPr lang="en" sz="2000" i="1"/>
            <a:t>Community cloud </a:t>
          </a:r>
          <a:r>
            <a:rPr lang="en" sz="2000"/>
            <a:t>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A328E9-6CE1-47E3-8726-CA37E659D32C}" type="parTrans" cxnId="{961E3E70-FFA0-48F6-82C6-79A06B0CCD44}">
      <dgm:prSet/>
      <dgm:spPr/>
      <dgm:t>
        <a:bodyPr/>
        <a:lstStyle/>
        <a:p>
          <a:endParaRPr lang="en-US"/>
        </a:p>
      </dgm:t>
    </dgm:pt>
    <dgm:pt modelId="{A503E2DF-ADCD-44F8-A570-7058C3DE924A}" type="sibTrans" cxnId="{961E3E70-FFA0-48F6-82C6-79A06B0CCD4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56FCEA1-BFC1-4184-907A-1CD3DAEB1D31}">
      <dgm:prSet custT="1"/>
      <dgm:spPr/>
      <dgm:t>
        <a:bodyPr/>
        <a:lstStyle/>
        <a:p>
          <a:r>
            <a:rPr lang="en" sz="2000" i="1"/>
            <a:t>Public cloud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AC5562-5596-426B-9EC6-3EEB4538E2FA}" type="parTrans" cxnId="{41177F9C-7087-41BF-AAF3-74613F24E91D}">
      <dgm:prSet/>
      <dgm:spPr/>
      <dgm:t>
        <a:bodyPr/>
        <a:lstStyle/>
        <a:p>
          <a:endParaRPr lang="en-US"/>
        </a:p>
      </dgm:t>
    </dgm:pt>
    <dgm:pt modelId="{C926380D-481E-4911-BAFF-025DFC71770F}" type="sibTrans" cxnId="{41177F9C-7087-41BF-AAF3-74613F24E91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9F197F0-ED64-443E-82AE-EDF761E0B300}">
      <dgm:prSet custT="1"/>
      <dgm:spPr/>
      <dgm:t>
        <a:bodyPr/>
        <a:lstStyle/>
        <a:p>
          <a:r>
            <a:rPr lang="en" sz="2000" i="1"/>
            <a:t>Hybrid cloud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E301E6-0738-480E-9EFA-BADB6B68A82C}" type="parTrans" cxnId="{565992F1-A946-4E56-B229-579AC89F7712}">
      <dgm:prSet/>
      <dgm:spPr/>
      <dgm:t>
        <a:bodyPr/>
        <a:lstStyle/>
        <a:p>
          <a:endParaRPr lang="en-US"/>
        </a:p>
      </dgm:t>
    </dgm:pt>
    <dgm:pt modelId="{0545938E-21E3-4704-8150-54C17528FF12}" type="sibTrans" cxnId="{565992F1-A946-4E56-B229-579AC89F771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38BC473-5B81-AF4E-88FE-28ADCF77304A}" type="pres">
      <dgm:prSet presAssocID="{B20F836C-65F7-4381-AD15-C1BCC1C2065E}" presName="Name0" presStyleCnt="0">
        <dgm:presLayoutVars>
          <dgm:animLvl val="lvl"/>
          <dgm:resizeHandles val="exact"/>
        </dgm:presLayoutVars>
      </dgm:prSet>
      <dgm:spPr/>
    </dgm:pt>
    <dgm:pt modelId="{9941EB8A-5A17-0843-B8B1-915DACF716B5}" type="pres">
      <dgm:prSet presAssocID="{46E9CDCE-4899-40A8-93EF-8012FE147A93}" presName="compositeNode" presStyleCnt="0">
        <dgm:presLayoutVars>
          <dgm:bulletEnabled val="1"/>
        </dgm:presLayoutVars>
      </dgm:prSet>
      <dgm:spPr/>
    </dgm:pt>
    <dgm:pt modelId="{D3BC0400-D80E-0B4B-ACD3-7BDE07932058}" type="pres">
      <dgm:prSet presAssocID="{46E9CDCE-4899-40A8-93EF-8012FE147A93}" presName="bgRect" presStyleLbl="bgAccFollowNode1" presStyleIdx="0" presStyleCnt="4"/>
      <dgm:spPr/>
    </dgm:pt>
    <dgm:pt modelId="{3FF58E7B-4100-B447-BB12-C5A921B16C71}" type="pres">
      <dgm:prSet presAssocID="{A39FAF36-82D6-4F04-A332-5AB97C46A7C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EC7507DD-9477-0847-BE7D-24169F264653}" type="pres">
      <dgm:prSet presAssocID="{46E9CDCE-4899-40A8-93EF-8012FE147A93}" presName="bottomLine" presStyleLbl="alignNode1" presStyleIdx="1" presStyleCnt="8">
        <dgm:presLayoutVars/>
      </dgm:prSet>
      <dgm:spPr/>
    </dgm:pt>
    <dgm:pt modelId="{B63C713A-5627-4D49-AE4D-0A0C60A350B6}" type="pres">
      <dgm:prSet presAssocID="{46E9CDCE-4899-40A8-93EF-8012FE147A93}" presName="nodeText" presStyleLbl="bgAccFollowNode1" presStyleIdx="0" presStyleCnt="4">
        <dgm:presLayoutVars>
          <dgm:bulletEnabled val="1"/>
        </dgm:presLayoutVars>
      </dgm:prSet>
      <dgm:spPr/>
    </dgm:pt>
    <dgm:pt modelId="{CA2EC866-EBAB-2149-9CD2-F6909D5BB04F}" type="pres">
      <dgm:prSet presAssocID="{A39FAF36-82D6-4F04-A332-5AB97C46A7C2}" presName="sibTrans" presStyleCnt="0"/>
      <dgm:spPr/>
    </dgm:pt>
    <dgm:pt modelId="{33E5EDB4-5DE9-1345-BB11-6462F924A786}" type="pres">
      <dgm:prSet presAssocID="{162E4B24-B2A7-4E3F-9DFA-6E82334AA347}" presName="compositeNode" presStyleCnt="0">
        <dgm:presLayoutVars>
          <dgm:bulletEnabled val="1"/>
        </dgm:presLayoutVars>
      </dgm:prSet>
      <dgm:spPr/>
    </dgm:pt>
    <dgm:pt modelId="{5AB4B98B-4E1F-974D-B28E-35F95B072961}" type="pres">
      <dgm:prSet presAssocID="{162E4B24-B2A7-4E3F-9DFA-6E82334AA347}" presName="bgRect" presStyleLbl="bgAccFollowNode1" presStyleIdx="1" presStyleCnt="4"/>
      <dgm:spPr/>
    </dgm:pt>
    <dgm:pt modelId="{8866A551-82F1-D549-935E-13022328C48C}" type="pres">
      <dgm:prSet presAssocID="{A503E2DF-ADCD-44F8-A570-7058C3DE924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C523328C-36FB-1B41-A578-7CFDD5E3029B}" type="pres">
      <dgm:prSet presAssocID="{162E4B24-B2A7-4E3F-9DFA-6E82334AA347}" presName="bottomLine" presStyleLbl="alignNode1" presStyleIdx="3" presStyleCnt="8">
        <dgm:presLayoutVars/>
      </dgm:prSet>
      <dgm:spPr/>
    </dgm:pt>
    <dgm:pt modelId="{CE4F81E7-AE24-AA4B-97B9-E8231D687BC5}" type="pres">
      <dgm:prSet presAssocID="{162E4B24-B2A7-4E3F-9DFA-6E82334AA347}" presName="nodeText" presStyleLbl="bgAccFollowNode1" presStyleIdx="1" presStyleCnt="4">
        <dgm:presLayoutVars>
          <dgm:bulletEnabled val="1"/>
        </dgm:presLayoutVars>
      </dgm:prSet>
      <dgm:spPr/>
    </dgm:pt>
    <dgm:pt modelId="{6F81412B-04FD-9F47-AEA3-2C90F2221D35}" type="pres">
      <dgm:prSet presAssocID="{A503E2DF-ADCD-44F8-A570-7058C3DE924A}" presName="sibTrans" presStyleCnt="0"/>
      <dgm:spPr/>
    </dgm:pt>
    <dgm:pt modelId="{893C9806-F5AC-6349-A4D1-DD5B6B9B36D1}" type="pres">
      <dgm:prSet presAssocID="{056FCEA1-BFC1-4184-907A-1CD3DAEB1D31}" presName="compositeNode" presStyleCnt="0">
        <dgm:presLayoutVars>
          <dgm:bulletEnabled val="1"/>
        </dgm:presLayoutVars>
      </dgm:prSet>
      <dgm:spPr/>
    </dgm:pt>
    <dgm:pt modelId="{8FABA55E-36EF-584B-9B25-935C9E820352}" type="pres">
      <dgm:prSet presAssocID="{056FCEA1-BFC1-4184-907A-1CD3DAEB1D31}" presName="bgRect" presStyleLbl="bgAccFollowNode1" presStyleIdx="2" presStyleCnt="4"/>
      <dgm:spPr/>
    </dgm:pt>
    <dgm:pt modelId="{E5A32221-A195-334A-A980-C08B20416FD3}" type="pres">
      <dgm:prSet presAssocID="{C926380D-481E-4911-BAFF-025DFC71770F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5E0FF61F-0CA2-724F-98FA-8EA12B137113}" type="pres">
      <dgm:prSet presAssocID="{056FCEA1-BFC1-4184-907A-1CD3DAEB1D31}" presName="bottomLine" presStyleLbl="alignNode1" presStyleIdx="5" presStyleCnt="8">
        <dgm:presLayoutVars/>
      </dgm:prSet>
      <dgm:spPr/>
    </dgm:pt>
    <dgm:pt modelId="{32286301-FE5C-394B-91EB-B726B2551395}" type="pres">
      <dgm:prSet presAssocID="{056FCEA1-BFC1-4184-907A-1CD3DAEB1D31}" presName="nodeText" presStyleLbl="bgAccFollowNode1" presStyleIdx="2" presStyleCnt="4">
        <dgm:presLayoutVars>
          <dgm:bulletEnabled val="1"/>
        </dgm:presLayoutVars>
      </dgm:prSet>
      <dgm:spPr/>
    </dgm:pt>
    <dgm:pt modelId="{2DBCB23A-7A2C-2649-AB4A-3E41F88A29DC}" type="pres">
      <dgm:prSet presAssocID="{C926380D-481E-4911-BAFF-025DFC71770F}" presName="sibTrans" presStyleCnt="0"/>
      <dgm:spPr/>
    </dgm:pt>
    <dgm:pt modelId="{4464A120-A7B0-7641-908C-3272AC0E304B}" type="pres">
      <dgm:prSet presAssocID="{99F197F0-ED64-443E-82AE-EDF761E0B300}" presName="compositeNode" presStyleCnt="0">
        <dgm:presLayoutVars>
          <dgm:bulletEnabled val="1"/>
        </dgm:presLayoutVars>
      </dgm:prSet>
      <dgm:spPr/>
    </dgm:pt>
    <dgm:pt modelId="{89D32ABF-6D4A-DD4C-A442-B6F06EE1496E}" type="pres">
      <dgm:prSet presAssocID="{99F197F0-ED64-443E-82AE-EDF761E0B300}" presName="bgRect" presStyleLbl="bgAccFollowNode1" presStyleIdx="3" presStyleCnt="4"/>
      <dgm:spPr/>
    </dgm:pt>
    <dgm:pt modelId="{E41F1048-DE92-024E-8D04-A982E5EFEADE}" type="pres">
      <dgm:prSet presAssocID="{0545938E-21E3-4704-8150-54C17528FF12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3EE1ABE-69C9-954D-BF17-FF33808B5283}" type="pres">
      <dgm:prSet presAssocID="{99F197F0-ED64-443E-82AE-EDF761E0B300}" presName="bottomLine" presStyleLbl="alignNode1" presStyleIdx="7" presStyleCnt="8">
        <dgm:presLayoutVars/>
      </dgm:prSet>
      <dgm:spPr/>
    </dgm:pt>
    <dgm:pt modelId="{67D77BF1-C3DF-944B-AD78-5CB05777840A}" type="pres">
      <dgm:prSet presAssocID="{99F197F0-ED64-443E-82AE-EDF761E0B300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A4C5300F-6FD6-6644-B444-1324A7634539}" type="presOf" srcId="{0545938E-21E3-4704-8150-54C17528FF12}" destId="{E41F1048-DE92-024E-8D04-A982E5EFEADE}" srcOrd="0" destOrd="0" presId="urn:microsoft.com/office/officeart/2016/7/layout/BasicLinearProcessNumbered"/>
    <dgm:cxn modelId="{5668602E-C280-CD48-BFA8-FDFACF23D0F1}" type="presOf" srcId="{A503E2DF-ADCD-44F8-A570-7058C3DE924A}" destId="{8866A551-82F1-D549-935E-13022328C48C}" srcOrd="0" destOrd="0" presId="urn:microsoft.com/office/officeart/2016/7/layout/BasicLinearProcessNumbered"/>
    <dgm:cxn modelId="{AA3EA136-AC10-754C-A388-90FE0540E3D0}" type="presOf" srcId="{46E9CDCE-4899-40A8-93EF-8012FE147A93}" destId="{B63C713A-5627-4D49-AE4D-0A0C60A350B6}" srcOrd="1" destOrd="0" presId="urn:microsoft.com/office/officeart/2016/7/layout/BasicLinearProcessNumbered"/>
    <dgm:cxn modelId="{77312062-6B6F-0246-877A-3C32EEB3673B}" type="presOf" srcId="{B20F836C-65F7-4381-AD15-C1BCC1C2065E}" destId="{138BC473-5B81-AF4E-88FE-28ADCF77304A}" srcOrd="0" destOrd="0" presId="urn:microsoft.com/office/officeart/2016/7/layout/BasicLinearProcessNumbered"/>
    <dgm:cxn modelId="{B64F3964-E43A-314B-8454-B1ECADA3D0F3}" type="presOf" srcId="{46E9CDCE-4899-40A8-93EF-8012FE147A93}" destId="{D3BC0400-D80E-0B4B-ACD3-7BDE07932058}" srcOrd="0" destOrd="0" presId="urn:microsoft.com/office/officeart/2016/7/layout/BasicLinearProcessNumbered"/>
    <dgm:cxn modelId="{B131894B-C743-9E4C-8580-DCEC255F9D65}" type="presOf" srcId="{056FCEA1-BFC1-4184-907A-1CD3DAEB1D31}" destId="{32286301-FE5C-394B-91EB-B726B2551395}" srcOrd="1" destOrd="0" presId="urn:microsoft.com/office/officeart/2016/7/layout/BasicLinearProcessNumbered"/>
    <dgm:cxn modelId="{961E3E70-FFA0-48F6-82C6-79A06B0CCD44}" srcId="{B20F836C-65F7-4381-AD15-C1BCC1C2065E}" destId="{162E4B24-B2A7-4E3F-9DFA-6E82334AA347}" srcOrd="1" destOrd="0" parTransId="{7FA328E9-6CE1-47E3-8726-CA37E659D32C}" sibTransId="{A503E2DF-ADCD-44F8-A570-7058C3DE924A}"/>
    <dgm:cxn modelId="{BE9DB971-1452-6D45-86CD-8F2922DD568E}" type="presOf" srcId="{056FCEA1-BFC1-4184-907A-1CD3DAEB1D31}" destId="{8FABA55E-36EF-584B-9B25-935C9E820352}" srcOrd="0" destOrd="0" presId="urn:microsoft.com/office/officeart/2016/7/layout/BasicLinearProcessNumbered"/>
    <dgm:cxn modelId="{3297D384-539D-0946-805F-F874CC1F8137}" type="presOf" srcId="{99F197F0-ED64-443E-82AE-EDF761E0B300}" destId="{67D77BF1-C3DF-944B-AD78-5CB05777840A}" srcOrd="1" destOrd="0" presId="urn:microsoft.com/office/officeart/2016/7/layout/BasicLinearProcessNumbered"/>
    <dgm:cxn modelId="{41177F9C-7087-41BF-AAF3-74613F24E91D}" srcId="{B20F836C-65F7-4381-AD15-C1BCC1C2065E}" destId="{056FCEA1-BFC1-4184-907A-1CD3DAEB1D31}" srcOrd="2" destOrd="0" parTransId="{2DAC5562-5596-426B-9EC6-3EEB4538E2FA}" sibTransId="{C926380D-481E-4911-BAFF-025DFC71770F}"/>
    <dgm:cxn modelId="{1BC8D4C1-1AE7-BB4A-B3EB-B53BAB5F4CDD}" type="presOf" srcId="{A39FAF36-82D6-4F04-A332-5AB97C46A7C2}" destId="{3FF58E7B-4100-B447-BB12-C5A921B16C71}" srcOrd="0" destOrd="0" presId="urn:microsoft.com/office/officeart/2016/7/layout/BasicLinearProcessNumbered"/>
    <dgm:cxn modelId="{4C7474D4-CF20-4B6E-8B55-47FE0FB83E15}" srcId="{B20F836C-65F7-4381-AD15-C1BCC1C2065E}" destId="{46E9CDCE-4899-40A8-93EF-8012FE147A93}" srcOrd="0" destOrd="0" parTransId="{B1E1DAFB-189A-4087-AB93-8A9B9D28F46D}" sibTransId="{A39FAF36-82D6-4F04-A332-5AB97C46A7C2}"/>
    <dgm:cxn modelId="{54E371D5-24A7-2F41-A5D6-A569201C0AD9}" type="presOf" srcId="{99F197F0-ED64-443E-82AE-EDF761E0B300}" destId="{89D32ABF-6D4A-DD4C-A442-B6F06EE1496E}" srcOrd="0" destOrd="0" presId="urn:microsoft.com/office/officeart/2016/7/layout/BasicLinearProcessNumbered"/>
    <dgm:cxn modelId="{55B44EDC-F7D9-AB4B-8B92-D5EA0D2C5106}" type="presOf" srcId="{162E4B24-B2A7-4E3F-9DFA-6E82334AA347}" destId="{CE4F81E7-AE24-AA4B-97B9-E8231D687BC5}" srcOrd="1" destOrd="0" presId="urn:microsoft.com/office/officeart/2016/7/layout/BasicLinearProcessNumbered"/>
    <dgm:cxn modelId="{DC8A00E7-0CAE-314D-B374-2F0EBFBC5D39}" type="presOf" srcId="{C926380D-481E-4911-BAFF-025DFC71770F}" destId="{E5A32221-A195-334A-A980-C08B20416FD3}" srcOrd="0" destOrd="0" presId="urn:microsoft.com/office/officeart/2016/7/layout/BasicLinearProcessNumbered"/>
    <dgm:cxn modelId="{F9CF27E8-6F29-AF4D-B19C-9478F3D552C2}" type="presOf" srcId="{162E4B24-B2A7-4E3F-9DFA-6E82334AA347}" destId="{5AB4B98B-4E1F-974D-B28E-35F95B072961}" srcOrd="0" destOrd="0" presId="urn:microsoft.com/office/officeart/2016/7/layout/BasicLinearProcessNumbered"/>
    <dgm:cxn modelId="{565992F1-A946-4E56-B229-579AC89F7712}" srcId="{B20F836C-65F7-4381-AD15-C1BCC1C2065E}" destId="{99F197F0-ED64-443E-82AE-EDF761E0B300}" srcOrd="3" destOrd="0" parTransId="{10E301E6-0738-480E-9EFA-BADB6B68A82C}" sibTransId="{0545938E-21E3-4704-8150-54C17528FF12}"/>
    <dgm:cxn modelId="{84A02B82-CDE8-954D-A16E-E41203A44220}" type="presParOf" srcId="{138BC473-5B81-AF4E-88FE-28ADCF77304A}" destId="{9941EB8A-5A17-0843-B8B1-915DACF716B5}" srcOrd="0" destOrd="0" presId="urn:microsoft.com/office/officeart/2016/7/layout/BasicLinearProcessNumbered"/>
    <dgm:cxn modelId="{37093DA9-A28D-D348-BFAD-A8AE684A5BD2}" type="presParOf" srcId="{9941EB8A-5A17-0843-B8B1-915DACF716B5}" destId="{D3BC0400-D80E-0B4B-ACD3-7BDE07932058}" srcOrd="0" destOrd="0" presId="urn:microsoft.com/office/officeart/2016/7/layout/BasicLinearProcessNumbered"/>
    <dgm:cxn modelId="{CBEFD5AB-222B-FA4A-810B-6D27188EF9C0}" type="presParOf" srcId="{9941EB8A-5A17-0843-B8B1-915DACF716B5}" destId="{3FF58E7B-4100-B447-BB12-C5A921B16C71}" srcOrd="1" destOrd="0" presId="urn:microsoft.com/office/officeart/2016/7/layout/BasicLinearProcessNumbered"/>
    <dgm:cxn modelId="{BCC3CB15-5879-594B-A526-377A7EEE5B97}" type="presParOf" srcId="{9941EB8A-5A17-0843-B8B1-915DACF716B5}" destId="{EC7507DD-9477-0847-BE7D-24169F264653}" srcOrd="2" destOrd="0" presId="urn:microsoft.com/office/officeart/2016/7/layout/BasicLinearProcessNumbered"/>
    <dgm:cxn modelId="{4F8B5898-F0D7-4C48-80EF-1A745F7A3C32}" type="presParOf" srcId="{9941EB8A-5A17-0843-B8B1-915DACF716B5}" destId="{B63C713A-5627-4D49-AE4D-0A0C60A350B6}" srcOrd="3" destOrd="0" presId="urn:microsoft.com/office/officeart/2016/7/layout/BasicLinearProcessNumbered"/>
    <dgm:cxn modelId="{AFDB3D2E-5784-C249-8D36-CCE26DB84FB3}" type="presParOf" srcId="{138BC473-5B81-AF4E-88FE-28ADCF77304A}" destId="{CA2EC866-EBAB-2149-9CD2-F6909D5BB04F}" srcOrd="1" destOrd="0" presId="urn:microsoft.com/office/officeart/2016/7/layout/BasicLinearProcessNumbered"/>
    <dgm:cxn modelId="{9F917DA4-6EE4-8D41-AA21-C825A90FF43E}" type="presParOf" srcId="{138BC473-5B81-AF4E-88FE-28ADCF77304A}" destId="{33E5EDB4-5DE9-1345-BB11-6462F924A786}" srcOrd="2" destOrd="0" presId="urn:microsoft.com/office/officeart/2016/7/layout/BasicLinearProcessNumbered"/>
    <dgm:cxn modelId="{4C30311F-9EFD-6640-9D81-3ED8B550C09E}" type="presParOf" srcId="{33E5EDB4-5DE9-1345-BB11-6462F924A786}" destId="{5AB4B98B-4E1F-974D-B28E-35F95B072961}" srcOrd="0" destOrd="0" presId="urn:microsoft.com/office/officeart/2016/7/layout/BasicLinearProcessNumbered"/>
    <dgm:cxn modelId="{0E904C86-C6A8-5942-A478-0A726934E28B}" type="presParOf" srcId="{33E5EDB4-5DE9-1345-BB11-6462F924A786}" destId="{8866A551-82F1-D549-935E-13022328C48C}" srcOrd="1" destOrd="0" presId="urn:microsoft.com/office/officeart/2016/7/layout/BasicLinearProcessNumbered"/>
    <dgm:cxn modelId="{6DFEABAD-4E06-A94E-8735-7B4C59D91D4A}" type="presParOf" srcId="{33E5EDB4-5DE9-1345-BB11-6462F924A786}" destId="{C523328C-36FB-1B41-A578-7CFDD5E3029B}" srcOrd="2" destOrd="0" presId="urn:microsoft.com/office/officeart/2016/7/layout/BasicLinearProcessNumbered"/>
    <dgm:cxn modelId="{F8BCC46D-3AFD-D440-9C87-7DCBBF75776D}" type="presParOf" srcId="{33E5EDB4-5DE9-1345-BB11-6462F924A786}" destId="{CE4F81E7-AE24-AA4B-97B9-E8231D687BC5}" srcOrd="3" destOrd="0" presId="urn:microsoft.com/office/officeart/2016/7/layout/BasicLinearProcessNumbered"/>
    <dgm:cxn modelId="{DBDA682D-DB9A-9A4E-82F3-3069FE730288}" type="presParOf" srcId="{138BC473-5B81-AF4E-88FE-28ADCF77304A}" destId="{6F81412B-04FD-9F47-AEA3-2C90F2221D35}" srcOrd="3" destOrd="0" presId="urn:microsoft.com/office/officeart/2016/7/layout/BasicLinearProcessNumbered"/>
    <dgm:cxn modelId="{5F83E508-5424-9D44-8912-7C7B3C1F66CB}" type="presParOf" srcId="{138BC473-5B81-AF4E-88FE-28ADCF77304A}" destId="{893C9806-F5AC-6349-A4D1-DD5B6B9B36D1}" srcOrd="4" destOrd="0" presId="urn:microsoft.com/office/officeart/2016/7/layout/BasicLinearProcessNumbered"/>
    <dgm:cxn modelId="{BEF6A1B3-5363-AE4F-B636-3EE10163D5F9}" type="presParOf" srcId="{893C9806-F5AC-6349-A4D1-DD5B6B9B36D1}" destId="{8FABA55E-36EF-584B-9B25-935C9E820352}" srcOrd="0" destOrd="0" presId="urn:microsoft.com/office/officeart/2016/7/layout/BasicLinearProcessNumbered"/>
    <dgm:cxn modelId="{064FFB57-9D1D-6F40-9E06-392B0D1152EA}" type="presParOf" srcId="{893C9806-F5AC-6349-A4D1-DD5B6B9B36D1}" destId="{E5A32221-A195-334A-A980-C08B20416FD3}" srcOrd="1" destOrd="0" presId="urn:microsoft.com/office/officeart/2016/7/layout/BasicLinearProcessNumbered"/>
    <dgm:cxn modelId="{FC8ADDB7-4313-C648-B77B-432B3452C262}" type="presParOf" srcId="{893C9806-F5AC-6349-A4D1-DD5B6B9B36D1}" destId="{5E0FF61F-0CA2-724F-98FA-8EA12B137113}" srcOrd="2" destOrd="0" presId="urn:microsoft.com/office/officeart/2016/7/layout/BasicLinearProcessNumbered"/>
    <dgm:cxn modelId="{D99C3041-F235-5A41-9037-C7D804A0FAE9}" type="presParOf" srcId="{893C9806-F5AC-6349-A4D1-DD5B6B9B36D1}" destId="{32286301-FE5C-394B-91EB-B726B2551395}" srcOrd="3" destOrd="0" presId="urn:microsoft.com/office/officeart/2016/7/layout/BasicLinearProcessNumbered"/>
    <dgm:cxn modelId="{1FA2C45E-973F-FF4B-9D38-72CB7037CC0A}" type="presParOf" srcId="{138BC473-5B81-AF4E-88FE-28ADCF77304A}" destId="{2DBCB23A-7A2C-2649-AB4A-3E41F88A29DC}" srcOrd="5" destOrd="0" presId="urn:microsoft.com/office/officeart/2016/7/layout/BasicLinearProcessNumbered"/>
    <dgm:cxn modelId="{53BF72C4-74E6-9241-9DD0-C3BFA072B3E5}" type="presParOf" srcId="{138BC473-5B81-AF4E-88FE-28ADCF77304A}" destId="{4464A120-A7B0-7641-908C-3272AC0E304B}" srcOrd="6" destOrd="0" presId="urn:microsoft.com/office/officeart/2016/7/layout/BasicLinearProcessNumbered"/>
    <dgm:cxn modelId="{3360D19A-E5A1-B74A-8350-A2AE27908549}" type="presParOf" srcId="{4464A120-A7B0-7641-908C-3272AC0E304B}" destId="{89D32ABF-6D4A-DD4C-A442-B6F06EE1496E}" srcOrd="0" destOrd="0" presId="urn:microsoft.com/office/officeart/2016/7/layout/BasicLinearProcessNumbered"/>
    <dgm:cxn modelId="{5EFFD650-0F3F-B04D-A264-BD4DEAC6C088}" type="presParOf" srcId="{4464A120-A7B0-7641-908C-3272AC0E304B}" destId="{E41F1048-DE92-024E-8D04-A982E5EFEADE}" srcOrd="1" destOrd="0" presId="urn:microsoft.com/office/officeart/2016/7/layout/BasicLinearProcessNumbered"/>
    <dgm:cxn modelId="{0688C0EA-2C6C-BC4C-8A84-2153AED949B7}" type="presParOf" srcId="{4464A120-A7B0-7641-908C-3272AC0E304B}" destId="{E3EE1ABE-69C9-954D-BF17-FF33808B5283}" srcOrd="2" destOrd="0" presId="urn:microsoft.com/office/officeart/2016/7/layout/BasicLinearProcessNumbered"/>
    <dgm:cxn modelId="{BAFA7FCE-D09F-EB40-9AE5-53DBCD37947D}" type="presParOf" srcId="{4464A120-A7B0-7641-908C-3272AC0E304B}" destId="{67D77BF1-C3DF-944B-AD78-5CB05777840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380A16-DB9C-4E3A-BCA6-188F4176ADCC}" type="doc">
      <dgm:prSet loTypeId="urn:microsoft.com/office/officeart/2016/7/layout/BasicProcessNew" loCatId="process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75D5A01-C6E7-41C2-81B3-0C13C3B65164}">
      <dgm:prSet custT="1"/>
      <dgm:spPr/>
      <dgm:t>
        <a:bodyPr/>
        <a:lstStyle/>
        <a:p>
          <a:pPr algn="ctr"/>
          <a:r>
            <a:rPr lang="en-US" sz="2400" b="1"/>
            <a:t>Public</a:t>
          </a:r>
          <a:r>
            <a:rPr lang="en-US" sz="2400"/>
            <a:t> </a:t>
          </a:r>
        </a:p>
        <a:p>
          <a:pPr algn="ctr"/>
          <a:r>
            <a:rPr lang="en-US" sz="2000"/>
            <a:t>still uses computing resources pooled </a:t>
          </a:r>
        </a:p>
      </dgm:t>
    </dgm:pt>
    <dgm:pt modelId="{14ED84F6-8ECB-488F-B05E-DDB4A1CE50BE}" type="parTrans" cxnId="{5FAB9531-B94D-4936-AF41-CCBA1921CE10}">
      <dgm:prSet/>
      <dgm:spPr/>
      <dgm:t>
        <a:bodyPr/>
        <a:lstStyle/>
        <a:p>
          <a:endParaRPr lang="en-US"/>
        </a:p>
      </dgm:t>
    </dgm:pt>
    <dgm:pt modelId="{E091936D-D4C4-422F-B074-D4CB0EA1C668}" type="sibTrans" cxnId="{5FAB9531-B94D-4936-AF41-CCBA1921CE10}">
      <dgm:prSet/>
      <dgm:spPr/>
      <dgm:t>
        <a:bodyPr/>
        <a:lstStyle/>
        <a:p>
          <a:endParaRPr lang="en-US"/>
        </a:p>
      </dgm:t>
    </dgm:pt>
    <dgm:pt modelId="{5F7F7924-DA9C-4969-862D-9056B79C6961}">
      <dgm:prSet custT="1"/>
      <dgm:spPr/>
      <dgm:t>
        <a:bodyPr/>
        <a:lstStyle/>
        <a:p>
          <a:pPr algn="ctr"/>
          <a:r>
            <a:rPr lang="en-US" altLang="zh-CN" sz="2400" b="1"/>
            <a:t>A</a:t>
          </a:r>
          <a:r>
            <a:rPr lang="en-US" sz="2400" b="1"/>
            <a:t> </a:t>
          </a:r>
          <a:r>
            <a:rPr lang="en-US" altLang="zh-CN" sz="2400" b="1"/>
            <a:t>bridge</a:t>
          </a:r>
          <a:r>
            <a:rPr lang="en-US" sz="2400" b="1"/>
            <a:t> </a:t>
          </a:r>
        </a:p>
        <a:p>
          <a:pPr algn="l"/>
          <a:r>
            <a:rPr lang="en-US" sz="2000"/>
            <a:t>between an organization’s existing IT infrastructure and the public cloud</a:t>
          </a:r>
          <a:endParaRPr lang="en-US" sz="1800"/>
        </a:p>
      </dgm:t>
    </dgm:pt>
    <dgm:pt modelId="{40C10BDF-132C-4AE7-810B-21EEAF9EEA74}" type="parTrans" cxnId="{F4FC65F4-A49E-4942-A634-64107660A26E}">
      <dgm:prSet/>
      <dgm:spPr/>
      <dgm:t>
        <a:bodyPr/>
        <a:lstStyle/>
        <a:p>
          <a:endParaRPr lang="en-US"/>
        </a:p>
      </dgm:t>
    </dgm:pt>
    <dgm:pt modelId="{8E4E47FA-BE7C-4CCE-B9B8-E89A7624DCE3}" type="sibTrans" cxnId="{F4FC65F4-A49E-4942-A634-64107660A26E}">
      <dgm:prSet/>
      <dgm:spPr/>
      <dgm:t>
        <a:bodyPr/>
        <a:lstStyle/>
        <a:p>
          <a:endParaRPr lang="en-US"/>
        </a:p>
      </dgm:t>
    </dgm:pt>
    <dgm:pt modelId="{CB140D34-6395-416F-9035-8C67F811809E}">
      <dgm:prSet custT="1"/>
      <dgm:spPr/>
      <dgm:t>
        <a:bodyPr/>
        <a:lstStyle/>
        <a:p>
          <a:pPr algn="ctr"/>
          <a:r>
            <a:rPr lang="en-US" altLang="zh-CN" sz="2400" b="1"/>
            <a:t>Virtually private </a:t>
          </a:r>
        </a:p>
        <a:p>
          <a:pPr algn="l"/>
          <a:r>
            <a:rPr lang="en-US" altLang="zh-CN" sz="2000" b="0"/>
            <a:t>the connection through VPN</a:t>
          </a:r>
          <a:endParaRPr lang="en-US" sz="2000" b="0"/>
        </a:p>
        <a:p>
          <a:pPr algn="l"/>
          <a:r>
            <a:rPr lang="en-US" sz="2000"/>
            <a:t>dedicate a set of 'isolated' resources to the VPC</a:t>
          </a:r>
        </a:p>
        <a:p>
          <a:pPr algn="l"/>
          <a:r>
            <a:rPr lang="en-US" altLang="zh-CN" sz="2000"/>
            <a:t>pay-per-use</a:t>
          </a:r>
          <a:endParaRPr lang="en-US" sz="2000"/>
        </a:p>
      </dgm:t>
    </dgm:pt>
    <dgm:pt modelId="{14807F1B-C8A9-491E-90D0-0BC5725E8B76}" type="parTrans" cxnId="{78242CB2-3638-4701-9778-BD34E7E4B4E7}">
      <dgm:prSet/>
      <dgm:spPr/>
      <dgm:t>
        <a:bodyPr/>
        <a:lstStyle/>
        <a:p>
          <a:endParaRPr lang="en-US"/>
        </a:p>
      </dgm:t>
    </dgm:pt>
    <dgm:pt modelId="{D8598650-1C5A-4F2A-A498-4B905ECD12E7}" type="sibTrans" cxnId="{78242CB2-3638-4701-9778-BD34E7E4B4E7}">
      <dgm:prSet/>
      <dgm:spPr/>
      <dgm:t>
        <a:bodyPr/>
        <a:lstStyle/>
        <a:p>
          <a:endParaRPr lang="en-US"/>
        </a:p>
      </dgm:t>
    </dgm:pt>
    <dgm:pt modelId="{069B369B-035D-D94A-96CE-B6738FB5BAD4}" type="pres">
      <dgm:prSet presAssocID="{89380A16-DB9C-4E3A-BCA6-188F4176ADCC}" presName="Name0" presStyleCnt="0">
        <dgm:presLayoutVars>
          <dgm:dir/>
          <dgm:resizeHandles val="exact"/>
        </dgm:presLayoutVars>
      </dgm:prSet>
      <dgm:spPr/>
    </dgm:pt>
    <dgm:pt modelId="{B4465461-6599-D84E-94F1-3AA1A86DDDBF}" type="pres">
      <dgm:prSet presAssocID="{675D5A01-C6E7-41C2-81B3-0C13C3B65164}" presName="node" presStyleLbl="node1" presStyleIdx="0" presStyleCnt="5">
        <dgm:presLayoutVars>
          <dgm:bulletEnabled val="1"/>
        </dgm:presLayoutVars>
      </dgm:prSet>
      <dgm:spPr/>
    </dgm:pt>
    <dgm:pt modelId="{80AD1E2B-8433-0544-8C96-9EC5D7251009}" type="pres">
      <dgm:prSet presAssocID="{E091936D-D4C4-422F-B074-D4CB0EA1C668}" presName="sibTransSpacerBeforeConnector" presStyleCnt="0"/>
      <dgm:spPr/>
    </dgm:pt>
    <dgm:pt modelId="{00D0519D-B328-3B47-B1F8-5983C9A6B1B3}" type="pres">
      <dgm:prSet presAssocID="{E091936D-D4C4-422F-B074-D4CB0EA1C668}" presName="sibTrans" presStyleLbl="node1" presStyleIdx="1" presStyleCnt="5"/>
      <dgm:spPr/>
    </dgm:pt>
    <dgm:pt modelId="{84C61DEB-8765-624C-9B1A-C1EF90E30119}" type="pres">
      <dgm:prSet presAssocID="{E091936D-D4C4-422F-B074-D4CB0EA1C668}" presName="sibTransSpacerAfterConnector" presStyleCnt="0"/>
      <dgm:spPr/>
    </dgm:pt>
    <dgm:pt modelId="{BCE07C91-204B-744C-8143-7EA79E2B633E}" type="pres">
      <dgm:prSet presAssocID="{5F7F7924-DA9C-4969-862D-9056B79C6961}" presName="node" presStyleLbl="node1" presStyleIdx="2" presStyleCnt="5">
        <dgm:presLayoutVars>
          <dgm:bulletEnabled val="1"/>
        </dgm:presLayoutVars>
      </dgm:prSet>
      <dgm:spPr/>
    </dgm:pt>
    <dgm:pt modelId="{380C3361-97B4-B94E-B508-5B0FC1B5EF05}" type="pres">
      <dgm:prSet presAssocID="{8E4E47FA-BE7C-4CCE-B9B8-E89A7624DCE3}" presName="sibTransSpacerBeforeConnector" presStyleCnt="0"/>
      <dgm:spPr/>
    </dgm:pt>
    <dgm:pt modelId="{43521B42-11D5-5E40-818C-98889904E92C}" type="pres">
      <dgm:prSet presAssocID="{8E4E47FA-BE7C-4CCE-B9B8-E89A7624DCE3}" presName="sibTrans" presStyleLbl="node1" presStyleIdx="3" presStyleCnt="5"/>
      <dgm:spPr/>
    </dgm:pt>
    <dgm:pt modelId="{89826923-597C-5541-A1E4-969946C22779}" type="pres">
      <dgm:prSet presAssocID="{8E4E47FA-BE7C-4CCE-B9B8-E89A7624DCE3}" presName="sibTransSpacerAfterConnector" presStyleCnt="0"/>
      <dgm:spPr/>
    </dgm:pt>
    <dgm:pt modelId="{C662E08E-85D0-A842-B188-51A322CDA23A}" type="pres">
      <dgm:prSet presAssocID="{CB140D34-6395-416F-9035-8C67F811809E}" presName="node" presStyleLbl="node1" presStyleIdx="4" presStyleCnt="5">
        <dgm:presLayoutVars>
          <dgm:bulletEnabled val="1"/>
        </dgm:presLayoutVars>
      </dgm:prSet>
      <dgm:spPr/>
    </dgm:pt>
  </dgm:ptLst>
  <dgm:cxnLst>
    <dgm:cxn modelId="{5FAB9531-B94D-4936-AF41-CCBA1921CE10}" srcId="{89380A16-DB9C-4E3A-BCA6-188F4176ADCC}" destId="{675D5A01-C6E7-41C2-81B3-0C13C3B65164}" srcOrd="0" destOrd="0" parTransId="{14ED84F6-8ECB-488F-B05E-DDB4A1CE50BE}" sibTransId="{E091936D-D4C4-422F-B074-D4CB0EA1C668}"/>
    <dgm:cxn modelId="{5942DD65-C9BA-C24F-851A-54F9E23F1093}" type="presOf" srcId="{89380A16-DB9C-4E3A-BCA6-188F4176ADCC}" destId="{069B369B-035D-D94A-96CE-B6738FB5BAD4}" srcOrd="0" destOrd="0" presId="urn:microsoft.com/office/officeart/2016/7/layout/BasicProcessNew"/>
    <dgm:cxn modelId="{C9707D4C-BF5C-2C44-B758-858506DEE2AF}" type="presOf" srcId="{675D5A01-C6E7-41C2-81B3-0C13C3B65164}" destId="{B4465461-6599-D84E-94F1-3AA1A86DDDBF}" srcOrd="0" destOrd="0" presId="urn:microsoft.com/office/officeart/2016/7/layout/BasicProcessNew"/>
    <dgm:cxn modelId="{CAFAF054-4093-3648-9EA1-612C1BE8E7C2}" type="presOf" srcId="{5F7F7924-DA9C-4969-862D-9056B79C6961}" destId="{BCE07C91-204B-744C-8143-7EA79E2B633E}" srcOrd="0" destOrd="0" presId="urn:microsoft.com/office/officeart/2016/7/layout/BasicProcessNew"/>
    <dgm:cxn modelId="{986EDAA3-0B81-434B-B223-2D457D9C00DE}" type="presOf" srcId="{CB140D34-6395-416F-9035-8C67F811809E}" destId="{C662E08E-85D0-A842-B188-51A322CDA23A}" srcOrd="0" destOrd="0" presId="urn:microsoft.com/office/officeart/2016/7/layout/BasicProcessNew"/>
    <dgm:cxn modelId="{78242CB2-3638-4701-9778-BD34E7E4B4E7}" srcId="{89380A16-DB9C-4E3A-BCA6-188F4176ADCC}" destId="{CB140D34-6395-416F-9035-8C67F811809E}" srcOrd="2" destOrd="0" parTransId="{14807F1B-C8A9-491E-90D0-0BC5725E8B76}" sibTransId="{D8598650-1C5A-4F2A-A498-4B905ECD12E7}"/>
    <dgm:cxn modelId="{2C2F09BD-DBBE-8A44-906A-EE3CD09462F9}" type="presOf" srcId="{8E4E47FA-BE7C-4CCE-B9B8-E89A7624DCE3}" destId="{43521B42-11D5-5E40-818C-98889904E92C}" srcOrd="0" destOrd="0" presId="urn:microsoft.com/office/officeart/2016/7/layout/BasicProcessNew"/>
    <dgm:cxn modelId="{7831C8F2-932D-BB42-97A6-B57B6EDFDFB3}" type="presOf" srcId="{E091936D-D4C4-422F-B074-D4CB0EA1C668}" destId="{00D0519D-B328-3B47-B1F8-5983C9A6B1B3}" srcOrd="0" destOrd="0" presId="urn:microsoft.com/office/officeart/2016/7/layout/BasicProcessNew"/>
    <dgm:cxn modelId="{F4FC65F4-A49E-4942-A634-64107660A26E}" srcId="{89380A16-DB9C-4E3A-BCA6-188F4176ADCC}" destId="{5F7F7924-DA9C-4969-862D-9056B79C6961}" srcOrd="1" destOrd="0" parTransId="{40C10BDF-132C-4AE7-810B-21EEAF9EEA74}" sibTransId="{8E4E47FA-BE7C-4CCE-B9B8-E89A7624DCE3}"/>
    <dgm:cxn modelId="{EA214826-5FF0-104A-88E4-3E9667D45192}" type="presParOf" srcId="{069B369B-035D-D94A-96CE-B6738FB5BAD4}" destId="{B4465461-6599-D84E-94F1-3AA1A86DDDBF}" srcOrd="0" destOrd="0" presId="urn:microsoft.com/office/officeart/2016/7/layout/BasicProcessNew"/>
    <dgm:cxn modelId="{70F7FF85-8F96-0F4E-B2AF-ED09FF55BB71}" type="presParOf" srcId="{069B369B-035D-D94A-96CE-B6738FB5BAD4}" destId="{80AD1E2B-8433-0544-8C96-9EC5D7251009}" srcOrd="1" destOrd="0" presId="urn:microsoft.com/office/officeart/2016/7/layout/BasicProcessNew"/>
    <dgm:cxn modelId="{79E28568-D050-F34D-814B-BEEB2F64E6F7}" type="presParOf" srcId="{069B369B-035D-D94A-96CE-B6738FB5BAD4}" destId="{00D0519D-B328-3B47-B1F8-5983C9A6B1B3}" srcOrd="2" destOrd="0" presId="urn:microsoft.com/office/officeart/2016/7/layout/BasicProcessNew"/>
    <dgm:cxn modelId="{8D32E089-A2C2-3647-A953-189DCC85487D}" type="presParOf" srcId="{069B369B-035D-D94A-96CE-B6738FB5BAD4}" destId="{84C61DEB-8765-624C-9B1A-C1EF90E30119}" srcOrd="3" destOrd="0" presId="urn:microsoft.com/office/officeart/2016/7/layout/BasicProcessNew"/>
    <dgm:cxn modelId="{16E86FB2-B660-B042-ACC3-E46443F4E081}" type="presParOf" srcId="{069B369B-035D-D94A-96CE-B6738FB5BAD4}" destId="{BCE07C91-204B-744C-8143-7EA79E2B633E}" srcOrd="4" destOrd="0" presId="urn:microsoft.com/office/officeart/2016/7/layout/BasicProcessNew"/>
    <dgm:cxn modelId="{B1D9DECE-461D-5D4E-83FD-7444394A1EC0}" type="presParOf" srcId="{069B369B-035D-D94A-96CE-B6738FB5BAD4}" destId="{380C3361-97B4-B94E-B508-5B0FC1B5EF05}" srcOrd="5" destOrd="0" presId="urn:microsoft.com/office/officeart/2016/7/layout/BasicProcessNew"/>
    <dgm:cxn modelId="{9286C8C4-A813-9542-8CBA-26AA9C7A6E4F}" type="presParOf" srcId="{069B369B-035D-D94A-96CE-B6738FB5BAD4}" destId="{43521B42-11D5-5E40-818C-98889904E92C}" srcOrd="6" destOrd="0" presId="urn:microsoft.com/office/officeart/2016/7/layout/BasicProcessNew"/>
    <dgm:cxn modelId="{0595856F-AFE5-9F4E-A6D4-FFC4260B5C3E}" type="presParOf" srcId="{069B369B-035D-D94A-96CE-B6738FB5BAD4}" destId="{89826923-597C-5541-A1E4-969946C22779}" srcOrd="7" destOrd="0" presId="urn:microsoft.com/office/officeart/2016/7/layout/BasicProcessNew"/>
    <dgm:cxn modelId="{57D6F99D-37E3-8949-8349-DAE90967564F}" type="presParOf" srcId="{069B369B-035D-D94A-96CE-B6738FB5BAD4}" destId="{C662E08E-85D0-A842-B188-51A322CDA23A}" srcOrd="8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A708AB-1325-4401-9755-BE66AC60A2B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921F02D-3771-4BF0-AB05-B1886A3091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E7B3F484-0235-4ED4-AE7B-1633E4B9D344}" type="parTrans" cxnId="{571A736F-953D-4FBF-951C-80E05D9A42D6}">
      <dgm:prSet/>
      <dgm:spPr/>
      <dgm:t>
        <a:bodyPr/>
        <a:lstStyle/>
        <a:p>
          <a:endParaRPr lang="en-US"/>
        </a:p>
      </dgm:t>
    </dgm:pt>
    <dgm:pt modelId="{EBD3F76E-B895-4FF7-91AD-837BF172C7FA}" type="sibTrans" cxnId="{571A736F-953D-4FBF-951C-80E05D9A42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010FE6-FCF8-4B74-98E0-B363CC4A65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CLOUD,</a:t>
          </a:r>
          <a:r>
            <a:rPr lang="zh-CN" b="1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SOC, AND GRID </a:t>
          </a:r>
        </a:p>
      </dgm:t>
    </dgm:pt>
    <dgm:pt modelId="{B9028A8A-9788-4D52-9CD2-231D83C14583}" type="parTrans" cxnId="{133E415C-EC49-480C-92BF-960C79A8945E}">
      <dgm:prSet/>
      <dgm:spPr/>
      <dgm:t>
        <a:bodyPr/>
        <a:lstStyle/>
        <a:p>
          <a:endParaRPr lang="en-US"/>
        </a:p>
      </dgm:t>
    </dgm:pt>
    <dgm:pt modelId="{898E2C88-527D-46D9-810D-E3D69AA249A2}" type="sibTrans" cxnId="{133E415C-EC49-480C-92BF-960C79A8945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AD007C-7D5B-4A62-9750-E17F65E588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CHALLENGES </a:t>
          </a:r>
        </a:p>
      </dgm:t>
    </dgm:pt>
    <dgm:pt modelId="{4397C21D-E38F-4946-A904-9A6A79E84B64}" type="parTrans" cxnId="{66F1D4C6-C4F8-4D85-AA43-5692C79B6846}">
      <dgm:prSet/>
      <dgm:spPr/>
      <dgm:t>
        <a:bodyPr/>
        <a:lstStyle/>
        <a:p>
          <a:endParaRPr lang="en-US"/>
        </a:p>
      </dgm:t>
    </dgm:pt>
    <dgm:pt modelId="{70DB0BFA-6ECA-4F1A-8753-1114D4BE714E}" type="sibTrans" cxnId="{66F1D4C6-C4F8-4D85-AA43-5692C79B68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4BC039-A934-4CC5-BCF8-628151D0DA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ISSUE</a:t>
          </a:r>
        </a:p>
      </dgm:t>
    </dgm:pt>
    <dgm:pt modelId="{064E2AAC-A8A9-4782-8188-E7CC68603AC7}" type="parTrans" cxnId="{CAF89F87-82E4-43C8-BD99-393819915E9A}">
      <dgm:prSet/>
      <dgm:spPr/>
      <dgm:t>
        <a:bodyPr/>
        <a:lstStyle/>
        <a:p>
          <a:endParaRPr lang="en-US"/>
        </a:p>
      </dgm:t>
    </dgm:pt>
    <dgm:pt modelId="{292F1027-EDFF-48C8-A3C6-FB94D0895763}" type="sibTrans" cxnId="{CAF89F87-82E4-43C8-BD99-393819915E9A}">
      <dgm:prSet/>
      <dgm:spPr/>
      <dgm:t>
        <a:bodyPr/>
        <a:lstStyle/>
        <a:p>
          <a:endParaRPr lang="en-US"/>
        </a:p>
      </dgm:t>
    </dgm:pt>
    <dgm:pt modelId="{4EC09B10-BB64-4266-BF04-5D3865720220}" type="pres">
      <dgm:prSet presAssocID="{87A708AB-1325-4401-9755-BE66AC60A2B4}" presName="root" presStyleCnt="0">
        <dgm:presLayoutVars>
          <dgm:dir/>
          <dgm:resizeHandles val="exact"/>
        </dgm:presLayoutVars>
      </dgm:prSet>
      <dgm:spPr/>
    </dgm:pt>
    <dgm:pt modelId="{382C3275-5309-4819-B39C-828CD0630B74}" type="pres">
      <dgm:prSet presAssocID="{7921F02D-3771-4BF0-AB05-B1886A30912E}" presName="compNode" presStyleCnt="0"/>
      <dgm:spPr/>
    </dgm:pt>
    <dgm:pt modelId="{EDE2A258-67F5-4A91-BEA7-9BD936F40F0B}" type="pres">
      <dgm:prSet presAssocID="{7921F02D-3771-4BF0-AB05-B1886A30912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D71B00B-18CB-41C1-BFFD-2BF7459924F6}" type="pres">
      <dgm:prSet presAssocID="{7921F02D-3771-4BF0-AB05-B1886A3091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E213DCD-97B3-4FA9-A20E-5789F5470DB1}" type="pres">
      <dgm:prSet presAssocID="{7921F02D-3771-4BF0-AB05-B1886A30912E}" presName="spaceRect" presStyleCnt="0"/>
      <dgm:spPr/>
    </dgm:pt>
    <dgm:pt modelId="{F6B7F733-A5F2-4E72-8EBF-64D111098273}" type="pres">
      <dgm:prSet presAssocID="{7921F02D-3771-4BF0-AB05-B1886A30912E}" presName="textRect" presStyleLbl="revTx" presStyleIdx="0" presStyleCnt="4">
        <dgm:presLayoutVars>
          <dgm:chMax val="1"/>
          <dgm:chPref val="1"/>
        </dgm:presLayoutVars>
      </dgm:prSet>
      <dgm:spPr/>
    </dgm:pt>
    <dgm:pt modelId="{D51B4BC1-AA31-4E59-BCB4-FF8FA77FA263}" type="pres">
      <dgm:prSet presAssocID="{EBD3F76E-B895-4FF7-91AD-837BF172C7FA}" presName="sibTrans" presStyleCnt="0"/>
      <dgm:spPr/>
    </dgm:pt>
    <dgm:pt modelId="{329575A9-4406-44D4-9057-27805BD9FB3D}" type="pres">
      <dgm:prSet presAssocID="{BB010FE6-FCF8-4B74-98E0-B363CC4A65F7}" presName="compNode" presStyleCnt="0"/>
      <dgm:spPr/>
    </dgm:pt>
    <dgm:pt modelId="{48489594-45B5-49FF-A785-2C908D750905}" type="pres">
      <dgm:prSet presAssocID="{BB010FE6-FCF8-4B74-98E0-B363CC4A65F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C78DEB9-BE84-44A7-9EFA-9BCF9AC341ED}" type="pres">
      <dgm:prSet presAssocID="{BB010FE6-FCF8-4B74-98E0-B363CC4A65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F926EED2-67E7-442B-8834-8A35DA3AFF64}" type="pres">
      <dgm:prSet presAssocID="{BB010FE6-FCF8-4B74-98E0-B363CC4A65F7}" presName="spaceRect" presStyleCnt="0"/>
      <dgm:spPr/>
    </dgm:pt>
    <dgm:pt modelId="{2409F0E9-4D1B-444B-8433-9F77D5CEC3AB}" type="pres">
      <dgm:prSet presAssocID="{BB010FE6-FCF8-4B74-98E0-B363CC4A65F7}" presName="textRect" presStyleLbl="revTx" presStyleIdx="1" presStyleCnt="4">
        <dgm:presLayoutVars>
          <dgm:chMax val="1"/>
          <dgm:chPref val="1"/>
        </dgm:presLayoutVars>
      </dgm:prSet>
      <dgm:spPr/>
    </dgm:pt>
    <dgm:pt modelId="{50150A55-93F3-4F07-A10C-9AD5E0949C96}" type="pres">
      <dgm:prSet presAssocID="{898E2C88-527D-46D9-810D-E3D69AA249A2}" presName="sibTrans" presStyleCnt="0"/>
      <dgm:spPr/>
    </dgm:pt>
    <dgm:pt modelId="{9D4DE4BC-F608-490E-A984-425717CCE28B}" type="pres">
      <dgm:prSet presAssocID="{85AD007C-7D5B-4A62-9750-E17F65E5884F}" presName="compNode" presStyleCnt="0"/>
      <dgm:spPr/>
    </dgm:pt>
    <dgm:pt modelId="{754DA836-82AA-4CA1-9785-61E2EE59F993}" type="pres">
      <dgm:prSet presAssocID="{85AD007C-7D5B-4A62-9750-E17F65E5884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AEEBCD9-C341-41D0-8EC2-713063AEAD25}" type="pres">
      <dgm:prSet presAssocID="{85AD007C-7D5B-4A62-9750-E17F65E588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5225BCD1-50AD-454C-B160-A86F087DC7F3}" type="pres">
      <dgm:prSet presAssocID="{85AD007C-7D5B-4A62-9750-E17F65E5884F}" presName="spaceRect" presStyleCnt="0"/>
      <dgm:spPr/>
    </dgm:pt>
    <dgm:pt modelId="{3BDB0759-D670-4A35-AFCF-0AF8352D3848}" type="pres">
      <dgm:prSet presAssocID="{85AD007C-7D5B-4A62-9750-E17F65E5884F}" presName="textRect" presStyleLbl="revTx" presStyleIdx="2" presStyleCnt="4">
        <dgm:presLayoutVars>
          <dgm:chMax val="1"/>
          <dgm:chPref val="1"/>
        </dgm:presLayoutVars>
      </dgm:prSet>
      <dgm:spPr/>
    </dgm:pt>
    <dgm:pt modelId="{769F4FD6-C5A0-4C5A-82FB-6DD76D0C9153}" type="pres">
      <dgm:prSet presAssocID="{70DB0BFA-6ECA-4F1A-8753-1114D4BE714E}" presName="sibTrans" presStyleCnt="0"/>
      <dgm:spPr/>
    </dgm:pt>
    <dgm:pt modelId="{0EE0C751-1723-4BAF-9AF7-794E8A620EA7}" type="pres">
      <dgm:prSet presAssocID="{194BC039-A934-4CC5-BCF8-628151D0DA6D}" presName="compNode" presStyleCnt="0"/>
      <dgm:spPr/>
    </dgm:pt>
    <dgm:pt modelId="{23713A27-78F6-4242-AB89-42D66A2ED22E}" type="pres">
      <dgm:prSet presAssocID="{194BC039-A934-4CC5-BCF8-628151D0DA6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B4EF34D-8618-4F8F-92FD-44B1C69D3B94}" type="pres">
      <dgm:prSet presAssocID="{194BC039-A934-4CC5-BCF8-628151D0DA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C1ACC02-BD2A-4530-B27A-3BFA9ED7B9D6}" type="pres">
      <dgm:prSet presAssocID="{194BC039-A934-4CC5-BCF8-628151D0DA6D}" presName="spaceRect" presStyleCnt="0"/>
      <dgm:spPr/>
    </dgm:pt>
    <dgm:pt modelId="{B6C3CD71-1CB5-4A29-B5BE-317FED77687F}" type="pres">
      <dgm:prSet presAssocID="{194BC039-A934-4CC5-BCF8-628151D0DA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6E0382B-5197-4A41-B411-6E637782615C}" type="presOf" srcId="{BB010FE6-FCF8-4B74-98E0-B363CC4A65F7}" destId="{2409F0E9-4D1B-444B-8433-9F77D5CEC3AB}" srcOrd="0" destOrd="0" presId="urn:microsoft.com/office/officeart/2018/5/layout/IconLeafLabelList"/>
    <dgm:cxn modelId="{133E415C-EC49-480C-92BF-960C79A8945E}" srcId="{87A708AB-1325-4401-9755-BE66AC60A2B4}" destId="{BB010FE6-FCF8-4B74-98E0-B363CC4A65F7}" srcOrd="1" destOrd="0" parTransId="{B9028A8A-9788-4D52-9CD2-231D83C14583}" sibTransId="{898E2C88-527D-46D9-810D-E3D69AA249A2}"/>
    <dgm:cxn modelId="{7E879D62-8B40-6543-8F2D-5C7B4F99A3FF}" type="presOf" srcId="{194BC039-A934-4CC5-BCF8-628151D0DA6D}" destId="{B6C3CD71-1CB5-4A29-B5BE-317FED77687F}" srcOrd="0" destOrd="0" presId="urn:microsoft.com/office/officeart/2018/5/layout/IconLeafLabelList"/>
    <dgm:cxn modelId="{52D51B65-73C5-7644-A9D3-28F4BF3D114C}" type="presOf" srcId="{85AD007C-7D5B-4A62-9750-E17F65E5884F}" destId="{3BDB0759-D670-4A35-AFCF-0AF8352D3848}" srcOrd="0" destOrd="0" presId="urn:microsoft.com/office/officeart/2018/5/layout/IconLeafLabelList"/>
    <dgm:cxn modelId="{571A736F-953D-4FBF-951C-80E05D9A42D6}" srcId="{87A708AB-1325-4401-9755-BE66AC60A2B4}" destId="{7921F02D-3771-4BF0-AB05-B1886A30912E}" srcOrd="0" destOrd="0" parTransId="{E7B3F484-0235-4ED4-AE7B-1633E4B9D344}" sibTransId="{EBD3F76E-B895-4FF7-91AD-837BF172C7FA}"/>
    <dgm:cxn modelId="{CB96CE71-7E2C-C34F-84BD-C84D51BEDEAF}" type="presOf" srcId="{7921F02D-3771-4BF0-AB05-B1886A30912E}" destId="{F6B7F733-A5F2-4E72-8EBF-64D111098273}" srcOrd="0" destOrd="0" presId="urn:microsoft.com/office/officeart/2018/5/layout/IconLeafLabelList"/>
    <dgm:cxn modelId="{CAF89F87-82E4-43C8-BD99-393819915E9A}" srcId="{87A708AB-1325-4401-9755-BE66AC60A2B4}" destId="{194BC039-A934-4CC5-BCF8-628151D0DA6D}" srcOrd="3" destOrd="0" parTransId="{064E2AAC-A8A9-4782-8188-E7CC68603AC7}" sibTransId="{292F1027-EDFF-48C8-A3C6-FB94D0895763}"/>
    <dgm:cxn modelId="{BBB612C6-43E0-984A-AEFC-A135CAB254F8}" type="presOf" srcId="{87A708AB-1325-4401-9755-BE66AC60A2B4}" destId="{4EC09B10-BB64-4266-BF04-5D3865720220}" srcOrd="0" destOrd="0" presId="urn:microsoft.com/office/officeart/2018/5/layout/IconLeafLabelList"/>
    <dgm:cxn modelId="{66F1D4C6-C4F8-4D85-AA43-5692C79B6846}" srcId="{87A708AB-1325-4401-9755-BE66AC60A2B4}" destId="{85AD007C-7D5B-4A62-9750-E17F65E5884F}" srcOrd="2" destOrd="0" parTransId="{4397C21D-E38F-4946-A904-9A6A79E84B64}" sibTransId="{70DB0BFA-6ECA-4F1A-8753-1114D4BE714E}"/>
    <dgm:cxn modelId="{755C37C1-2AD5-D248-807B-D3A9916FC0D6}" type="presParOf" srcId="{4EC09B10-BB64-4266-BF04-5D3865720220}" destId="{382C3275-5309-4819-B39C-828CD0630B74}" srcOrd="0" destOrd="0" presId="urn:microsoft.com/office/officeart/2018/5/layout/IconLeafLabelList"/>
    <dgm:cxn modelId="{2321A37C-A643-414C-B58A-196C68C0DAEF}" type="presParOf" srcId="{382C3275-5309-4819-B39C-828CD0630B74}" destId="{EDE2A258-67F5-4A91-BEA7-9BD936F40F0B}" srcOrd="0" destOrd="0" presId="urn:microsoft.com/office/officeart/2018/5/layout/IconLeafLabelList"/>
    <dgm:cxn modelId="{62F5589D-EF0F-2342-AEC1-545E26C4CFD8}" type="presParOf" srcId="{382C3275-5309-4819-B39C-828CD0630B74}" destId="{1D71B00B-18CB-41C1-BFFD-2BF7459924F6}" srcOrd="1" destOrd="0" presId="urn:microsoft.com/office/officeart/2018/5/layout/IconLeafLabelList"/>
    <dgm:cxn modelId="{6BE6334A-C4E6-3D4C-8B7D-A5E0AF74473C}" type="presParOf" srcId="{382C3275-5309-4819-B39C-828CD0630B74}" destId="{DE213DCD-97B3-4FA9-A20E-5789F5470DB1}" srcOrd="2" destOrd="0" presId="urn:microsoft.com/office/officeart/2018/5/layout/IconLeafLabelList"/>
    <dgm:cxn modelId="{832426F1-9800-9345-812E-2DFEB18E1A86}" type="presParOf" srcId="{382C3275-5309-4819-B39C-828CD0630B74}" destId="{F6B7F733-A5F2-4E72-8EBF-64D111098273}" srcOrd="3" destOrd="0" presId="urn:microsoft.com/office/officeart/2018/5/layout/IconLeafLabelList"/>
    <dgm:cxn modelId="{C4B62302-AA58-274E-9048-B35DB290C3E5}" type="presParOf" srcId="{4EC09B10-BB64-4266-BF04-5D3865720220}" destId="{D51B4BC1-AA31-4E59-BCB4-FF8FA77FA263}" srcOrd="1" destOrd="0" presId="urn:microsoft.com/office/officeart/2018/5/layout/IconLeafLabelList"/>
    <dgm:cxn modelId="{9686FF1B-679E-8446-8A36-F46B8B2CD252}" type="presParOf" srcId="{4EC09B10-BB64-4266-BF04-5D3865720220}" destId="{329575A9-4406-44D4-9057-27805BD9FB3D}" srcOrd="2" destOrd="0" presId="urn:microsoft.com/office/officeart/2018/5/layout/IconLeafLabelList"/>
    <dgm:cxn modelId="{C1AE2DC6-41A4-0C4B-9B5D-EA9B72B2E531}" type="presParOf" srcId="{329575A9-4406-44D4-9057-27805BD9FB3D}" destId="{48489594-45B5-49FF-A785-2C908D750905}" srcOrd="0" destOrd="0" presId="urn:microsoft.com/office/officeart/2018/5/layout/IconLeafLabelList"/>
    <dgm:cxn modelId="{626A1EEA-A282-4C4E-B81A-0D3C627FF8C6}" type="presParOf" srcId="{329575A9-4406-44D4-9057-27805BD9FB3D}" destId="{7C78DEB9-BE84-44A7-9EFA-9BCF9AC341ED}" srcOrd="1" destOrd="0" presId="urn:microsoft.com/office/officeart/2018/5/layout/IconLeafLabelList"/>
    <dgm:cxn modelId="{87B6F85E-D3E2-B048-B3E9-D60E9198C159}" type="presParOf" srcId="{329575A9-4406-44D4-9057-27805BD9FB3D}" destId="{F926EED2-67E7-442B-8834-8A35DA3AFF64}" srcOrd="2" destOrd="0" presId="urn:microsoft.com/office/officeart/2018/5/layout/IconLeafLabelList"/>
    <dgm:cxn modelId="{D62DD0D5-A9FE-8E47-8F93-A7C3F2E9DBB3}" type="presParOf" srcId="{329575A9-4406-44D4-9057-27805BD9FB3D}" destId="{2409F0E9-4D1B-444B-8433-9F77D5CEC3AB}" srcOrd="3" destOrd="0" presId="urn:microsoft.com/office/officeart/2018/5/layout/IconLeafLabelList"/>
    <dgm:cxn modelId="{36472EB7-A74F-E846-93F7-094FCF7D154C}" type="presParOf" srcId="{4EC09B10-BB64-4266-BF04-5D3865720220}" destId="{50150A55-93F3-4F07-A10C-9AD5E0949C96}" srcOrd="3" destOrd="0" presId="urn:microsoft.com/office/officeart/2018/5/layout/IconLeafLabelList"/>
    <dgm:cxn modelId="{16C0BA07-6C90-344D-A024-2EEA712071E0}" type="presParOf" srcId="{4EC09B10-BB64-4266-BF04-5D3865720220}" destId="{9D4DE4BC-F608-490E-A984-425717CCE28B}" srcOrd="4" destOrd="0" presId="urn:microsoft.com/office/officeart/2018/5/layout/IconLeafLabelList"/>
    <dgm:cxn modelId="{9CC4E85A-B7FD-8E4A-8598-82E09E20C640}" type="presParOf" srcId="{9D4DE4BC-F608-490E-A984-425717CCE28B}" destId="{754DA836-82AA-4CA1-9785-61E2EE59F993}" srcOrd="0" destOrd="0" presId="urn:microsoft.com/office/officeart/2018/5/layout/IconLeafLabelList"/>
    <dgm:cxn modelId="{B99AF1C5-CF16-8749-8DE0-642E6C35F265}" type="presParOf" srcId="{9D4DE4BC-F608-490E-A984-425717CCE28B}" destId="{7AEEBCD9-C341-41D0-8EC2-713063AEAD25}" srcOrd="1" destOrd="0" presId="urn:microsoft.com/office/officeart/2018/5/layout/IconLeafLabelList"/>
    <dgm:cxn modelId="{ED633895-F361-A842-8424-36183B208492}" type="presParOf" srcId="{9D4DE4BC-F608-490E-A984-425717CCE28B}" destId="{5225BCD1-50AD-454C-B160-A86F087DC7F3}" srcOrd="2" destOrd="0" presId="urn:microsoft.com/office/officeart/2018/5/layout/IconLeafLabelList"/>
    <dgm:cxn modelId="{15B608C9-292B-BE43-8214-7E25CBF744C8}" type="presParOf" srcId="{9D4DE4BC-F608-490E-A984-425717CCE28B}" destId="{3BDB0759-D670-4A35-AFCF-0AF8352D3848}" srcOrd="3" destOrd="0" presId="urn:microsoft.com/office/officeart/2018/5/layout/IconLeafLabelList"/>
    <dgm:cxn modelId="{DEB81231-3F36-054F-8156-4A47470B08F4}" type="presParOf" srcId="{4EC09B10-BB64-4266-BF04-5D3865720220}" destId="{769F4FD6-C5A0-4C5A-82FB-6DD76D0C9153}" srcOrd="5" destOrd="0" presId="urn:microsoft.com/office/officeart/2018/5/layout/IconLeafLabelList"/>
    <dgm:cxn modelId="{9E7C9544-81A3-364D-8ED3-16EF0D648409}" type="presParOf" srcId="{4EC09B10-BB64-4266-BF04-5D3865720220}" destId="{0EE0C751-1723-4BAF-9AF7-794E8A620EA7}" srcOrd="6" destOrd="0" presId="urn:microsoft.com/office/officeart/2018/5/layout/IconLeafLabelList"/>
    <dgm:cxn modelId="{934512F0-DA7B-FC42-A46C-6496A448B652}" type="presParOf" srcId="{0EE0C751-1723-4BAF-9AF7-794E8A620EA7}" destId="{23713A27-78F6-4242-AB89-42D66A2ED22E}" srcOrd="0" destOrd="0" presId="urn:microsoft.com/office/officeart/2018/5/layout/IconLeafLabelList"/>
    <dgm:cxn modelId="{1676E318-DDFB-7D41-8181-10D6CAB26E46}" type="presParOf" srcId="{0EE0C751-1723-4BAF-9AF7-794E8A620EA7}" destId="{6B4EF34D-8618-4F8F-92FD-44B1C69D3B94}" srcOrd="1" destOrd="0" presId="urn:microsoft.com/office/officeart/2018/5/layout/IconLeafLabelList"/>
    <dgm:cxn modelId="{BD4B9BEA-3B58-5B40-8B83-516E2E3DD825}" type="presParOf" srcId="{0EE0C751-1723-4BAF-9AF7-794E8A620EA7}" destId="{8C1ACC02-BD2A-4530-B27A-3BFA9ED7B9D6}" srcOrd="2" destOrd="0" presId="urn:microsoft.com/office/officeart/2018/5/layout/IconLeafLabelList"/>
    <dgm:cxn modelId="{77DC2E29-C4A3-3744-ADFF-B6DEFCEC82DD}" type="presParOf" srcId="{0EE0C751-1723-4BAF-9AF7-794E8A620EA7}" destId="{B6C3CD71-1CB5-4A29-B5BE-317FED77687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044C58-5E82-4F11-8CA8-AA64FAC52B34}" type="doc">
      <dgm:prSet loTypeId="urn:microsoft.com/office/officeart/2005/8/layout/hProcess9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DE1D63-B209-4DE5-9F5D-338083250295}">
      <dgm:prSet/>
      <dgm:spPr/>
      <dgm:t>
        <a:bodyPr/>
        <a:lstStyle/>
        <a:p>
          <a:r>
            <a:rPr lang="en-US" i="1"/>
            <a:t>Cloud and Service-Oriented Computing</a:t>
          </a:r>
          <a:endParaRPr lang="en-US"/>
        </a:p>
      </dgm:t>
    </dgm:pt>
    <dgm:pt modelId="{17303C62-8045-4DB4-B155-5A0D38D6EFA1}" type="parTrans" cxnId="{FD036F62-EA9F-4E89-B1C8-FA41F5883BCF}">
      <dgm:prSet/>
      <dgm:spPr/>
      <dgm:t>
        <a:bodyPr/>
        <a:lstStyle/>
        <a:p>
          <a:endParaRPr lang="en-US"/>
        </a:p>
      </dgm:t>
    </dgm:pt>
    <dgm:pt modelId="{F458C4DF-6BFE-49A8-BD01-A5DC9D728C14}" type="sibTrans" cxnId="{FD036F62-EA9F-4E89-B1C8-FA41F5883BCF}">
      <dgm:prSet phldrT="1" phldr="0"/>
      <dgm:spPr/>
      <dgm:t>
        <a:bodyPr/>
        <a:lstStyle/>
        <a:p>
          <a:endParaRPr lang="en-US"/>
        </a:p>
      </dgm:t>
    </dgm:pt>
    <dgm:pt modelId="{BA997488-0069-4CB8-893B-521C54B37D3B}">
      <dgm:prSet/>
      <dgm:spPr/>
      <dgm:t>
        <a:bodyPr/>
        <a:lstStyle/>
        <a:p>
          <a:r>
            <a:rPr lang="en-US" i="1"/>
            <a:t>Cloud and Grid Computing </a:t>
          </a:r>
          <a:endParaRPr lang="en-US"/>
        </a:p>
      </dgm:t>
    </dgm:pt>
    <dgm:pt modelId="{0A4BF158-8255-4007-9DD9-C51480E0693B}" type="parTrans" cxnId="{AA5A561D-7C8A-4A77-A670-68B3D162FDED}">
      <dgm:prSet/>
      <dgm:spPr/>
      <dgm:t>
        <a:bodyPr/>
        <a:lstStyle/>
        <a:p>
          <a:endParaRPr lang="en-US"/>
        </a:p>
      </dgm:t>
    </dgm:pt>
    <dgm:pt modelId="{25F1DBDC-1CC1-4F7B-9ED1-5AE319055A7F}" type="sibTrans" cxnId="{AA5A561D-7C8A-4A77-A670-68B3D162FDED}">
      <dgm:prSet phldrT="2" phldr="0"/>
      <dgm:spPr/>
      <dgm:t>
        <a:bodyPr/>
        <a:lstStyle/>
        <a:p>
          <a:endParaRPr lang="en-US"/>
        </a:p>
      </dgm:t>
    </dgm:pt>
    <dgm:pt modelId="{E7CE8780-0149-4648-B33B-4A117762F947}">
      <dgm:prSet/>
      <dgm:spPr/>
      <dgm:t>
        <a:bodyPr/>
        <a:lstStyle/>
        <a:p>
          <a:r>
            <a:rPr lang="en-US" i="1"/>
            <a:t>Cloud and High Performance Computing </a:t>
          </a:r>
          <a:endParaRPr lang="en-US"/>
        </a:p>
      </dgm:t>
    </dgm:pt>
    <dgm:pt modelId="{7DD8784C-592A-4B0F-8E69-AABC3FB55FD3}" type="parTrans" cxnId="{86A42398-E8C0-4187-BC1F-8C762E98FB34}">
      <dgm:prSet/>
      <dgm:spPr/>
      <dgm:t>
        <a:bodyPr/>
        <a:lstStyle/>
        <a:p>
          <a:endParaRPr lang="en-US"/>
        </a:p>
      </dgm:t>
    </dgm:pt>
    <dgm:pt modelId="{56D64E8C-6A07-45B9-9FB9-B2D9538955F9}" type="sibTrans" cxnId="{86A42398-E8C0-4187-BC1F-8C762E98FB34}">
      <dgm:prSet phldrT="3" phldr="0"/>
      <dgm:spPr/>
      <dgm:t>
        <a:bodyPr/>
        <a:lstStyle/>
        <a:p>
          <a:endParaRPr lang="en-US"/>
        </a:p>
      </dgm:t>
    </dgm:pt>
    <dgm:pt modelId="{4AB970FC-CF3F-0543-9177-11C17A0DC47F}" type="pres">
      <dgm:prSet presAssocID="{8C044C58-5E82-4F11-8CA8-AA64FAC52B34}" presName="CompostProcess" presStyleCnt="0">
        <dgm:presLayoutVars>
          <dgm:dir/>
          <dgm:resizeHandles val="exact"/>
        </dgm:presLayoutVars>
      </dgm:prSet>
      <dgm:spPr/>
    </dgm:pt>
    <dgm:pt modelId="{EEA2E029-8F06-CF45-8EF5-98453AB1E1A6}" type="pres">
      <dgm:prSet presAssocID="{8C044C58-5E82-4F11-8CA8-AA64FAC52B34}" presName="arrow" presStyleLbl="bgShp" presStyleIdx="0" presStyleCnt="1"/>
      <dgm:spPr/>
    </dgm:pt>
    <dgm:pt modelId="{999E4C97-E53C-2F43-8CDD-6D747CE2171C}" type="pres">
      <dgm:prSet presAssocID="{8C044C58-5E82-4F11-8CA8-AA64FAC52B34}" presName="linearProcess" presStyleCnt="0"/>
      <dgm:spPr/>
    </dgm:pt>
    <dgm:pt modelId="{A92AFA02-B578-8742-8AFE-A87BD3586C3C}" type="pres">
      <dgm:prSet presAssocID="{C9DE1D63-B209-4DE5-9F5D-338083250295}" presName="textNode" presStyleLbl="node1" presStyleIdx="0" presStyleCnt="3">
        <dgm:presLayoutVars>
          <dgm:bulletEnabled val="1"/>
        </dgm:presLayoutVars>
      </dgm:prSet>
      <dgm:spPr/>
    </dgm:pt>
    <dgm:pt modelId="{343293D1-1C9C-AB48-B4AD-9053D7EDDCC8}" type="pres">
      <dgm:prSet presAssocID="{F458C4DF-6BFE-49A8-BD01-A5DC9D728C14}" presName="sibTrans" presStyleCnt="0"/>
      <dgm:spPr/>
    </dgm:pt>
    <dgm:pt modelId="{D77F42A8-27B5-9F42-8FB8-938BB56B260F}" type="pres">
      <dgm:prSet presAssocID="{BA997488-0069-4CB8-893B-521C54B37D3B}" presName="textNode" presStyleLbl="node1" presStyleIdx="1" presStyleCnt="3">
        <dgm:presLayoutVars>
          <dgm:bulletEnabled val="1"/>
        </dgm:presLayoutVars>
      </dgm:prSet>
      <dgm:spPr/>
    </dgm:pt>
    <dgm:pt modelId="{C68AE5B7-F45D-C946-8515-655EBBFE8D39}" type="pres">
      <dgm:prSet presAssocID="{25F1DBDC-1CC1-4F7B-9ED1-5AE319055A7F}" presName="sibTrans" presStyleCnt="0"/>
      <dgm:spPr/>
    </dgm:pt>
    <dgm:pt modelId="{7BEA9F3A-F878-324E-940E-0CAB33B2F618}" type="pres">
      <dgm:prSet presAssocID="{E7CE8780-0149-4648-B33B-4A117762F94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AA5A561D-7C8A-4A77-A670-68B3D162FDED}" srcId="{8C044C58-5E82-4F11-8CA8-AA64FAC52B34}" destId="{BA997488-0069-4CB8-893B-521C54B37D3B}" srcOrd="1" destOrd="0" parTransId="{0A4BF158-8255-4007-9DD9-C51480E0693B}" sibTransId="{25F1DBDC-1CC1-4F7B-9ED1-5AE319055A7F}"/>
    <dgm:cxn modelId="{FD036F62-EA9F-4E89-B1C8-FA41F5883BCF}" srcId="{8C044C58-5E82-4F11-8CA8-AA64FAC52B34}" destId="{C9DE1D63-B209-4DE5-9F5D-338083250295}" srcOrd="0" destOrd="0" parTransId="{17303C62-8045-4DB4-B155-5A0D38D6EFA1}" sibTransId="{F458C4DF-6BFE-49A8-BD01-A5DC9D728C14}"/>
    <dgm:cxn modelId="{D6675795-B6EF-5D4A-A0D3-A43360C61A28}" type="presOf" srcId="{C9DE1D63-B209-4DE5-9F5D-338083250295}" destId="{A92AFA02-B578-8742-8AFE-A87BD3586C3C}" srcOrd="0" destOrd="0" presId="urn:microsoft.com/office/officeart/2005/8/layout/hProcess9"/>
    <dgm:cxn modelId="{86A42398-E8C0-4187-BC1F-8C762E98FB34}" srcId="{8C044C58-5E82-4F11-8CA8-AA64FAC52B34}" destId="{E7CE8780-0149-4648-B33B-4A117762F947}" srcOrd="2" destOrd="0" parTransId="{7DD8784C-592A-4B0F-8E69-AABC3FB55FD3}" sibTransId="{56D64E8C-6A07-45B9-9FB9-B2D9538955F9}"/>
    <dgm:cxn modelId="{EF0DE0BB-3A77-6A45-AB5A-0C11B21384A1}" type="presOf" srcId="{E7CE8780-0149-4648-B33B-4A117762F947}" destId="{7BEA9F3A-F878-324E-940E-0CAB33B2F618}" srcOrd="0" destOrd="0" presId="urn:microsoft.com/office/officeart/2005/8/layout/hProcess9"/>
    <dgm:cxn modelId="{C1B810BD-37D3-F44C-AEA2-2447A62BA323}" type="presOf" srcId="{8C044C58-5E82-4F11-8CA8-AA64FAC52B34}" destId="{4AB970FC-CF3F-0543-9177-11C17A0DC47F}" srcOrd="0" destOrd="0" presId="urn:microsoft.com/office/officeart/2005/8/layout/hProcess9"/>
    <dgm:cxn modelId="{6D93AAE6-445A-1449-8282-45BAA6869A59}" type="presOf" srcId="{BA997488-0069-4CB8-893B-521C54B37D3B}" destId="{D77F42A8-27B5-9F42-8FB8-938BB56B260F}" srcOrd="0" destOrd="0" presId="urn:microsoft.com/office/officeart/2005/8/layout/hProcess9"/>
    <dgm:cxn modelId="{CA5E8071-E57E-0B4E-BC6A-B1248DD5B167}" type="presParOf" srcId="{4AB970FC-CF3F-0543-9177-11C17A0DC47F}" destId="{EEA2E029-8F06-CF45-8EF5-98453AB1E1A6}" srcOrd="0" destOrd="0" presId="urn:microsoft.com/office/officeart/2005/8/layout/hProcess9"/>
    <dgm:cxn modelId="{7244C690-DAAD-D149-BF85-DCDD13FFFB4D}" type="presParOf" srcId="{4AB970FC-CF3F-0543-9177-11C17A0DC47F}" destId="{999E4C97-E53C-2F43-8CDD-6D747CE2171C}" srcOrd="1" destOrd="0" presId="urn:microsoft.com/office/officeart/2005/8/layout/hProcess9"/>
    <dgm:cxn modelId="{2077C1CB-5851-8F4E-9B7B-7741B5A69AFD}" type="presParOf" srcId="{999E4C97-E53C-2F43-8CDD-6D747CE2171C}" destId="{A92AFA02-B578-8742-8AFE-A87BD3586C3C}" srcOrd="0" destOrd="0" presId="urn:microsoft.com/office/officeart/2005/8/layout/hProcess9"/>
    <dgm:cxn modelId="{96A1BF78-FE4D-DD4B-8E15-7992E6BC8B4D}" type="presParOf" srcId="{999E4C97-E53C-2F43-8CDD-6D747CE2171C}" destId="{343293D1-1C9C-AB48-B4AD-9053D7EDDCC8}" srcOrd="1" destOrd="0" presId="urn:microsoft.com/office/officeart/2005/8/layout/hProcess9"/>
    <dgm:cxn modelId="{77BF3CCC-B66F-7F48-828F-12BD7393618F}" type="presParOf" srcId="{999E4C97-E53C-2F43-8CDD-6D747CE2171C}" destId="{D77F42A8-27B5-9F42-8FB8-938BB56B260F}" srcOrd="2" destOrd="0" presId="urn:microsoft.com/office/officeart/2005/8/layout/hProcess9"/>
    <dgm:cxn modelId="{4CF6AA76-D4FE-3F49-9F80-BFC4D68B63FC}" type="presParOf" srcId="{999E4C97-E53C-2F43-8CDD-6D747CE2171C}" destId="{C68AE5B7-F45D-C946-8515-655EBBFE8D39}" srcOrd="3" destOrd="0" presId="urn:microsoft.com/office/officeart/2005/8/layout/hProcess9"/>
    <dgm:cxn modelId="{0884671B-8C75-F140-AA37-D24F74EC37E5}" type="presParOf" srcId="{999E4C97-E53C-2F43-8CDD-6D747CE2171C}" destId="{7BEA9F3A-F878-324E-940E-0CAB33B2F61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735D283-276C-4D03-B90A-E526EBA52888}" type="doc">
      <dgm:prSet loTypeId="urn:microsoft.com/office/officeart/2005/8/layout/vList5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0532258E-93AF-4776-8933-6ADD465103FD}">
      <dgm:prSet/>
      <dgm:spPr/>
      <dgm:t>
        <a:bodyPr/>
        <a:lstStyle/>
        <a:p>
          <a:r>
            <a:rPr lang="en-US"/>
            <a:t>Advances in SOC</a:t>
          </a:r>
        </a:p>
        <a:p>
          <a:r>
            <a:rPr lang="en-US" altLang="zh-CN"/>
            <a:t> </a:t>
          </a:r>
          <a:r>
            <a:rPr lang="en-US" altLang="zh-CN">
              <a:solidFill>
                <a:schemeClr val="accent2"/>
              </a:solidFill>
            </a:rPr>
            <a:t>benefit</a:t>
          </a:r>
          <a:r>
            <a:rPr lang="en-US" altLang="zh-CN"/>
            <a:t> Cloud Computing </a:t>
          </a:r>
          <a:r>
            <a:rPr lang="en-US"/>
            <a:t> </a:t>
          </a:r>
        </a:p>
      </dgm:t>
    </dgm:pt>
    <dgm:pt modelId="{FADC4BCD-1C6E-4117-A23B-0D9C7A8930A2}" type="parTrans" cxnId="{9B593095-C8AE-46E8-AD90-77EC48174F02}">
      <dgm:prSet/>
      <dgm:spPr/>
      <dgm:t>
        <a:bodyPr/>
        <a:lstStyle/>
        <a:p>
          <a:endParaRPr lang="en-US"/>
        </a:p>
      </dgm:t>
    </dgm:pt>
    <dgm:pt modelId="{78E48A94-5160-49C6-BC83-2EF49D264E13}" type="sibTrans" cxnId="{9B593095-C8AE-46E8-AD90-77EC48174F02}">
      <dgm:prSet/>
      <dgm:spPr/>
      <dgm:t>
        <a:bodyPr/>
        <a:lstStyle/>
        <a:p>
          <a:endParaRPr lang="en-US"/>
        </a:p>
      </dgm:t>
    </dgm:pt>
    <dgm:pt modelId="{026C1989-5C83-4ACB-A0C8-F1E539AE30EC}">
      <dgm:prSet/>
      <dgm:spPr/>
      <dgm:t>
        <a:bodyPr/>
        <a:lstStyle/>
        <a:p>
          <a:r>
            <a:rPr lang="en-US"/>
            <a:t>Service Description for Cloud Services</a:t>
          </a:r>
        </a:p>
      </dgm:t>
    </dgm:pt>
    <dgm:pt modelId="{425AD176-F133-44F8-BF05-406AA99EC698}" type="parTrans" cxnId="{98982093-7C4A-416C-80A6-46B5CC9153A3}">
      <dgm:prSet/>
      <dgm:spPr/>
      <dgm:t>
        <a:bodyPr/>
        <a:lstStyle/>
        <a:p>
          <a:endParaRPr lang="en-US"/>
        </a:p>
      </dgm:t>
    </dgm:pt>
    <dgm:pt modelId="{BEDED491-B27D-40A8-AAC7-B303D54935E7}" type="sibTrans" cxnId="{98982093-7C4A-416C-80A6-46B5CC9153A3}">
      <dgm:prSet/>
      <dgm:spPr/>
      <dgm:t>
        <a:bodyPr/>
        <a:lstStyle/>
        <a:p>
          <a:endParaRPr lang="en-US"/>
        </a:p>
      </dgm:t>
    </dgm:pt>
    <dgm:pt modelId="{97985BCE-4153-49DA-A038-71D9038FD9D9}">
      <dgm:prSet/>
      <dgm:spPr/>
      <dgm:t>
        <a:bodyPr/>
        <a:lstStyle/>
        <a:p>
          <a:r>
            <a:rPr lang="en-US"/>
            <a:t>Service Discovery for Cloud Services</a:t>
          </a:r>
        </a:p>
      </dgm:t>
    </dgm:pt>
    <dgm:pt modelId="{32A1DCA4-A255-47AD-9EBE-82DC5FFFBE62}" type="parTrans" cxnId="{49DBC6B1-CEF9-4BC0-A51C-B329B2093332}">
      <dgm:prSet/>
      <dgm:spPr/>
      <dgm:t>
        <a:bodyPr/>
        <a:lstStyle/>
        <a:p>
          <a:endParaRPr lang="en-US"/>
        </a:p>
      </dgm:t>
    </dgm:pt>
    <dgm:pt modelId="{79C27F4F-86E2-41F2-8DA9-2AA368D1083B}" type="sibTrans" cxnId="{49DBC6B1-CEF9-4BC0-A51C-B329B2093332}">
      <dgm:prSet/>
      <dgm:spPr/>
      <dgm:t>
        <a:bodyPr/>
        <a:lstStyle/>
        <a:p>
          <a:endParaRPr lang="en-US"/>
        </a:p>
      </dgm:t>
    </dgm:pt>
    <dgm:pt modelId="{0E74A2E8-46B3-4651-B363-E76BC6ABC5E2}">
      <dgm:prSet/>
      <dgm:spPr/>
      <dgm:t>
        <a:bodyPr/>
        <a:lstStyle/>
        <a:p>
          <a:r>
            <a:rPr lang="en-US"/>
            <a:t>Service Composition for Cloud Service</a:t>
          </a:r>
        </a:p>
      </dgm:t>
    </dgm:pt>
    <dgm:pt modelId="{AC7BE6FD-E88C-4645-8B8F-B7DE409BE2C0}" type="parTrans" cxnId="{DE6D76BE-DAAC-4630-B29A-FB1F3D4E9BE6}">
      <dgm:prSet/>
      <dgm:spPr/>
      <dgm:t>
        <a:bodyPr/>
        <a:lstStyle/>
        <a:p>
          <a:endParaRPr lang="en-US"/>
        </a:p>
      </dgm:t>
    </dgm:pt>
    <dgm:pt modelId="{04B05F5E-5BD5-4C53-9B78-214089B9F05A}" type="sibTrans" cxnId="{DE6D76BE-DAAC-4630-B29A-FB1F3D4E9BE6}">
      <dgm:prSet/>
      <dgm:spPr/>
      <dgm:t>
        <a:bodyPr/>
        <a:lstStyle/>
        <a:p>
          <a:endParaRPr lang="en-US"/>
        </a:p>
      </dgm:t>
    </dgm:pt>
    <dgm:pt modelId="{854D800F-370D-44DE-B8C2-93850D61681B}">
      <dgm:prSet/>
      <dgm:spPr/>
      <dgm:t>
        <a:bodyPr/>
        <a:lstStyle/>
        <a:p>
          <a:r>
            <a:rPr lang="en-US"/>
            <a:t>Service Management for Cloud Service</a:t>
          </a:r>
        </a:p>
      </dgm:t>
    </dgm:pt>
    <dgm:pt modelId="{8868B852-BB7F-4AF6-8E4F-220379401166}" type="parTrans" cxnId="{F688A593-37B4-4B8D-95AA-D80CD3FECB82}">
      <dgm:prSet/>
      <dgm:spPr/>
      <dgm:t>
        <a:bodyPr/>
        <a:lstStyle/>
        <a:p>
          <a:endParaRPr lang="en-US"/>
        </a:p>
      </dgm:t>
    </dgm:pt>
    <dgm:pt modelId="{3E7311F4-E192-4F68-B257-AC063195F89C}" type="sibTrans" cxnId="{F688A593-37B4-4B8D-95AA-D80CD3FECB82}">
      <dgm:prSet/>
      <dgm:spPr/>
      <dgm:t>
        <a:bodyPr/>
        <a:lstStyle/>
        <a:p>
          <a:endParaRPr lang="en-US"/>
        </a:p>
      </dgm:t>
    </dgm:pt>
    <dgm:pt modelId="{93D5612C-4903-48CD-8A0C-4FECE47352E4}">
      <dgm:prSet/>
      <dgm:spPr/>
      <dgm:t>
        <a:bodyPr/>
        <a:lstStyle/>
        <a:p>
          <a:r>
            <a:rPr lang="en-US"/>
            <a:t>Cloud computing </a:t>
          </a:r>
          <a:r>
            <a:rPr lang="en-US">
              <a:solidFill>
                <a:schemeClr val="accent2"/>
              </a:solidFill>
            </a:rPr>
            <a:t>benefit</a:t>
          </a:r>
          <a:r>
            <a:rPr lang="en-US"/>
            <a:t> Service Oriented Computing</a:t>
          </a:r>
        </a:p>
      </dgm:t>
    </dgm:pt>
    <dgm:pt modelId="{A56EECB6-2801-4270-A66B-99D969B1CF65}" type="parTrans" cxnId="{01726AF0-02F5-49F3-AE36-1B47F6CDC4E3}">
      <dgm:prSet/>
      <dgm:spPr/>
      <dgm:t>
        <a:bodyPr/>
        <a:lstStyle/>
        <a:p>
          <a:endParaRPr lang="en-US"/>
        </a:p>
      </dgm:t>
    </dgm:pt>
    <dgm:pt modelId="{0662A4FF-3211-4C60-904E-3E7D4BEA57B9}" type="sibTrans" cxnId="{01726AF0-02F5-49F3-AE36-1B47F6CDC4E3}">
      <dgm:prSet/>
      <dgm:spPr/>
      <dgm:t>
        <a:bodyPr/>
        <a:lstStyle/>
        <a:p>
          <a:endParaRPr lang="en-US"/>
        </a:p>
      </dgm:t>
    </dgm:pt>
    <dgm:pt modelId="{59011035-A4AB-4B48-AE9E-7A24874B4889}">
      <dgm:prSet/>
      <dgm:spPr/>
      <dgm:t>
        <a:bodyPr/>
        <a:lstStyle/>
        <a:p>
          <a:r>
            <a:rPr lang="en-US"/>
            <a:t>Cloud for Web Service Development</a:t>
          </a:r>
        </a:p>
      </dgm:t>
    </dgm:pt>
    <dgm:pt modelId="{1724B94B-FBA3-42D4-AF74-E38738895D60}" type="parTrans" cxnId="{230E3BBD-8D18-4A36-9253-4B4012BDA1FC}">
      <dgm:prSet/>
      <dgm:spPr/>
      <dgm:t>
        <a:bodyPr/>
        <a:lstStyle/>
        <a:p>
          <a:endParaRPr lang="en-US"/>
        </a:p>
      </dgm:t>
    </dgm:pt>
    <dgm:pt modelId="{FEE2123B-D02D-42B1-A7E9-6CF8C8C5CFC1}" type="sibTrans" cxnId="{230E3BBD-8D18-4A36-9253-4B4012BDA1FC}">
      <dgm:prSet/>
      <dgm:spPr/>
      <dgm:t>
        <a:bodyPr/>
        <a:lstStyle/>
        <a:p>
          <a:endParaRPr lang="en-US"/>
        </a:p>
      </dgm:t>
    </dgm:pt>
    <dgm:pt modelId="{41BAF536-AB84-4B0F-950E-FA3D3F390A20}">
      <dgm:prSet/>
      <dgm:spPr/>
      <dgm:t>
        <a:bodyPr/>
        <a:lstStyle/>
        <a:p>
          <a:r>
            <a:rPr lang="en-US"/>
            <a:t>Cloud for Web Service Testing</a:t>
          </a:r>
        </a:p>
      </dgm:t>
    </dgm:pt>
    <dgm:pt modelId="{CFC2F371-040C-4FE2-89B1-7520C3CB2F1E}" type="parTrans" cxnId="{F7A18EB2-F65C-4760-8DF2-9565C56D9DF2}">
      <dgm:prSet/>
      <dgm:spPr/>
      <dgm:t>
        <a:bodyPr/>
        <a:lstStyle/>
        <a:p>
          <a:endParaRPr lang="en-US"/>
        </a:p>
      </dgm:t>
    </dgm:pt>
    <dgm:pt modelId="{6E72B29B-51BC-44AB-9B63-6E1C6F717433}" type="sibTrans" cxnId="{F7A18EB2-F65C-4760-8DF2-9565C56D9DF2}">
      <dgm:prSet/>
      <dgm:spPr/>
      <dgm:t>
        <a:bodyPr/>
        <a:lstStyle/>
        <a:p>
          <a:endParaRPr lang="en-US"/>
        </a:p>
      </dgm:t>
    </dgm:pt>
    <dgm:pt modelId="{68099D1D-5189-4AEC-8908-388962C3C38E}">
      <dgm:prSet/>
      <dgm:spPr/>
      <dgm:t>
        <a:bodyPr/>
        <a:lstStyle/>
        <a:p>
          <a:r>
            <a:rPr lang="en-US"/>
            <a:t>Cloud for Web Service Deployment</a:t>
          </a:r>
        </a:p>
      </dgm:t>
    </dgm:pt>
    <dgm:pt modelId="{14DBFB55-D3D1-457A-8604-BD344D266C5D}" type="parTrans" cxnId="{AD819140-6B36-4702-878F-3599EBF5CE85}">
      <dgm:prSet/>
      <dgm:spPr/>
      <dgm:t>
        <a:bodyPr/>
        <a:lstStyle/>
        <a:p>
          <a:endParaRPr lang="en-US"/>
        </a:p>
      </dgm:t>
    </dgm:pt>
    <dgm:pt modelId="{BC4FB62E-A1CF-4D1B-99C2-9FA57A8DEC23}" type="sibTrans" cxnId="{AD819140-6B36-4702-878F-3599EBF5CE85}">
      <dgm:prSet/>
      <dgm:spPr/>
      <dgm:t>
        <a:bodyPr/>
        <a:lstStyle/>
        <a:p>
          <a:endParaRPr lang="en-US"/>
        </a:p>
      </dgm:t>
    </dgm:pt>
    <dgm:pt modelId="{FBCA2A8C-5133-4108-BC7A-C01D1CF21303}">
      <dgm:prSet/>
      <dgm:spPr/>
      <dgm:t>
        <a:bodyPr/>
        <a:lstStyle/>
        <a:p>
          <a:r>
            <a:rPr lang="en-US"/>
            <a:t>Cloud for Service Process Enactment</a:t>
          </a:r>
        </a:p>
      </dgm:t>
    </dgm:pt>
    <dgm:pt modelId="{B1D3E367-63B4-43A5-A449-C01F07D604C6}" type="parTrans" cxnId="{2C5C5DF4-469F-4AAF-B35C-8A092D63096E}">
      <dgm:prSet/>
      <dgm:spPr/>
      <dgm:t>
        <a:bodyPr/>
        <a:lstStyle/>
        <a:p>
          <a:endParaRPr lang="en-US"/>
        </a:p>
      </dgm:t>
    </dgm:pt>
    <dgm:pt modelId="{E2F1BE70-7E3C-413C-ADFD-5D2670ACD592}" type="sibTrans" cxnId="{2C5C5DF4-469F-4AAF-B35C-8A092D63096E}">
      <dgm:prSet/>
      <dgm:spPr/>
      <dgm:t>
        <a:bodyPr/>
        <a:lstStyle/>
        <a:p>
          <a:endParaRPr lang="en-US"/>
        </a:p>
      </dgm:t>
    </dgm:pt>
    <dgm:pt modelId="{6DEF8084-8508-294B-A75F-984B08E7DBCA}" type="pres">
      <dgm:prSet presAssocID="{5735D283-276C-4D03-B90A-E526EBA52888}" presName="Name0" presStyleCnt="0">
        <dgm:presLayoutVars>
          <dgm:dir/>
          <dgm:animLvl val="lvl"/>
          <dgm:resizeHandles val="exact"/>
        </dgm:presLayoutVars>
      </dgm:prSet>
      <dgm:spPr/>
    </dgm:pt>
    <dgm:pt modelId="{6E80152D-2E9B-594E-B6F7-8C9C8F179D7B}" type="pres">
      <dgm:prSet presAssocID="{0532258E-93AF-4776-8933-6ADD465103FD}" presName="linNode" presStyleCnt="0"/>
      <dgm:spPr/>
    </dgm:pt>
    <dgm:pt modelId="{8EDD4FB2-D1E2-CC44-B454-B2D8613C198F}" type="pres">
      <dgm:prSet presAssocID="{0532258E-93AF-4776-8933-6ADD465103F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B7E0F63-6D17-9B40-B66D-64076A1DAC1D}" type="pres">
      <dgm:prSet presAssocID="{0532258E-93AF-4776-8933-6ADD465103FD}" presName="descendantText" presStyleLbl="alignAccFollowNode1" presStyleIdx="0" presStyleCnt="2">
        <dgm:presLayoutVars>
          <dgm:bulletEnabled val="1"/>
        </dgm:presLayoutVars>
      </dgm:prSet>
      <dgm:spPr/>
    </dgm:pt>
    <dgm:pt modelId="{2EBC737C-2DCC-DA46-B88F-13AAF0CC4525}" type="pres">
      <dgm:prSet presAssocID="{78E48A94-5160-49C6-BC83-2EF49D264E13}" presName="sp" presStyleCnt="0"/>
      <dgm:spPr/>
    </dgm:pt>
    <dgm:pt modelId="{64BC784D-2CA8-6F4F-B1F5-4672873E3DDA}" type="pres">
      <dgm:prSet presAssocID="{93D5612C-4903-48CD-8A0C-4FECE47352E4}" presName="linNode" presStyleCnt="0"/>
      <dgm:spPr/>
    </dgm:pt>
    <dgm:pt modelId="{5852ADD2-7824-154F-B1F7-FCC107142985}" type="pres">
      <dgm:prSet presAssocID="{93D5612C-4903-48CD-8A0C-4FECE47352E4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66285A7-F499-2C4A-8323-ED494B49B832}" type="pres">
      <dgm:prSet presAssocID="{93D5612C-4903-48CD-8A0C-4FECE47352E4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B43AF01-DA4C-AB4F-924E-72CA8E740654}" type="presOf" srcId="{0532258E-93AF-4776-8933-6ADD465103FD}" destId="{8EDD4FB2-D1E2-CC44-B454-B2D8613C198F}" srcOrd="0" destOrd="0" presId="urn:microsoft.com/office/officeart/2005/8/layout/vList5"/>
    <dgm:cxn modelId="{8E1BE210-AC55-D14F-BCF7-5ACF84141F6D}" type="presOf" srcId="{FBCA2A8C-5133-4108-BC7A-C01D1CF21303}" destId="{066285A7-F499-2C4A-8323-ED494B49B832}" srcOrd="0" destOrd="3" presId="urn:microsoft.com/office/officeart/2005/8/layout/vList5"/>
    <dgm:cxn modelId="{2306B02A-C6FB-9A48-80FB-9AFC5942925C}" type="presOf" srcId="{59011035-A4AB-4B48-AE9E-7A24874B4889}" destId="{066285A7-F499-2C4A-8323-ED494B49B832}" srcOrd="0" destOrd="0" presId="urn:microsoft.com/office/officeart/2005/8/layout/vList5"/>
    <dgm:cxn modelId="{7F8B8B33-CC2F-214F-B5FE-02E4E68CF776}" type="presOf" srcId="{68099D1D-5189-4AEC-8908-388962C3C38E}" destId="{066285A7-F499-2C4A-8323-ED494B49B832}" srcOrd="0" destOrd="2" presId="urn:microsoft.com/office/officeart/2005/8/layout/vList5"/>
    <dgm:cxn modelId="{AD819140-6B36-4702-878F-3599EBF5CE85}" srcId="{93D5612C-4903-48CD-8A0C-4FECE47352E4}" destId="{68099D1D-5189-4AEC-8908-388962C3C38E}" srcOrd="2" destOrd="0" parTransId="{14DBFB55-D3D1-457A-8604-BD344D266C5D}" sibTransId="{BC4FB62E-A1CF-4D1B-99C2-9FA57A8DEC23}"/>
    <dgm:cxn modelId="{C5272664-C9CA-0F43-A38C-A5774A5E3C7D}" type="presOf" srcId="{93D5612C-4903-48CD-8A0C-4FECE47352E4}" destId="{5852ADD2-7824-154F-B1F7-FCC107142985}" srcOrd="0" destOrd="0" presId="urn:microsoft.com/office/officeart/2005/8/layout/vList5"/>
    <dgm:cxn modelId="{98982093-7C4A-416C-80A6-46B5CC9153A3}" srcId="{0532258E-93AF-4776-8933-6ADD465103FD}" destId="{026C1989-5C83-4ACB-A0C8-F1E539AE30EC}" srcOrd="0" destOrd="0" parTransId="{425AD176-F133-44F8-BF05-406AA99EC698}" sibTransId="{BEDED491-B27D-40A8-AAC7-B303D54935E7}"/>
    <dgm:cxn modelId="{F688A593-37B4-4B8D-95AA-D80CD3FECB82}" srcId="{0532258E-93AF-4776-8933-6ADD465103FD}" destId="{854D800F-370D-44DE-B8C2-93850D61681B}" srcOrd="3" destOrd="0" parTransId="{8868B852-BB7F-4AF6-8E4F-220379401166}" sibTransId="{3E7311F4-E192-4F68-B257-AC063195F89C}"/>
    <dgm:cxn modelId="{9B593095-C8AE-46E8-AD90-77EC48174F02}" srcId="{5735D283-276C-4D03-B90A-E526EBA52888}" destId="{0532258E-93AF-4776-8933-6ADD465103FD}" srcOrd="0" destOrd="0" parTransId="{FADC4BCD-1C6E-4117-A23B-0D9C7A8930A2}" sibTransId="{78E48A94-5160-49C6-BC83-2EF49D264E13}"/>
    <dgm:cxn modelId="{3E814AAF-B938-B64A-98C4-2DCF707F2339}" type="presOf" srcId="{41BAF536-AB84-4B0F-950E-FA3D3F390A20}" destId="{066285A7-F499-2C4A-8323-ED494B49B832}" srcOrd="0" destOrd="1" presId="urn:microsoft.com/office/officeart/2005/8/layout/vList5"/>
    <dgm:cxn modelId="{49DBC6B1-CEF9-4BC0-A51C-B329B2093332}" srcId="{0532258E-93AF-4776-8933-6ADD465103FD}" destId="{97985BCE-4153-49DA-A038-71D9038FD9D9}" srcOrd="1" destOrd="0" parTransId="{32A1DCA4-A255-47AD-9EBE-82DC5FFFBE62}" sibTransId="{79C27F4F-86E2-41F2-8DA9-2AA368D1083B}"/>
    <dgm:cxn modelId="{F7A18EB2-F65C-4760-8DF2-9565C56D9DF2}" srcId="{93D5612C-4903-48CD-8A0C-4FECE47352E4}" destId="{41BAF536-AB84-4B0F-950E-FA3D3F390A20}" srcOrd="1" destOrd="0" parTransId="{CFC2F371-040C-4FE2-89B1-7520C3CB2F1E}" sibTransId="{6E72B29B-51BC-44AB-9B63-6E1C6F717433}"/>
    <dgm:cxn modelId="{230E3BBD-8D18-4A36-9253-4B4012BDA1FC}" srcId="{93D5612C-4903-48CD-8A0C-4FECE47352E4}" destId="{59011035-A4AB-4B48-AE9E-7A24874B4889}" srcOrd="0" destOrd="0" parTransId="{1724B94B-FBA3-42D4-AF74-E38738895D60}" sibTransId="{FEE2123B-D02D-42B1-A7E9-6CF8C8C5CFC1}"/>
    <dgm:cxn modelId="{DE6D76BE-DAAC-4630-B29A-FB1F3D4E9BE6}" srcId="{0532258E-93AF-4776-8933-6ADD465103FD}" destId="{0E74A2E8-46B3-4651-B363-E76BC6ABC5E2}" srcOrd="2" destOrd="0" parTransId="{AC7BE6FD-E88C-4645-8B8F-B7DE409BE2C0}" sibTransId="{04B05F5E-5BD5-4C53-9B78-214089B9F05A}"/>
    <dgm:cxn modelId="{AD5211BF-FCC8-3A4D-83D2-3B7B5DD7B07A}" type="presOf" srcId="{97985BCE-4153-49DA-A038-71D9038FD9D9}" destId="{CB7E0F63-6D17-9B40-B66D-64076A1DAC1D}" srcOrd="0" destOrd="1" presId="urn:microsoft.com/office/officeart/2005/8/layout/vList5"/>
    <dgm:cxn modelId="{AAFE6DC9-D6BA-2943-ABA1-C895768EDCB0}" type="presOf" srcId="{5735D283-276C-4D03-B90A-E526EBA52888}" destId="{6DEF8084-8508-294B-A75F-984B08E7DBCA}" srcOrd="0" destOrd="0" presId="urn:microsoft.com/office/officeart/2005/8/layout/vList5"/>
    <dgm:cxn modelId="{09619FE8-F7BB-AD4E-9437-714DCD8F9FD5}" type="presOf" srcId="{854D800F-370D-44DE-B8C2-93850D61681B}" destId="{CB7E0F63-6D17-9B40-B66D-64076A1DAC1D}" srcOrd="0" destOrd="3" presId="urn:microsoft.com/office/officeart/2005/8/layout/vList5"/>
    <dgm:cxn modelId="{85A5FAEF-E139-314B-8CA3-BC0FD6471F32}" type="presOf" srcId="{0E74A2E8-46B3-4651-B363-E76BC6ABC5E2}" destId="{CB7E0F63-6D17-9B40-B66D-64076A1DAC1D}" srcOrd="0" destOrd="2" presId="urn:microsoft.com/office/officeart/2005/8/layout/vList5"/>
    <dgm:cxn modelId="{01726AF0-02F5-49F3-AE36-1B47F6CDC4E3}" srcId="{5735D283-276C-4D03-B90A-E526EBA52888}" destId="{93D5612C-4903-48CD-8A0C-4FECE47352E4}" srcOrd="1" destOrd="0" parTransId="{A56EECB6-2801-4270-A66B-99D969B1CF65}" sibTransId="{0662A4FF-3211-4C60-904E-3E7D4BEA57B9}"/>
    <dgm:cxn modelId="{2C5C5DF4-469F-4AAF-B35C-8A092D63096E}" srcId="{93D5612C-4903-48CD-8A0C-4FECE47352E4}" destId="{FBCA2A8C-5133-4108-BC7A-C01D1CF21303}" srcOrd="3" destOrd="0" parTransId="{B1D3E367-63B4-43A5-A449-C01F07D604C6}" sibTransId="{E2F1BE70-7E3C-413C-ADFD-5D2670ACD592}"/>
    <dgm:cxn modelId="{D3E1C4FC-45B3-A74B-AC0E-168EA51D0171}" type="presOf" srcId="{026C1989-5C83-4ACB-A0C8-F1E539AE30EC}" destId="{CB7E0F63-6D17-9B40-B66D-64076A1DAC1D}" srcOrd="0" destOrd="0" presId="urn:microsoft.com/office/officeart/2005/8/layout/vList5"/>
    <dgm:cxn modelId="{8816B1AE-8AE8-7540-9DA4-7D364DADCB13}" type="presParOf" srcId="{6DEF8084-8508-294B-A75F-984B08E7DBCA}" destId="{6E80152D-2E9B-594E-B6F7-8C9C8F179D7B}" srcOrd="0" destOrd="0" presId="urn:microsoft.com/office/officeart/2005/8/layout/vList5"/>
    <dgm:cxn modelId="{C63BE058-4BD7-9E44-89FF-728FA9208233}" type="presParOf" srcId="{6E80152D-2E9B-594E-B6F7-8C9C8F179D7B}" destId="{8EDD4FB2-D1E2-CC44-B454-B2D8613C198F}" srcOrd="0" destOrd="0" presId="urn:microsoft.com/office/officeart/2005/8/layout/vList5"/>
    <dgm:cxn modelId="{75296766-6202-F64C-B4A1-B9100FD7351E}" type="presParOf" srcId="{6E80152D-2E9B-594E-B6F7-8C9C8F179D7B}" destId="{CB7E0F63-6D17-9B40-B66D-64076A1DAC1D}" srcOrd="1" destOrd="0" presId="urn:microsoft.com/office/officeart/2005/8/layout/vList5"/>
    <dgm:cxn modelId="{C20EA822-DF15-5144-881C-2A48C291DA42}" type="presParOf" srcId="{6DEF8084-8508-294B-A75F-984B08E7DBCA}" destId="{2EBC737C-2DCC-DA46-B88F-13AAF0CC4525}" srcOrd="1" destOrd="0" presId="urn:microsoft.com/office/officeart/2005/8/layout/vList5"/>
    <dgm:cxn modelId="{AEAC3A79-B2F3-BC4F-A7C8-46C63675DD28}" type="presParOf" srcId="{6DEF8084-8508-294B-A75F-984B08E7DBCA}" destId="{64BC784D-2CA8-6F4F-B1F5-4672873E3DDA}" srcOrd="2" destOrd="0" presId="urn:microsoft.com/office/officeart/2005/8/layout/vList5"/>
    <dgm:cxn modelId="{C18CF7EB-685A-2441-B2E4-3D5E507A72AA}" type="presParOf" srcId="{64BC784D-2CA8-6F4F-B1F5-4672873E3DDA}" destId="{5852ADD2-7824-154F-B1F7-FCC107142985}" srcOrd="0" destOrd="0" presId="urn:microsoft.com/office/officeart/2005/8/layout/vList5"/>
    <dgm:cxn modelId="{2EF8365F-29C5-E24B-A632-102058DBC988}" type="presParOf" srcId="{64BC784D-2CA8-6F4F-B1F5-4672873E3DDA}" destId="{066285A7-F499-2C4A-8323-ED494B49B8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8D675C1-BADE-4187-8B70-637F44CA674C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A5B3E8F-399B-4D61-922B-9DB36F523592}">
      <dgm:prSet/>
      <dgm:spPr/>
      <dgm:t>
        <a:bodyPr/>
        <a:lstStyle/>
        <a:p>
          <a:r>
            <a:rPr lang="en-US" i="1"/>
            <a:t>Service Description for Cloud Services</a:t>
          </a:r>
          <a:r>
            <a:rPr lang="en-US"/>
            <a:t>. </a:t>
          </a:r>
        </a:p>
      </dgm:t>
    </dgm:pt>
    <dgm:pt modelId="{0A25AC15-B32D-413D-AD07-362E35446F0A}" type="parTrans" cxnId="{294266A7-9C17-49A1-87E5-004D89190AE5}">
      <dgm:prSet/>
      <dgm:spPr/>
      <dgm:t>
        <a:bodyPr/>
        <a:lstStyle/>
        <a:p>
          <a:endParaRPr lang="en-US"/>
        </a:p>
      </dgm:t>
    </dgm:pt>
    <dgm:pt modelId="{3ED52A95-C03A-478F-BD90-DC5F111064E9}" type="sibTrans" cxnId="{294266A7-9C17-49A1-87E5-004D89190AE5}">
      <dgm:prSet/>
      <dgm:spPr/>
      <dgm:t>
        <a:bodyPr/>
        <a:lstStyle/>
        <a:p>
          <a:endParaRPr lang="en-US"/>
        </a:p>
      </dgm:t>
    </dgm:pt>
    <dgm:pt modelId="{C7668989-2CF2-4190-A9CA-C13F735FCB27}">
      <dgm:prSet/>
      <dgm:spPr/>
      <dgm:t>
        <a:bodyPr/>
        <a:lstStyle/>
        <a:p>
          <a:r>
            <a:rPr lang="en-US"/>
            <a:t>Web Services Description Language (WSDL) and the REST protocol </a:t>
          </a:r>
          <a:r>
            <a:rPr lang="zh-CN" altLang="en-US"/>
            <a:t>：</a:t>
          </a:r>
          <a:r>
            <a:rPr lang="en-US"/>
            <a:t>two widely used interface languages to describe Web services.</a:t>
          </a:r>
        </a:p>
      </dgm:t>
    </dgm:pt>
    <dgm:pt modelId="{145EE212-B970-4C75-A1AF-D421A44166B5}" type="parTrans" cxnId="{D53A2623-A655-4240-A956-F446AB84EE13}">
      <dgm:prSet/>
      <dgm:spPr/>
      <dgm:t>
        <a:bodyPr/>
        <a:lstStyle/>
        <a:p>
          <a:endParaRPr lang="en-US"/>
        </a:p>
      </dgm:t>
    </dgm:pt>
    <dgm:pt modelId="{2E2CB039-E2F6-4661-8F6D-D2290F235816}" type="sibTrans" cxnId="{D53A2623-A655-4240-A956-F446AB84EE13}">
      <dgm:prSet/>
      <dgm:spPr/>
      <dgm:t>
        <a:bodyPr/>
        <a:lstStyle/>
        <a:p>
          <a:endParaRPr lang="en-US"/>
        </a:p>
      </dgm:t>
    </dgm:pt>
    <dgm:pt modelId="{DFA36625-4C27-4BC5-A409-C2C48D87E1AA}">
      <dgm:prSet/>
      <dgm:spPr/>
      <dgm:t>
        <a:bodyPr/>
        <a:lstStyle/>
        <a:p>
          <a:r>
            <a:rPr lang="en-US"/>
            <a:t>Service Discovery for Cloud Services</a:t>
          </a:r>
        </a:p>
      </dgm:t>
    </dgm:pt>
    <dgm:pt modelId="{325D749B-DD1C-48F1-8A01-B3C08067FE74}" type="parTrans" cxnId="{33654F77-4415-4D28-B3D4-2D755AFD5A26}">
      <dgm:prSet/>
      <dgm:spPr/>
      <dgm:t>
        <a:bodyPr/>
        <a:lstStyle/>
        <a:p>
          <a:endParaRPr lang="en-US"/>
        </a:p>
      </dgm:t>
    </dgm:pt>
    <dgm:pt modelId="{C73CC0AF-AE38-4964-B654-BD17755F3C6D}" type="sibTrans" cxnId="{33654F77-4415-4D28-B3D4-2D755AFD5A26}">
      <dgm:prSet/>
      <dgm:spPr/>
      <dgm:t>
        <a:bodyPr/>
        <a:lstStyle/>
        <a:p>
          <a:endParaRPr lang="en-US"/>
        </a:p>
      </dgm:t>
    </dgm:pt>
    <dgm:pt modelId="{F4EE3D46-D596-48C7-8F4F-6CF835199F1E}">
      <dgm:prSet/>
      <dgm:spPr/>
      <dgm:t>
        <a:bodyPr/>
        <a:lstStyle/>
        <a:p>
          <a:r>
            <a:rPr lang="en-US"/>
            <a:t>Service Composition for Cloud Service</a:t>
          </a:r>
        </a:p>
      </dgm:t>
    </dgm:pt>
    <dgm:pt modelId="{10A3DA27-9EE0-413A-ADA8-7F6582042D94}" type="parTrans" cxnId="{6D8FD521-4F55-4848-B682-D169B51FFCC7}">
      <dgm:prSet/>
      <dgm:spPr/>
      <dgm:t>
        <a:bodyPr/>
        <a:lstStyle/>
        <a:p>
          <a:endParaRPr lang="en-US"/>
        </a:p>
      </dgm:t>
    </dgm:pt>
    <dgm:pt modelId="{232F2B8A-D897-40B7-B1D4-5BB533DDB095}" type="sibTrans" cxnId="{6D8FD521-4F55-4848-B682-D169B51FFCC7}">
      <dgm:prSet/>
      <dgm:spPr/>
      <dgm:t>
        <a:bodyPr/>
        <a:lstStyle/>
        <a:p>
          <a:endParaRPr lang="en-US"/>
        </a:p>
      </dgm:t>
    </dgm:pt>
    <dgm:pt modelId="{F3C4BD1D-2694-477E-87B8-01CE265E2624}">
      <dgm:prSet/>
      <dgm:spPr/>
      <dgm:t>
        <a:bodyPr/>
        <a:lstStyle/>
        <a:p>
          <a:r>
            <a:rPr lang="en-US"/>
            <a:t>Service Management for Cloud Service</a:t>
          </a:r>
        </a:p>
      </dgm:t>
    </dgm:pt>
    <dgm:pt modelId="{127E0758-9AA3-41CD-B0A3-31881D5D052F}" type="parTrans" cxnId="{C99EB82B-A682-4150-BCDE-60B1DF87DDC6}">
      <dgm:prSet/>
      <dgm:spPr/>
      <dgm:t>
        <a:bodyPr/>
        <a:lstStyle/>
        <a:p>
          <a:endParaRPr lang="en-US"/>
        </a:p>
      </dgm:t>
    </dgm:pt>
    <dgm:pt modelId="{EFCA25F1-661D-42A6-BF2B-7AFAB64619BA}" type="sibTrans" cxnId="{C99EB82B-A682-4150-BCDE-60B1DF87DDC6}">
      <dgm:prSet/>
      <dgm:spPr/>
      <dgm:t>
        <a:bodyPr/>
        <a:lstStyle/>
        <a:p>
          <a:endParaRPr lang="en-US"/>
        </a:p>
      </dgm:t>
    </dgm:pt>
    <dgm:pt modelId="{10CCA0C2-CE9D-49AA-8878-4329BC6CC343}">
      <dgm:prSet/>
      <dgm:spPr/>
      <dgm:t>
        <a:bodyPr/>
        <a:lstStyle/>
        <a:p>
          <a:r>
            <a:rPr lang="en-US"/>
            <a:t> They have been utilized to describe Cloud API specification. </a:t>
          </a:r>
        </a:p>
      </dgm:t>
    </dgm:pt>
    <dgm:pt modelId="{B2EBD89C-9796-483A-B9AC-B5E6F3FC716A}" type="parTrans" cxnId="{0DFF83D0-25B9-48A4-88BC-11E306CE89F5}">
      <dgm:prSet/>
      <dgm:spPr/>
    </dgm:pt>
    <dgm:pt modelId="{7604228B-091F-4A85-8DF1-6481873ACA7D}" type="sibTrans" cxnId="{0DFF83D0-25B9-48A4-88BC-11E306CE89F5}">
      <dgm:prSet/>
      <dgm:spPr/>
    </dgm:pt>
    <dgm:pt modelId="{F9DA9107-6EE4-4D43-8FE4-3F8615DF514A}" type="pres">
      <dgm:prSet presAssocID="{D8D675C1-BADE-4187-8B70-637F44CA674C}" presName="linear" presStyleCnt="0">
        <dgm:presLayoutVars>
          <dgm:animLvl val="lvl"/>
          <dgm:resizeHandles val="exact"/>
        </dgm:presLayoutVars>
      </dgm:prSet>
      <dgm:spPr/>
    </dgm:pt>
    <dgm:pt modelId="{4ACEE9CE-8875-8542-9E9F-10C2550922BF}" type="pres">
      <dgm:prSet presAssocID="{2A5B3E8F-399B-4D61-922B-9DB36F5235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0F259B-7D23-FF45-9D62-A0526B13BB75}" type="pres">
      <dgm:prSet presAssocID="{2A5B3E8F-399B-4D61-922B-9DB36F523592}" presName="childText" presStyleLbl="revTx" presStyleIdx="0" presStyleCnt="1">
        <dgm:presLayoutVars>
          <dgm:bulletEnabled val="1"/>
        </dgm:presLayoutVars>
      </dgm:prSet>
      <dgm:spPr/>
    </dgm:pt>
    <dgm:pt modelId="{BECD9340-863C-C140-846E-FB8F7E11AB67}" type="pres">
      <dgm:prSet presAssocID="{DFA36625-4C27-4BC5-A409-C2C48D87E1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86BD051-F3C2-0B47-9C70-375D700B17AB}" type="pres">
      <dgm:prSet presAssocID="{C73CC0AF-AE38-4964-B654-BD17755F3C6D}" presName="spacer" presStyleCnt="0"/>
      <dgm:spPr/>
    </dgm:pt>
    <dgm:pt modelId="{A96B4CBE-8584-F14E-9A84-11A4ACCA2C74}" type="pres">
      <dgm:prSet presAssocID="{F4EE3D46-D596-48C7-8F4F-6CF835199F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189701-9182-D44E-B04C-EF00939B0011}" type="pres">
      <dgm:prSet presAssocID="{232F2B8A-D897-40B7-B1D4-5BB533DDB095}" presName="spacer" presStyleCnt="0"/>
      <dgm:spPr/>
    </dgm:pt>
    <dgm:pt modelId="{123CDD00-CC99-3E44-BFA4-318CEBC62DE1}" type="pres">
      <dgm:prSet presAssocID="{F3C4BD1D-2694-477E-87B8-01CE265E26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8FD521-4F55-4848-B682-D169B51FFCC7}" srcId="{D8D675C1-BADE-4187-8B70-637F44CA674C}" destId="{F4EE3D46-D596-48C7-8F4F-6CF835199F1E}" srcOrd="2" destOrd="0" parTransId="{10A3DA27-9EE0-413A-ADA8-7F6582042D94}" sibTransId="{232F2B8A-D897-40B7-B1D4-5BB533DDB095}"/>
    <dgm:cxn modelId="{D53A2623-A655-4240-A956-F446AB84EE13}" srcId="{2A5B3E8F-399B-4D61-922B-9DB36F523592}" destId="{C7668989-2CF2-4190-A9CA-C13F735FCB27}" srcOrd="0" destOrd="0" parTransId="{145EE212-B970-4C75-A1AF-D421A44166B5}" sibTransId="{2E2CB039-E2F6-4661-8F6D-D2290F235816}"/>
    <dgm:cxn modelId="{C99EB82B-A682-4150-BCDE-60B1DF87DDC6}" srcId="{D8D675C1-BADE-4187-8B70-637F44CA674C}" destId="{F3C4BD1D-2694-477E-87B8-01CE265E2624}" srcOrd="3" destOrd="0" parTransId="{127E0758-9AA3-41CD-B0A3-31881D5D052F}" sibTransId="{EFCA25F1-661D-42A6-BF2B-7AFAB64619BA}"/>
    <dgm:cxn modelId="{5A77173F-F781-7D41-9AD1-336DF69DEFAC}" type="presOf" srcId="{F4EE3D46-D596-48C7-8F4F-6CF835199F1E}" destId="{A96B4CBE-8584-F14E-9A84-11A4ACCA2C74}" srcOrd="0" destOrd="0" presId="urn:microsoft.com/office/officeart/2005/8/layout/vList2"/>
    <dgm:cxn modelId="{A401EE61-DB46-B248-A790-CEC5E4B1B2C6}" type="presOf" srcId="{F3C4BD1D-2694-477E-87B8-01CE265E2624}" destId="{123CDD00-CC99-3E44-BFA4-318CEBC62DE1}" srcOrd="0" destOrd="0" presId="urn:microsoft.com/office/officeart/2005/8/layout/vList2"/>
    <dgm:cxn modelId="{4B31A171-7D84-4945-8B44-4D369A2C742A}" type="presOf" srcId="{DFA36625-4C27-4BC5-A409-C2C48D87E1AA}" destId="{BECD9340-863C-C140-846E-FB8F7E11AB67}" srcOrd="0" destOrd="0" presId="urn:microsoft.com/office/officeart/2005/8/layout/vList2"/>
    <dgm:cxn modelId="{33654F77-4415-4D28-B3D4-2D755AFD5A26}" srcId="{D8D675C1-BADE-4187-8B70-637F44CA674C}" destId="{DFA36625-4C27-4BC5-A409-C2C48D87E1AA}" srcOrd="1" destOrd="0" parTransId="{325D749B-DD1C-48F1-8A01-B3C08067FE74}" sibTransId="{C73CC0AF-AE38-4964-B654-BD17755F3C6D}"/>
    <dgm:cxn modelId="{552FAA77-2CF0-4614-BFAD-485CBA80B1F5}" type="presOf" srcId="{10CCA0C2-CE9D-49AA-8878-4329BC6CC343}" destId="{B40F259B-7D23-FF45-9D62-A0526B13BB75}" srcOrd="0" destOrd="1" presId="urn:microsoft.com/office/officeart/2005/8/layout/vList2"/>
    <dgm:cxn modelId="{C7ED7E9E-E5F8-C348-902F-D17DC99856B6}" type="presOf" srcId="{2A5B3E8F-399B-4D61-922B-9DB36F523592}" destId="{4ACEE9CE-8875-8542-9E9F-10C2550922BF}" srcOrd="0" destOrd="0" presId="urn:microsoft.com/office/officeart/2005/8/layout/vList2"/>
    <dgm:cxn modelId="{294266A7-9C17-49A1-87E5-004D89190AE5}" srcId="{D8D675C1-BADE-4187-8B70-637F44CA674C}" destId="{2A5B3E8F-399B-4D61-922B-9DB36F523592}" srcOrd="0" destOrd="0" parTransId="{0A25AC15-B32D-413D-AD07-362E35446F0A}" sibTransId="{3ED52A95-C03A-478F-BD90-DC5F111064E9}"/>
    <dgm:cxn modelId="{D9981FB4-6CA7-F946-948A-80ADEEFDC586}" type="presOf" srcId="{D8D675C1-BADE-4187-8B70-637F44CA674C}" destId="{F9DA9107-6EE4-4D43-8FE4-3F8615DF514A}" srcOrd="0" destOrd="0" presId="urn:microsoft.com/office/officeart/2005/8/layout/vList2"/>
    <dgm:cxn modelId="{DD9BF3BE-2014-6B4C-B4EB-CC092E64D88D}" type="presOf" srcId="{C7668989-2CF2-4190-A9CA-C13F735FCB27}" destId="{B40F259B-7D23-FF45-9D62-A0526B13BB75}" srcOrd="0" destOrd="0" presId="urn:microsoft.com/office/officeart/2005/8/layout/vList2"/>
    <dgm:cxn modelId="{0DFF83D0-25B9-48A4-88BC-11E306CE89F5}" srcId="{2A5B3E8F-399B-4D61-922B-9DB36F523592}" destId="{10CCA0C2-CE9D-49AA-8878-4329BC6CC343}" srcOrd="1" destOrd="0" parTransId="{B2EBD89C-9796-483A-B9AC-B5E6F3FC716A}" sibTransId="{7604228B-091F-4A85-8DF1-6481873ACA7D}"/>
    <dgm:cxn modelId="{6EF17917-C644-4541-861E-E68E2AA21E27}" type="presParOf" srcId="{F9DA9107-6EE4-4D43-8FE4-3F8615DF514A}" destId="{4ACEE9CE-8875-8542-9E9F-10C2550922BF}" srcOrd="0" destOrd="0" presId="urn:microsoft.com/office/officeart/2005/8/layout/vList2"/>
    <dgm:cxn modelId="{6FB53D3D-BCE2-C74C-BEEF-9A775C4663B0}" type="presParOf" srcId="{F9DA9107-6EE4-4D43-8FE4-3F8615DF514A}" destId="{B40F259B-7D23-FF45-9D62-A0526B13BB75}" srcOrd="1" destOrd="0" presId="urn:microsoft.com/office/officeart/2005/8/layout/vList2"/>
    <dgm:cxn modelId="{DB5799E5-9283-474E-81CA-C2E984720B3B}" type="presParOf" srcId="{F9DA9107-6EE4-4D43-8FE4-3F8615DF514A}" destId="{BECD9340-863C-C140-846E-FB8F7E11AB67}" srcOrd="2" destOrd="0" presId="urn:microsoft.com/office/officeart/2005/8/layout/vList2"/>
    <dgm:cxn modelId="{1A52C1BE-EC58-3342-BFAA-F140250DE76B}" type="presParOf" srcId="{F9DA9107-6EE4-4D43-8FE4-3F8615DF514A}" destId="{A86BD051-F3C2-0B47-9C70-375D700B17AB}" srcOrd="3" destOrd="0" presId="urn:microsoft.com/office/officeart/2005/8/layout/vList2"/>
    <dgm:cxn modelId="{7DDFCC35-A069-6448-A9AE-444D511E1383}" type="presParOf" srcId="{F9DA9107-6EE4-4D43-8FE4-3F8615DF514A}" destId="{A96B4CBE-8584-F14E-9A84-11A4ACCA2C74}" srcOrd="4" destOrd="0" presId="urn:microsoft.com/office/officeart/2005/8/layout/vList2"/>
    <dgm:cxn modelId="{5F9B0C2A-8372-174F-8162-A0669A1BB339}" type="presParOf" srcId="{F9DA9107-6EE4-4D43-8FE4-3F8615DF514A}" destId="{C7189701-9182-D44E-B04C-EF00939B0011}" srcOrd="5" destOrd="0" presId="urn:microsoft.com/office/officeart/2005/8/layout/vList2"/>
    <dgm:cxn modelId="{4244A5B5-F22D-444F-A6CD-04569D116757}" type="presParOf" srcId="{F9DA9107-6EE4-4D43-8FE4-3F8615DF514A}" destId="{123CDD00-CC99-3E44-BFA4-318CEBC62D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8D675C1-BADE-4187-8B70-637F44CA674C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A5B3E8F-399B-4D61-922B-9DB36F523592}">
      <dgm:prSet/>
      <dgm:spPr/>
      <dgm:t>
        <a:bodyPr/>
        <a:lstStyle/>
        <a:p>
          <a:r>
            <a:rPr lang="en-US" i="1"/>
            <a:t>Service Description for Cloud Services</a:t>
          </a:r>
          <a:r>
            <a:rPr lang="en-US"/>
            <a:t>. </a:t>
          </a:r>
        </a:p>
      </dgm:t>
    </dgm:pt>
    <dgm:pt modelId="{0A25AC15-B32D-413D-AD07-362E35446F0A}" type="parTrans" cxnId="{294266A7-9C17-49A1-87E5-004D89190AE5}">
      <dgm:prSet/>
      <dgm:spPr/>
      <dgm:t>
        <a:bodyPr/>
        <a:lstStyle/>
        <a:p>
          <a:endParaRPr lang="en-US"/>
        </a:p>
      </dgm:t>
    </dgm:pt>
    <dgm:pt modelId="{3ED52A95-C03A-478F-BD90-DC5F111064E9}" type="sibTrans" cxnId="{294266A7-9C17-49A1-87E5-004D89190AE5}">
      <dgm:prSet/>
      <dgm:spPr/>
      <dgm:t>
        <a:bodyPr/>
        <a:lstStyle/>
        <a:p>
          <a:endParaRPr lang="en-US"/>
        </a:p>
      </dgm:t>
    </dgm:pt>
    <dgm:pt modelId="{DFA36625-4C27-4BC5-A409-C2C48D87E1AA}">
      <dgm:prSet/>
      <dgm:spPr/>
      <dgm:t>
        <a:bodyPr/>
        <a:lstStyle/>
        <a:p>
          <a:r>
            <a:rPr lang="en-US"/>
            <a:t>Service Discovery for Cloud Services</a:t>
          </a:r>
        </a:p>
      </dgm:t>
    </dgm:pt>
    <dgm:pt modelId="{325D749B-DD1C-48F1-8A01-B3C08067FE74}" type="parTrans" cxnId="{33654F77-4415-4D28-B3D4-2D755AFD5A26}">
      <dgm:prSet/>
      <dgm:spPr/>
      <dgm:t>
        <a:bodyPr/>
        <a:lstStyle/>
        <a:p>
          <a:endParaRPr lang="en-US"/>
        </a:p>
      </dgm:t>
    </dgm:pt>
    <dgm:pt modelId="{C73CC0AF-AE38-4964-B654-BD17755F3C6D}" type="sibTrans" cxnId="{33654F77-4415-4D28-B3D4-2D755AFD5A26}">
      <dgm:prSet/>
      <dgm:spPr/>
      <dgm:t>
        <a:bodyPr/>
        <a:lstStyle/>
        <a:p>
          <a:endParaRPr lang="en-US"/>
        </a:p>
      </dgm:t>
    </dgm:pt>
    <dgm:pt modelId="{F4EE3D46-D596-48C7-8F4F-6CF835199F1E}">
      <dgm:prSet/>
      <dgm:spPr/>
      <dgm:t>
        <a:bodyPr/>
        <a:lstStyle/>
        <a:p>
          <a:r>
            <a:rPr lang="en-US"/>
            <a:t>Service Composition for Cloud Service</a:t>
          </a:r>
        </a:p>
      </dgm:t>
    </dgm:pt>
    <dgm:pt modelId="{10A3DA27-9EE0-413A-ADA8-7F6582042D94}" type="parTrans" cxnId="{6D8FD521-4F55-4848-B682-D169B51FFCC7}">
      <dgm:prSet/>
      <dgm:spPr/>
      <dgm:t>
        <a:bodyPr/>
        <a:lstStyle/>
        <a:p>
          <a:endParaRPr lang="en-US"/>
        </a:p>
      </dgm:t>
    </dgm:pt>
    <dgm:pt modelId="{232F2B8A-D897-40B7-B1D4-5BB533DDB095}" type="sibTrans" cxnId="{6D8FD521-4F55-4848-B682-D169B51FFCC7}">
      <dgm:prSet/>
      <dgm:spPr/>
      <dgm:t>
        <a:bodyPr/>
        <a:lstStyle/>
        <a:p>
          <a:endParaRPr lang="en-US"/>
        </a:p>
      </dgm:t>
    </dgm:pt>
    <dgm:pt modelId="{F3C4BD1D-2694-477E-87B8-01CE265E2624}">
      <dgm:prSet/>
      <dgm:spPr/>
      <dgm:t>
        <a:bodyPr/>
        <a:lstStyle/>
        <a:p>
          <a:r>
            <a:rPr lang="en-US"/>
            <a:t>Service Management for Cloud Service</a:t>
          </a:r>
        </a:p>
      </dgm:t>
    </dgm:pt>
    <dgm:pt modelId="{127E0758-9AA3-41CD-B0A3-31881D5D052F}" type="parTrans" cxnId="{C99EB82B-A682-4150-BCDE-60B1DF87DDC6}">
      <dgm:prSet/>
      <dgm:spPr/>
      <dgm:t>
        <a:bodyPr/>
        <a:lstStyle/>
        <a:p>
          <a:endParaRPr lang="en-US"/>
        </a:p>
      </dgm:t>
    </dgm:pt>
    <dgm:pt modelId="{EFCA25F1-661D-42A6-BF2B-7AFAB64619BA}" type="sibTrans" cxnId="{C99EB82B-A682-4150-BCDE-60B1DF87DDC6}">
      <dgm:prSet/>
      <dgm:spPr/>
      <dgm:t>
        <a:bodyPr/>
        <a:lstStyle/>
        <a:p>
          <a:endParaRPr lang="en-US"/>
        </a:p>
      </dgm:t>
    </dgm:pt>
    <dgm:pt modelId="{1BFB615A-1506-D640-928F-F7BA5DEAC896}">
      <dgm:prSet/>
      <dgm:spPr/>
      <dgm:t>
        <a:bodyPr/>
        <a:lstStyle/>
        <a:p>
          <a:r>
            <a:rPr lang="en"/>
            <a:t>Various service discovery models can be leveraged for cloud resource discovery, selection and service-level agreement verification. </a:t>
          </a:r>
          <a:endParaRPr lang="en-US"/>
        </a:p>
      </dgm:t>
    </dgm:pt>
    <dgm:pt modelId="{728E1190-E50E-A947-A283-3A9176551025}" type="parTrans" cxnId="{1B1392BA-523C-2C49-996E-90C195FE320A}">
      <dgm:prSet/>
      <dgm:spPr/>
      <dgm:t>
        <a:bodyPr/>
        <a:lstStyle/>
        <a:p>
          <a:endParaRPr lang="zh-CN" altLang="en-US"/>
        </a:p>
      </dgm:t>
    </dgm:pt>
    <dgm:pt modelId="{AF9DB77D-DF94-4D4E-859E-401BFC5AB7CD}" type="sibTrans" cxnId="{1B1392BA-523C-2C49-996E-90C195FE320A}">
      <dgm:prSet/>
      <dgm:spPr/>
      <dgm:t>
        <a:bodyPr/>
        <a:lstStyle/>
        <a:p>
          <a:endParaRPr lang="zh-CN" altLang="en-US"/>
        </a:p>
      </dgm:t>
    </dgm:pt>
    <dgm:pt modelId="{F9DA9107-6EE4-4D43-8FE4-3F8615DF514A}" type="pres">
      <dgm:prSet presAssocID="{D8D675C1-BADE-4187-8B70-637F44CA674C}" presName="linear" presStyleCnt="0">
        <dgm:presLayoutVars>
          <dgm:animLvl val="lvl"/>
          <dgm:resizeHandles val="exact"/>
        </dgm:presLayoutVars>
      </dgm:prSet>
      <dgm:spPr/>
    </dgm:pt>
    <dgm:pt modelId="{4ACEE9CE-8875-8542-9E9F-10C2550922BF}" type="pres">
      <dgm:prSet presAssocID="{2A5B3E8F-399B-4D61-922B-9DB36F5235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5D9D97-740F-7644-A238-9C547B2B025D}" type="pres">
      <dgm:prSet presAssocID="{3ED52A95-C03A-478F-BD90-DC5F111064E9}" presName="spacer" presStyleCnt="0"/>
      <dgm:spPr/>
    </dgm:pt>
    <dgm:pt modelId="{BECD9340-863C-C140-846E-FB8F7E11AB67}" type="pres">
      <dgm:prSet presAssocID="{DFA36625-4C27-4BC5-A409-C2C48D87E1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3CDDAF-B851-9049-B52A-9876048E4728}" type="pres">
      <dgm:prSet presAssocID="{DFA36625-4C27-4BC5-A409-C2C48D87E1AA}" presName="childText" presStyleLbl="revTx" presStyleIdx="0" presStyleCnt="1">
        <dgm:presLayoutVars>
          <dgm:bulletEnabled val="1"/>
        </dgm:presLayoutVars>
      </dgm:prSet>
      <dgm:spPr/>
    </dgm:pt>
    <dgm:pt modelId="{A96B4CBE-8584-F14E-9A84-11A4ACCA2C74}" type="pres">
      <dgm:prSet presAssocID="{F4EE3D46-D596-48C7-8F4F-6CF835199F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189701-9182-D44E-B04C-EF00939B0011}" type="pres">
      <dgm:prSet presAssocID="{232F2B8A-D897-40B7-B1D4-5BB533DDB095}" presName="spacer" presStyleCnt="0"/>
      <dgm:spPr/>
    </dgm:pt>
    <dgm:pt modelId="{123CDD00-CC99-3E44-BFA4-318CEBC62DE1}" type="pres">
      <dgm:prSet presAssocID="{F3C4BD1D-2694-477E-87B8-01CE265E26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8FD521-4F55-4848-B682-D169B51FFCC7}" srcId="{D8D675C1-BADE-4187-8B70-637F44CA674C}" destId="{F4EE3D46-D596-48C7-8F4F-6CF835199F1E}" srcOrd="2" destOrd="0" parTransId="{10A3DA27-9EE0-413A-ADA8-7F6582042D94}" sibTransId="{232F2B8A-D897-40B7-B1D4-5BB533DDB095}"/>
    <dgm:cxn modelId="{C99EB82B-A682-4150-BCDE-60B1DF87DDC6}" srcId="{D8D675C1-BADE-4187-8B70-637F44CA674C}" destId="{F3C4BD1D-2694-477E-87B8-01CE265E2624}" srcOrd="3" destOrd="0" parTransId="{127E0758-9AA3-41CD-B0A3-31881D5D052F}" sibTransId="{EFCA25F1-661D-42A6-BF2B-7AFAB64619BA}"/>
    <dgm:cxn modelId="{5A77173F-F781-7D41-9AD1-336DF69DEFAC}" type="presOf" srcId="{F4EE3D46-D596-48C7-8F4F-6CF835199F1E}" destId="{A96B4CBE-8584-F14E-9A84-11A4ACCA2C74}" srcOrd="0" destOrd="0" presId="urn:microsoft.com/office/officeart/2005/8/layout/vList2"/>
    <dgm:cxn modelId="{A401EE61-DB46-B248-A790-CEC5E4B1B2C6}" type="presOf" srcId="{F3C4BD1D-2694-477E-87B8-01CE265E2624}" destId="{123CDD00-CC99-3E44-BFA4-318CEBC62DE1}" srcOrd="0" destOrd="0" presId="urn:microsoft.com/office/officeart/2005/8/layout/vList2"/>
    <dgm:cxn modelId="{4B31A171-7D84-4945-8B44-4D369A2C742A}" type="presOf" srcId="{DFA36625-4C27-4BC5-A409-C2C48D87E1AA}" destId="{BECD9340-863C-C140-846E-FB8F7E11AB67}" srcOrd="0" destOrd="0" presId="urn:microsoft.com/office/officeart/2005/8/layout/vList2"/>
    <dgm:cxn modelId="{33654F77-4415-4D28-B3D4-2D755AFD5A26}" srcId="{D8D675C1-BADE-4187-8B70-637F44CA674C}" destId="{DFA36625-4C27-4BC5-A409-C2C48D87E1AA}" srcOrd="1" destOrd="0" parTransId="{325D749B-DD1C-48F1-8A01-B3C08067FE74}" sibTransId="{C73CC0AF-AE38-4964-B654-BD17755F3C6D}"/>
    <dgm:cxn modelId="{C7ED7E9E-E5F8-C348-902F-D17DC99856B6}" type="presOf" srcId="{2A5B3E8F-399B-4D61-922B-9DB36F523592}" destId="{4ACEE9CE-8875-8542-9E9F-10C2550922BF}" srcOrd="0" destOrd="0" presId="urn:microsoft.com/office/officeart/2005/8/layout/vList2"/>
    <dgm:cxn modelId="{294266A7-9C17-49A1-87E5-004D89190AE5}" srcId="{D8D675C1-BADE-4187-8B70-637F44CA674C}" destId="{2A5B3E8F-399B-4D61-922B-9DB36F523592}" srcOrd="0" destOrd="0" parTransId="{0A25AC15-B32D-413D-AD07-362E35446F0A}" sibTransId="{3ED52A95-C03A-478F-BD90-DC5F111064E9}"/>
    <dgm:cxn modelId="{D9981FB4-6CA7-F946-948A-80ADEEFDC586}" type="presOf" srcId="{D8D675C1-BADE-4187-8B70-637F44CA674C}" destId="{F9DA9107-6EE4-4D43-8FE4-3F8615DF514A}" srcOrd="0" destOrd="0" presId="urn:microsoft.com/office/officeart/2005/8/layout/vList2"/>
    <dgm:cxn modelId="{53AEF8B9-A2C4-B145-A5B8-463D5C20615C}" type="presOf" srcId="{1BFB615A-1506-D640-928F-F7BA5DEAC896}" destId="{183CDDAF-B851-9049-B52A-9876048E4728}" srcOrd="0" destOrd="0" presId="urn:microsoft.com/office/officeart/2005/8/layout/vList2"/>
    <dgm:cxn modelId="{1B1392BA-523C-2C49-996E-90C195FE320A}" srcId="{DFA36625-4C27-4BC5-A409-C2C48D87E1AA}" destId="{1BFB615A-1506-D640-928F-F7BA5DEAC896}" srcOrd="0" destOrd="0" parTransId="{728E1190-E50E-A947-A283-3A9176551025}" sibTransId="{AF9DB77D-DF94-4D4E-859E-401BFC5AB7CD}"/>
    <dgm:cxn modelId="{6EF17917-C644-4541-861E-E68E2AA21E27}" type="presParOf" srcId="{F9DA9107-6EE4-4D43-8FE4-3F8615DF514A}" destId="{4ACEE9CE-8875-8542-9E9F-10C2550922BF}" srcOrd="0" destOrd="0" presId="urn:microsoft.com/office/officeart/2005/8/layout/vList2"/>
    <dgm:cxn modelId="{38569C7F-37F4-3044-B000-170BF2A37C15}" type="presParOf" srcId="{F9DA9107-6EE4-4D43-8FE4-3F8615DF514A}" destId="{175D9D97-740F-7644-A238-9C547B2B025D}" srcOrd="1" destOrd="0" presId="urn:microsoft.com/office/officeart/2005/8/layout/vList2"/>
    <dgm:cxn modelId="{DB5799E5-9283-474E-81CA-C2E984720B3B}" type="presParOf" srcId="{F9DA9107-6EE4-4D43-8FE4-3F8615DF514A}" destId="{BECD9340-863C-C140-846E-FB8F7E11AB67}" srcOrd="2" destOrd="0" presId="urn:microsoft.com/office/officeart/2005/8/layout/vList2"/>
    <dgm:cxn modelId="{81290667-8028-5044-B7F9-54B4E61FA53D}" type="presParOf" srcId="{F9DA9107-6EE4-4D43-8FE4-3F8615DF514A}" destId="{183CDDAF-B851-9049-B52A-9876048E4728}" srcOrd="3" destOrd="0" presId="urn:microsoft.com/office/officeart/2005/8/layout/vList2"/>
    <dgm:cxn modelId="{7DDFCC35-A069-6448-A9AE-444D511E1383}" type="presParOf" srcId="{F9DA9107-6EE4-4D43-8FE4-3F8615DF514A}" destId="{A96B4CBE-8584-F14E-9A84-11A4ACCA2C74}" srcOrd="4" destOrd="0" presId="urn:microsoft.com/office/officeart/2005/8/layout/vList2"/>
    <dgm:cxn modelId="{5F9B0C2A-8372-174F-8162-A0669A1BB339}" type="presParOf" srcId="{F9DA9107-6EE4-4D43-8FE4-3F8615DF514A}" destId="{C7189701-9182-D44E-B04C-EF00939B0011}" srcOrd="5" destOrd="0" presId="urn:microsoft.com/office/officeart/2005/8/layout/vList2"/>
    <dgm:cxn modelId="{4244A5B5-F22D-444F-A6CD-04569D116757}" type="presParOf" srcId="{F9DA9107-6EE4-4D43-8FE4-3F8615DF514A}" destId="{123CDD00-CC99-3E44-BFA4-318CEBC62D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8D675C1-BADE-4187-8B70-637F44CA674C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A5B3E8F-399B-4D61-922B-9DB36F523592}">
      <dgm:prSet/>
      <dgm:spPr/>
      <dgm:t>
        <a:bodyPr/>
        <a:lstStyle/>
        <a:p>
          <a:r>
            <a:rPr lang="en-US" i="1"/>
            <a:t>Service Description for Cloud Services</a:t>
          </a:r>
          <a:r>
            <a:rPr lang="en-US"/>
            <a:t>. </a:t>
          </a:r>
        </a:p>
      </dgm:t>
    </dgm:pt>
    <dgm:pt modelId="{0A25AC15-B32D-413D-AD07-362E35446F0A}" type="parTrans" cxnId="{294266A7-9C17-49A1-87E5-004D89190AE5}">
      <dgm:prSet/>
      <dgm:spPr/>
      <dgm:t>
        <a:bodyPr/>
        <a:lstStyle/>
        <a:p>
          <a:endParaRPr lang="en-US"/>
        </a:p>
      </dgm:t>
    </dgm:pt>
    <dgm:pt modelId="{3ED52A95-C03A-478F-BD90-DC5F111064E9}" type="sibTrans" cxnId="{294266A7-9C17-49A1-87E5-004D89190AE5}">
      <dgm:prSet/>
      <dgm:spPr/>
      <dgm:t>
        <a:bodyPr/>
        <a:lstStyle/>
        <a:p>
          <a:endParaRPr lang="en-US"/>
        </a:p>
      </dgm:t>
    </dgm:pt>
    <dgm:pt modelId="{DFA36625-4C27-4BC5-A409-C2C48D87E1AA}">
      <dgm:prSet/>
      <dgm:spPr/>
      <dgm:t>
        <a:bodyPr/>
        <a:lstStyle/>
        <a:p>
          <a:r>
            <a:rPr lang="en-US"/>
            <a:t>Service Discovery for Cloud Services</a:t>
          </a:r>
        </a:p>
      </dgm:t>
    </dgm:pt>
    <dgm:pt modelId="{325D749B-DD1C-48F1-8A01-B3C08067FE74}" type="parTrans" cxnId="{33654F77-4415-4D28-B3D4-2D755AFD5A26}">
      <dgm:prSet/>
      <dgm:spPr/>
      <dgm:t>
        <a:bodyPr/>
        <a:lstStyle/>
        <a:p>
          <a:endParaRPr lang="en-US"/>
        </a:p>
      </dgm:t>
    </dgm:pt>
    <dgm:pt modelId="{C73CC0AF-AE38-4964-B654-BD17755F3C6D}" type="sibTrans" cxnId="{33654F77-4415-4D28-B3D4-2D755AFD5A26}">
      <dgm:prSet/>
      <dgm:spPr/>
      <dgm:t>
        <a:bodyPr/>
        <a:lstStyle/>
        <a:p>
          <a:endParaRPr lang="en-US"/>
        </a:p>
      </dgm:t>
    </dgm:pt>
    <dgm:pt modelId="{F4EE3D46-D596-48C7-8F4F-6CF835199F1E}">
      <dgm:prSet/>
      <dgm:spPr/>
      <dgm:t>
        <a:bodyPr/>
        <a:lstStyle/>
        <a:p>
          <a:r>
            <a:rPr lang="en-US"/>
            <a:t>Service Composition for Cloud Service</a:t>
          </a:r>
        </a:p>
      </dgm:t>
    </dgm:pt>
    <dgm:pt modelId="{10A3DA27-9EE0-413A-ADA8-7F6582042D94}" type="parTrans" cxnId="{6D8FD521-4F55-4848-B682-D169B51FFCC7}">
      <dgm:prSet/>
      <dgm:spPr/>
      <dgm:t>
        <a:bodyPr/>
        <a:lstStyle/>
        <a:p>
          <a:endParaRPr lang="en-US"/>
        </a:p>
      </dgm:t>
    </dgm:pt>
    <dgm:pt modelId="{232F2B8A-D897-40B7-B1D4-5BB533DDB095}" type="sibTrans" cxnId="{6D8FD521-4F55-4848-B682-D169B51FFCC7}">
      <dgm:prSet/>
      <dgm:spPr/>
      <dgm:t>
        <a:bodyPr/>
        <a:lstStyle/>
        <a:p>
          <a:endParaRPr lang="en-US"/>
        </a:p>
      </dgm:t>
    </dgm:pt>
    <dgm:pt modelId="{F3C4BD1D-2694-477E-87B8-01CE265E2624}">
      <dgm:prSet/>
      <dgm:spPr/>
      <dgm:t>
        <a:bodyPr/>
        <a:lstStyle/>
        <a:p>
          <a:r>
            <a:rPr lang="en-US"/>
            <a:t>Service Management for Cloud Service</a:t>
          </a:r>
        </a:p>
      </dgm:t>
    </dgm:pt>
    <dgm:pt modelId="{127E0758-9AA3-41CD-B0A3-31881D5D052F}" type="parTrans" cxnId="{C99EB82B-A682-4150-BCDE-60B1DF87DDC6}">
      <dgm:prSet/>
      <dgm:spPr/>
      <dgm:t>
        <a:bodyPr/>
        <a:lstStyle/>
        <a:p>
          <a:endParaRPr lang="en-US"/>
        </a:p>
      </dgm:t>
    </dgm:pt>
    <dgm:pt modelId="{EFCA25F1-661D-42A6-BF2B-7AFAB64619BA}" type="sibTrans" cxnId="{C99EB82B-A682-4150-BCDE-60B1DF87DDC6}">
      <dgm:prSet/>
      <dgm:spPr/>
      <dgm:t>
        <a:bodyPr/>
        <a:lstStyle/>
        <a:p>
          <a:endParaRPr lang="en-US"/>
        </a:p>
      </dgm:t>
    </dgm:pt>
    <dgm:pt modelId="{D2EE7D25-BA14-8547-BC5F-A8FFE73C1039}">
      <dgm:prSet/>
      <dgm:spPr/>
      <dgm:t>
        <a:bodyPr/>
        <a:lstStyle/>
        <a:p>
          <a:r>
            <a:rPr lang="en"/>
            <a:t>Since Web services are born to compose business applications, a great deal of research in this area can be leveraged for cloud services integration, collaboration, composition. </a:t>
          </a:r>
          <a:endParaRPr lang="en-US"/>
        </a:p>
      </dgm:t>
    </dgm:pt>
    <dgm:pt modelId="{71299E4B-482E-BC42-B880-B8ADFDA636BC}" type="parTrans" cxnId="{8B20FF96-F97A-2549-A254-CA2393C2C803}">
      <dgm:prSet/>
      <dgm:spPr/>
      <dgm:t>
        <a:bodyPr/>
        <a:lstStyle/>
        <a:p>
          <a:endParaRPr lang="zh-CN" altLang="en-US"/>
        </a:p>
      </dgm:t>
    </dgm:pt>
    <dgm:pt modelId="{0DB08FA5-2F8B-9543-804B-7283DF4B98D7}" type="sibTrans" cxnId="{8B20FF96-F97A-2549-A254-CA2393C2C803}">
      <dgm:prSet/>
      <dgm:spPr/>
      <dgm:t>
        <a:bodyPr/>
        <a:lstStyle/>
        <a:p>
          <a:endParaRPr lang="zh-CN" altLang="en-US"/>
        </a:p>
      </dgm:t>
    </dgm:pt>
    <dgm:pt modelId="{F9DA9107-6EE4-4D43-8FE4-3F8615DF514A}" type="pres">
      <dgm:prSet presAssocID="{D8D675C1-BADE-4187-8B70-637F44CA674C}" presName="linear" presStyleCnt="0">
        <dgm:presLayoutVars>
          <dgm:animLvl val="lvl"/>
          <dgm:resizeHandles val="exact"/>
        </dgm:presLayoutVars>
      </dgm:prSet>
      <dgm:spPr/>
    </dgm:pt>
    <dgm:pt modelId="{4ACEE9CE-8875-8542-9E9F-10C2550922BF}" type="pres">
      <dgm:prSet presAssocID="{2A5B3E8F-399B-4D61-922B-9DB36F5235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5D9D97-740F-7644-A238-9C547B2B025D}" type="pres">
      <dgm:prSet presAssocID="{3ED52A95-C03A-478F-BD90-DC5F111064E9}" presName="spacer" presStyleCnt="0"/>
      <dgm:spPr/>
    </dgm:pt>
    <dgm:pt modelId="{BECD9340-863C-C140-846E-FB8F7E11AB67}" type="pres">
      <dgm:prSet presAssocID="{DFA36625-4C27-4BC5-A409-C2C48D87E1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66AD38-9AD4-904B-ABD2-BF6E70EDD113}" type="pres">
      <dgm:prSet presAssocID="{C73CC0AF-AE38-4964-B654-BD17755F3C6D}" presName="spacer" presStyleCnt="0"/>
      <dgm:spPr/>
    </dgm:pt>
    <dgm:pt modelId="{A96B4CBE-8584-F14E-9A84-11A4ACCA2C74}" type="pres">
      <dgm:prSet presAssocID="{F4EE3D46-D596-48C7-8F4F-6CF835199F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E2CC37A-26F3-8547-9A22-64113D29C860}" type="pres">
      <dgm:prSet presAssocID="{F4EE3D46-D596-48C7-8F4F-6CF835199F1E}" presName="childText" presStyleLbl="revTx" presStyleIdx="0" presStyleCnt="1">
        <dgm:presLayoutVars>
          <dgm:bulletEnabled val="1"/>
        </dgm:presLayoutVars>
      </dgm:prSet>
      <dgm:spPr/>
    </dgm:pt>
    <dgm:pt modelId="{123CDD00-CC99-3E44-BFA4-318CEBC62DE1}" type="pres">
      <dgm:prSet presAssocID="{F3C4BD1D-2694-477E-87B8-01CE265E26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8FD521-4F55-4848-B682-D169B51FFCC7}" srcId="{D8D675C1-BADE-4187-8B70-637F44CA674C}" destId="{F4EE3D46-D596-48C7-8F4F-6CF835199F1E}" srcOrd="2" destOrd="0" parTransId="{10A3DA27-9EE0-413A-ADA8-7F6582042D94}" sibTransId="{232F2B8A-D897-40B7-B1D4-5BB533DDB095}"/>
    <dgm:cxn modelId="{C99EB82B-A682-4150-BCDE-60B1DF87DDC6}" srcId="{D8D675C1-BADE-4187-8B70-637F44CA674C}" destId="{F3C4BD1D-2694-477E-87B8-01CE265E2624}" srcOrd="3" destOrd="0" parTransId="{127E0758-9AA3-41CD-B0A3-31881D5D052F}" sibTransId="{EFCA25F1-661D-42A6-BF2B-7AFAB64619BA}"/>
    <dgm:cxn modelId="{5A77173F-F781-7D41-9AD1-336DF69DEFAC}" type="presOf" srcId="{F4EE3D46-D596-48C7-8F4F-6CF835199F1E}" destId="{A96B4CBE-8584-F14E-9A84-11A4ACCA2C74}" srcOrd="0" destOrd="0" presId="urn:microsoft.com/office/officeart/2005/8/layout/vList2"/>
    <dgm:cxn modelId="{A401EE61-DB46-B248-A790-CEC5E4B1B2C6}" type="presOf" srcId="{F3C4BD1D-2694-477E-87B8-01CE265E2624}" destId="{123CDD00-CC99-3E44-BFA4-318CEBC62DE1}" srcOrd="0" destOrd="0" presId="urn:microsoft.com/office/officeart/2005/8/layout/vList2"/>
    <dgm:cxn modelId="{4B31A171-7D84-4945-8B44-4D369A2C742A}" type="presOf" srcId="{DFA36625-4C27-4BC5-A409-C2C48D87E1AA}" destId="{BECD9340-863C-C140-846E-FB8F7E11AB67}" srcOrd="0" destOrd="0" presId="urn:microsoft.com/office/officeart/2005/8/layout/vList2"/>
    <dgm:cxn modelId="{33654F77-4415-4D28-B3D4-2D755AFD5A26}" srcId="{D8D675C1-BADE-4187-8B70-637F44CA674C}" destId="{DFA36625-4C27-4BC5-A409-C2C48D87E1AA}" srcOrd="1" destOrd="0" parTransId="{325D749B-DD1C-48F1-8A01-B3C08067FE74}" sibTransId="{C73CC0AF-AE38-4964-B654-BD17755F3C6D}"/>
    <dgm:cxn modelId="{8B20FF96-F97A-2549-A254-CA2393C2C803}" srcId="{F4EE3D46-D596-48C7-8F4F-6CF835199F1E}" destId="{D2EE7D25-BA14-8547-BC5F-A8FFE73C1039}" srcOrd="0" destOrd="0" parTransId="{71299E4B-482E-BC42-B880-B8ADFDA636BC}" sibTransId="{0DB08FA5-2F8B-9543-804B-7283DF4B98D7}"/>
    <dgm:cxn modelId="{C7ED7E9E-E5F8-C348-902F-D17DC99856B6}" type="presOf" srcId="{2A5B3E8F-399B-4D61-922B-9DB36F523592}" destId="{4ACEE9CE-8875-8542-9E9F-10C2550922BF}" srcOrd="0" destOrd="0" presId="urn:microsoft.com/office/officeart/2005/8/layout/vList2"/>
    <dgm:cxn modelId="{294266A7-9C17-49A1-87E5-004D89190AE5}" srcId="{D8D675C1-BADE-4187-8B70-637F44CA674C}" destId="{2A5B3E8F-399B-4D61-922B-9DB36F523592}" srcOrd="0" destOrd="0" parTransId="{0A25AC15-B32D-413D-AD07-362E35446F0A}" sibTransId="{3ED52A95-C03A-478F-BD90-DC5F111064E9}"/>
    <dgm:cxn modelId="{D9981FB4-6CA7-F946-948A-80ADEEFDC586}" type="presOf" srcId="{D8D675C1-BADE-4187-8B70-637F44CA674C}" destId="{F9DA9107-6EE4-4D43-8FE4-3F8615DF514A}" srcOrd="0" destOrd="0" presId="urn:microsoft.com/office/officeart/2005/8/layout/vList2"/>
    <dgm:cxn modelId="{E45032E0-9A6C-1043-BC78-5DDAB29B1787}" type="presOf" srcId="{D2EE7D25-BA14-8547-BC5F-A8FFE73C1039}" destId="{CE2CC37A-26F3-8547-9A22-64113D29C860}" srcOrd="0" destOrd="0" presId="urn:microsoft.com/office/officeart/2005/8/layout/vList2"/>
    <dgm:cxn modelId="{6EF17917-C644-4541-861E-E68E2AA21E27}" type="presParOf" srcId="{F9DA9107-6EE4-4D43-8FE4-3F8615DF514A}" destId="{4ACEE9CE-8875-8542-9E9F-10C2550922BF}" srcOrd="0" destOrd="0" presId="urn:microsoft.com/office/officeart/2005/8/layout/vList2"/>
    <dgm:cxn modelId="{38569C7F-37F4-3044-B000-170BF2A37C15}" type="presParOf" srcId="{F9DA9107-6EE4-4D43-8FE4-3F8615DF514A}" destId="{175D9D97-740F-7644-A238-9C547B2B025D}" srcOrd="1" destOrd="0" presId="urn:microsoft.com/office/officeart/2005/8/layout/vList2"/>
    <dgm:cxn modelId="{DB5799E5-9283-474E-81CA-C2E984720B3B}" type="presParOf" srcId="{F9DA9107-6EE4-4D43-8FE4-3F8615DF514A}" destId="{BECD9340-863C-C140-846E-FB8F7E11AB67}" srcOrd="2" destOrd="0" presId="urn:microsoft.com/office/officeart/2005/8/layout/vList2"/>
    <dgm:cxn modelId="{822FFD9E-8528-4444-9860-4B46560DB212}" type="presParOf" srcId="{F9DA9107-6EE4-4D43-8FE4-3F8615DF514A}" destId="{4A66AD38-9AD4-904B-ABD2-BF6E70EDD113}" srcOrd="3" destOrd="0" presId="urn:microsoft.com/office/officeart/2005/8/layout/vList2"/>
    <dgm:cxn modelId="{7DDFCC35-A069-6448-A9AE-444D511E1383}" type="presParOf" srcId="{F9DA9107-6EE4-4D43-8FE4-3F8615DF514A}" destId="{A96B4CBE-8584-F14E-9A84-11A4ACCA2C74}" srcOrd="4" destOrd="0" presId="urn:microsoft.com/office/officeart/2005/8/layout/vList2"/>
    <dgm:cxn modelId="{BCA60219-82D0-D04F-B308-E54DC413A308}" type="presParOf" srcId="{F9DA9107-6EE4-4D43-8FE4-3F8615DF514A}" destId="{CE2CC37A-26F3-8547-9A22-64113D29C860}" srcOrd="5" destOrd="0" presId="urn:microsoft.com/office/officeart/2005/8/layout/vList2"/>
    <dgm:cxn modelId="{4244A5B5-F22D-444F-A6CD-04569D116757}" type="presParOf" srcId="{F9DA9107-6EE4-4D43-8FE4-3F8615DF514A}" destId="{123CDD00-CC99-3E44-BFA4-318CEBC62D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8D675C1-BADE-4187-8B70-637F44CA674C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A5B3E8F-399B-4D61-922B-9DB36F523592}">
      <dgm:prSet/>
      <dgm:spPr/>
      <dgm:t>
        <a:bodyPr/>
        <a:lstStyle/>
        <a:p>
          <a:r>
            <a:rPr lang="en-US" i="1"/>
            <a:t>Service Description for Cloud Services</a:t>
          </a:r>
          <a:r>
            <a:rPr lang="en-US"/>
            <a:t>. </a:t>
          </a:r>
        </a:p>
      </dgm:t>
    </dgm:pt>
    <dgm:pt modelId="{0A25AC15-B32D-413D-AD07-362E35446F0A}" type="parTrans" cxnId="{294266A7-9C17-49A1-87E5-004D89190AE5}">
      <dgm:prSet/>
      <dgm:spPr/>
      <dgm:t>
        <a:bodyPr/>
        <a:lstStyle/>
        <a:p>
          <a:endParaRPr lang="en-US"/>
        </a:p>
      </dgm:t>
    </dgm:pt>
    <dgm:pt modelId="{3ED52A95-C03A-478F-BD90-DC5F111064E9}" type="sibTrans" cxnId="{294266A7-9C17-49A1-87E5-004D89190AE5}">
      <dgm:prSet/>
      <dgm:spPr/>
      <dgm:t>
        <a:bodyPr/>
        <a:lstStyle/>
        <a:p>
          <a:endParaRPr lang="en-US"/>
        </a:p>
      </dgm:t>
    </dgm:pt>
    <dgm:pt modelId="{DFA36625-4C27-4BC5-A409-C2C48D87E1AA}">
      <dgm:prSet/>
      <dgm:spPr/>
      <dgm:t>
        <a:bodyPr/>
        <a:lstStyle/>
        <a:p>
          <a:r>
            <a:rPr lang="en-US"/>
            <a:t>Service Discovery for Cloud Services</a:t>
          </a:r>
        </a:p>
      </dgm:t>
    </dgm:pt>
    <dgm:pt modelId="{325D749B-DD1C-48F1-8A01-B3C08067FE74}" type="parTrans" cxnId="{33654F77-4415-4D28-B3D4-2D755AFD5A26}">
      <dgm:prSet/>
      <dgm:spPr/>
      <dgm:t>
        <a:bodyPr/>
        <a:lstStyle/>
        <a:p>
          <a:endParaRPr lang="en-US"/>
        </a:p>
      </dgm:t>
    </dgm:pt>
    <dgm:pt modelId="{C73CC0AF-AE38-4964-B654-BD17755F3C6D}" type="sibTrans" cxnId="{33654F77-4415-4D28-B3D4-2D755AFD5A26}">
      <dgm:prSet/>
      <dgm:spPr/>
      <dgm:t>
        <a:bodyPr/>
        <a:lstStyle/>
        <a:p>
          <a:endParaRPr lang="en-US"/>
        </a:p>
      </dgm:t>
    </dgm:pt>
    <dgm:pt modelId="{F4EE3D46-D596-48C7-8F4F-6CF835199F1E}">
      <dgm:prSet/>
      <dgm:spPr/>
      <dgm:t>
        <a:bodyPr/>
        <a:lstStyle/>
        <a:p>
          <a:r>
            <a:rPr lang="en-US"/>
            <a:t>Service Composition for Cloud Service</a:t>
          </a:r>
        </a:p>
      </dgm:t>
    </dgm:pt>
    <dgm:pt modelId="{10A3DA27-9EE0-413A-ADA8-7F6582042D94}" type="parTrans" cxnId="{6D8FD521-4F55-4848-B682-D169B51FFCC7}">
      <dgm:prSet/>
      <dgm:spPr/>
      <dgm:t>
        <a:bodyPr/>
        <a:lstStyle/>
        <a:p>
          <a:endParaRPr lang="en-US"/>
        </a:p>
      </dgm:t>
    </dgm:pt>
    <dgm:pt modelId="{232F2B8A-D897-40B7-B1D4-5BB533DDB095}" type="sibTrans" cxnId="{6D8FD521-4F55-4848-B682-D169B51FFCC7}">
      <dgm:prSet/>
      <dgm:spPr/>
      <dgm:t>
        <a:bodyPr/>
        <a:lstStyle/>
        <a:p>
          <a:endParaRPr lang="en-US"/>
        </a:p>
      </dgm:t>
    </dgm:pt>
    <dgm:pt modelId="{F3C4BD1D-2694-477E-87B8-01CE265E2624}">
      <dgm:prSet/>
      <dgm:spPr/>
      <dgm:t>
        <a:bodyPr/>
        <a:lstStyle/>
        <a:p>
          <a:r>
            <a:rPr lang="en-US"/>
            <a:t>Service Management for Cloud Service</a:t>
          </a:r>
        </a:p>
      </dgm:t>
    </dgm:pt>
    <dgm:pt modelId="{127E0758-9AA3-41CD-B0A3-31881D5D052F}" type="parTrans" cxnId="{C99EB82B-A682-4150-BCDE-60B1DF87DDC6}">
      <dgm:prSet/>
      <dgm:spPr/>
      <dgm:t>
        <a:bodyPr/>
        <a:lstStyle/>
        <a:p>
          <a:endParaRPr lang="en-US"/>
        </a:p>
      </dgm:t>
    </dgm:pt>
    <dgm:pt modelId="{EFCA25F1-661D-42A6-BF2B-7AFAB64619BA}" type="sibTrans" cxnId="{C99EB82B-A682-4150-BCDE-60B1DF87DDC6}">
      <dgm:prSet/>
      <dgm:spPr/>
      <dgm:t>
        <a:bodyPr/>
        <a:lstStyle/>
        <a:p>
          <a:endParaRPr lang="en-US"/>
        </a:p>
      </dgm:t>
    </dgm:pt>
    <dgm:pt modelId="{45CE6203-4ACE-EB40-A070-52512EAF4BFD}">
      <dgm:prSet/>
      <dgm:spPr/>
      <dgm:t>
        <a:bodyPr/>
        <a:lstStyle/>
        <a:p>
          <a:r>
            <a:rPr lang="en"/>
            <a:t>Research and practices in SOA governance and services management can be adapted and reused in the cloud infrastructure management. </a:t>
          </a:r>
          <a:endParaRPr lang="en-US"/>
        </a:p>
      </dgm:t>
    </dgm:pt>
    <dgm:pt modelId="{56E2FFEB-3552-634C-B22E-5C9AF797C68C}" type="parTrans" cxnId="{7B82FB93-BE4B-F64C-BACA-EA988C44383C}">
      <dgm:prSet/>
      <dgm:spPr/>
      <dgm:t>
        <a:bodyPr/>
        <a:lstStyle/>
        <a:p>
          <a:endParaRPr lang="zh-CN" altLang="en-US"/>
        </a:p>
      </dgm:t>
    </dgm:pt>
    <dgm:pt modelId="{19675E7A-EAF1-7D4F-A907-AAAB30897DDC}" type="sibTrans" cxnId="{7B82FB93-BE4B-F64C-BACA-EA988C44383C}">
      <dgm:prSet/>
      <dgm:spPr/>
      <dgm:t>
        <a:bodyPr/>
        <a:lstStyle/>
        <a:p>
          <a:endParaRPr lang="zh-CN" altLang="en-US"/>
        </a:p>
      </dgm:t>
    </dgm:pt>
    <dgm:pt modelId="{F9DA9107-6EE4-4D43-8FE4-3F8615DF514A}" type="pres">
      <dgm:prSet presAssocID="{D8D675C1-BADE-4187-8B70-637F44CA674C}" presName="linear" presStyleCnt="0">
        <dgm:presLayoutVars>
          <dgm:animLvl val="lvl"/>
          <dgm:resizeHandles val="exact"/>
        </dgm:presLayoutVars>
      </dgm:prSet>
      <dgm:spPr/>
    </dgm:pt>
    <dgm:pt modelId="{4ACEE9CE-8875-8542-9E9F-10C2550922BF}" type="pres">
      <dgm:prSet presAssocID="{2A5B3E8F-399B-4D61-922B-9DB36F5235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5D9D97-740F-7644-A238-9C547B2B025D}" type="pres">
      <dgm:prSet presAssocID="{3ED52A95-C03A-478F-BD90-DC5F111064E9}" presName="spacer" presStyleCnt="0"/>
      <dgm:spPr/>
    </dgm:pt>
    <dgm:pt modelId="{BECD9340-863C-C140-846E-FB8F7E11AB67}" type="pres">
      <dgm:prSet presAssocID="{DFA36625-4C27-4BC5-A409-C2C48D87E1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66AD38-9AD4-904B-ABD2-BF6E70EDD113}" type="pres">
      <dgm:prSet presAssocID="{C73CC0AF-AE38-4964-B654-BD17755F3C6D}" presName="spacer" presStyleCnt="0"/>
      <dgm:spPr/>
    </dgm:pt>
    <dgm:pt modelId="{A96B4CBE-8584-F14E-9A84-11A4ACCA2C74}" type="pres">
      <dgm:prSet presAssocID="{F4EE3D46-D596-48C7-8F4F-6CF835199F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F68821-C783-FC40-AC57-B26F64B29B51}" type="pres">
      <dgm:prSet presAssocID="{232F2B8A-D897-40B7-B1D4-5BB533DDB095}" presName="spacer" presStyleCnt="0"/>
      <dgm:spPr/>
    </dgm:pt>
    <dgm:pt modelId="{123CDD00-CC99-3E44-BFA4-318CEBC62DE1}" type="pres">
      <dgm:prSet presAssocID="{F3C4BD1D-2694-477E-87B8-01CE265E262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1F27B3D-94DF-464A-9DB6-4C83F0ACF459}" type="pres">
      <dgm:prSet presAssocID="{F3C4BD1D-2694-477E-87B8-01CE265E262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D8FD521-4F55-4848-B682-D169B51FFCC7}" srcId="{D8D675C1-BADE-4187-8B70-637F44CA674C}" destId="{F4EE3D46-D596-48C7-8F4F-6CF835199F1E}" srcOrd="2" destOrd="0" parTransId="{10A3DA27-9EE0-413A-ADA8-7F6582042D94}" sibTransId="{232F2B8A-D897-40B7-B1D4-5BB533DDB095}"/>
    <dgm:cxn modelId="{C99EB82B-A682-4150-BCDE-60B1DF87DDC6}" srcId="{D8D675C1-BADE-4187-8B70-637F44CA674C}" destId="{F3C4BD1D-2694-477E-87B8-01CE265E2624}" srcOrd="3" destOrd="0" parTransId="{127E0758-9AA3-41CD-B0A3-31881D5D052F}" sibTransId="{EFCA25F1-661D-42A6-BF2B-7AFAB64619BA}"/>
    <dgm:cxn modelId="{5A77173F-F781-7D41-9AD1-336DF69DEFAC}" type="presOf" srcId="{F4EE3D46-D596-48C7-8F4F-6CF835199F1E}" destId="{A96B4CBE-8584-F14E-9A84-11A4ACCA2C74}" srcOrd="0" destOrd="0" presId="urn:microsoft.com/office/officeart/2005/8/layout/vList2"/>
    <dgm:cxn modelId="{A401EE61-DB46-B248-A790-CEC5E4B1B2C6}" type="presOf" srcId="{F3C4BD1D-2694-477E-87B8-01CE265E2624}" destId="{123CDD00-CC99-3E44-BFA4-318CEBC62DE1}" srcOrd="0" destOrd="0" presId="urn:microsoft.com/office/officeart/2005/8/layout/vList2"/>
    <dgm:cxn modelId="{4B31A171-7D84-4945-8B44-4D369A2C742A}" type="presOf" srcId="{DFA36625-4C27-4BC5-A409-C2C48D87E1AA}" destId="{BECD9340-863C-C140-846E-FB8F7E11AB67}" srcOrd="0" destOrd="0" presId="urn:microsoft.com/office/officeart/2005/8/layout/vList2"/>
    <dgm:cxn modelId="{33654F77-4415-4D28-B3D4-2D755AFD5A26}" srcId="{D8D675C1-BADE-4187-8B70-637F44CA674C}" destId="{DFA36625-4C27-4BC5-A409-C2C48D87E1AA}" srcOrd="1" destOrd="0" parTransId="{325D749B-DD1C-48F1-8A01-B3C08067FE74}" sibTransId="{C73CC0AF-AE38-4964-B654-BD17755F3C6D}"/>
    <dgm:cxn modelId="{7B82FB93-BE4B-F64C-BACA-EA988C44383C}" srcId="{F3C4BD1D-2694-477E-87B8-01CE265E2624}" destId="{45CE6203-4ACE-EB40-A070-52512EAF4BFD}" srcOrd="0" destOrd="0" parTransId="{56E2FFEB-3552-634C-B22E-5C9AF797C68C}" sibTransId="{19675E7A-EAF1-7D4F-A907-AAAB30897DDC}"/>
    <dgm:cxn modelId="{C7ED7E9E-E5F8-C348-902F-D17DC99856B6}" type="presOf" srcId="{2A5B3E8F-399B-4D61-922B-9DB36F523592}" destId="{4ACEE9CE-8875-8542-9E9F-10C2550922BF}" srcOrd="0" destOrd="0" presId="urn:microsoft.com/office/officeart/2005/8/layout/vList2"/>
    <dgm:cxn modelId="{294266A7-9C17-49A1-87E5-004D89190AE5}" srcId="{D8D675C1-BADE-4187-8B70-637F44CA674C}" destId="{2A5B3E8F-399B-4D61-922B-9DB36F523592}" srcOrd="0" destOrd="0" parTransId="{0A25AC15-B32D-413D-AD07-362E35446F0A}" sibTransId="{3ED52A95-C03A-478F-BD90-DC5F111064E9}"/>
    <dgm:cxn modelId="{76F3DCAB-EE39-224B-9D78-04E004AC7409}" type="presOf" srcId="{45CE6203-4ACE-EB40-A070-52512EAF4BFD}" destId="{41F27B3D-94DF-464A-9DB6-4C83F0ACF459}" srcOrd="0" destOrd="0" presId="urn:microsoft.com/office/officeart/2005/8/layout/vList2"/>
    <dgm:cxn modelId="{D9981FB4-6CA7-F946-948A-80ADEEFDC586}" type="presOf" srcId="{D8D675C1-BADE-4187-8B70-637F44CA674C}" destId="{F9DA9107-6EE4-4D43-8FE4-3F8615DF514A}" srcOrd="0" destOrd="0" presId="urn:microsoft.com/office/officeart/2005/8/layout/vList2"/>
    <dgm:cxn modelId="{6EF17917-C644-4541-861E-E68E2AA21E27}" type="presParOf" srcId="{F9DA9107-6EE4-4D43-8FE4-3F8615DF514A}" destId="{4ACEE9CE-8875-8542-9E9F-10C2550922BF}" srcOrd="0" destOrd="0" presId="urn:microsoft.com/office/officeart/2005/8/layout/vList2"/>
    <dgm:cxn modelId="{38569C7F-37F4-3044-B000-170BF2A37C15}" type="presParOf" srcId="{F9DA9107-6EE4-4D43-8FE4-3F8615DF514A}" destId="{175D9D97-740F-7644-A238-9C547B2B025D}" srcOrd="1" destOrd="0" presId="urn:microsoft.com/office/officeart/2005/8/layout/vList2"/>
    <dgm:cxn modelId="{DB5799E5-9283-474E-81CA-C2E984720B3B}" type="presParOf" srcId="{F9DA9107-6EE4-4D43-8FE4-3F8615DF514A}" destId="{BECD9340-863C-C140-846E-FB8F7E11AB67}" srcOrd="2" destOrd="0" presId="urn:microsoft.com/office/officeart/2005/8/layout/vList2"/>
    <dgm:cxn modelId="{822FFD9E-8528-4444-9860-4B46560DB212}" type="presParOf" srcId="{F9DA9107-6EE4-4D43-8FE4-3F8615DF514A}" destId="{4A66AD38-9AD4-904B-ABD2-BF6E70EDD113}" srcOrd="3" destOrd="0" presId="urn:microsoft.com/office/officeart/2005/8/layout/vList2"/>
    <dgm:cxn modelId="{7DDFCC35-A069-6448-A9AE-444D511E1383}" type="presParOf" srcId="{F9DA9107-6EE4-4D43-8FE4-3F8615DF514A}" destId="{A96B4CBE-8584-F14E-9A84-11A4ACCA2C74}" srcOrd="4" destOrd="0" presId="urn:microsoft.com/office/officeart/2005/8/layout/vList2"/>
    <dgm:cxn modelId="{BC451542-E54C-4749-A108-F6F1231094A1}" type="presParOf" srcId="{F9DA9107-6EE4-4D43-8FE4-3F8615DF514A}" destId="{27F68821-C783-FC40-AC57-B26F64B29B51}" srcOrd="5" destOrd="0" presId="urn:microsoft.com/office/officeart/2005/8/layout/vList2"/>
    <dgm:cxn modelId="{4244A5B5-F22D-444F-A6CD-04569D116757}" type="presParOf" srcId="{F9DA9107-6EE4-4D43-8FE4-3F8615DF514A}" destId="{123CDD00-CC99-3E44-BFA4-318CEBC62DE1}" srcOrd="6" destOrd="0" presId="urn:microsoft.com/office/officeart/2005/8/layout/vList2"/>
    <dgm:cxn modelId="{9CD81CE6-C57F-6049-96A5-8318EB1ECEC0}" type="presParOf" srcId="{F9DA9107-6EE4-4D43-8FE4-3F8615DF514A}" destId="{41F27B3D-94DF-464A-9DB6-4C83F0ACF45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3713D99-07FE-D046-9A09-CFC7C4E7D467}" type="doc">
      <dgm:prSet loTypeId="urn:microsoft.com/office/officeart/2005/8/layout/hList9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37D6B7D-E279-724C-BBEF-126A56D9B955}">
      <dgm:prSet phldrT="[文本]"/>
      <dgm:spPr/>
      <dgm:t>
        <a:bodyPr/>
        <a:lstStyle/>
        <a:p>
          <a:r>
            <a:rPr lang="en" altLang="zh-CN"/>
            <a:t>Similarity</a:t>
          </a:r>
          <a:endParaRPr lang="zh-CN" altLang="en-US"/>
        </a:p>
      </dgm:t>
    </dgm:pt>
    <dgm:pt modelId="{F9FBF269-E134-874D-9468-858F1F647A10}" type="parTrans" cxnId="{F63A4782-2C10-DD43-A39B-411551399CCA}">
      <dgm:prSet/>
      <dgm:spPr/>
      <dgm:t>
        <a:bodyPr/>
        <a:lstStyle/>
        <a:p>
          <a:endParaRPr lang="zh-CN" altLang="en-US"/>
        </a:p>
      </dgm:t>
    </dgm:pt>
    <dgm:pt modelId="{8A30F671-FC6A-5346-A9C9-C951734D8A2A}" type="sibTrans" cxnId="{F63A4782-2C10-DD43-A39B-411551399CCA}">
      <dgm:prSet/>
      <dgm:spPr/>
      <dgm:t>
        <a:bodyPr/>
        <a:lstStyle/>
        <a:p>
          <a:endParaRPr lang="zh-CN" altLang="en-US"/>
        </a:p>
      </dgm:t>
    </dgm:pt>
    <dgm:pt modelId="{B915ACB8-B856-B34D-B870-5397226B6AC7}">
      <dgm:prSet phldrT="[文本]"/>
      <dgm:spPr/>
      <dgm:t>
        <a:bodyPr/>
        <a:lstStyle/>
        <a:p>
          <a:r>
            <a:rPr lang="en" altLang="zh-CN" b="1"/>
            <a:t>aim to achieve </a:t>
          </a:r>
          <a:r>
            <a:rPr lang="en" altLang="zh-CN" b="1" i="1"/>
            <a:t>resource virtualization </a:t>
          </a:r>
          <a:endParaRPr lang="zh-CN" altLang="en-US" b="1"/>
        </a:p>
      </dgm:t>
    </dgm:pt>
    <dgm:pt modelId="{8845A5CB-D5F2-7445-B685-035BAF16BA32}" type="parTrans" cxnId="{C3A816A5-06FB-CA4B-93F3-2EBE2ECEEB15}">
      <dgm:prSet/>
      <dgm:spPr/>
      <dgm:t>
        <a:bodyPr/>
        <a:lstStyle/>
        <a:p>
          <a:endParaRPr lang="zh-CN" altLang="en-US"/>
        </a:p>
      </dgm:t>
    </dgm:pt>
    <dgm:pt modelId="{62B9110A-7605-4348-8278-8568A9A88F07}" type="sibTrans" cxnId="{C3A816A5-06FB-CA4B-93F3-2EBE2ECEEB15}">
      <dgm:prSet/>
      <dgm:spPr/>
      <dgm:t>
        <a:bodyPr/>
        <a:lstStyle/>
        <a:p>
          <a:endParaRPr lang="zh-CN" altLang="en-US"/>
        </a:p>
      </dgm:t>
    </dgm:pt>
    <dgm:pt modelId="{6C40574A-C882-4B49-B706-925483407C20}" type="pres">
      <dgm:prSet presAssocID="{43713D99-07FE-D046-9A09-CFC7C4E7D467}" presName="list" presStyleCnt="0">
        <dgm:presLayoutVars>
          <dgm:dir/>
          <dgm:animLvl val="lvl"/>
        </dgm:presLayoutVars>
      </dgm:prSet>
      <dgm:spPr/>
    </dgm:pt>
    <dgm:pt modelId="{0FA091BB-9FA6-CB4D-97B1-598A3E070C6B}" type="pres">
      <dgm:prSet presAssocID="{337D6B7D-E279-724C-BBEF-126A56D9B955}" presName="posSpace" presStyleCnt="0"/>
      <dgm:spPr/>
    </dgm:pt>
    <dgm:pt modelId="{8E70AA4E-12FB-EA49-97FD-1497E05B1408}" type="pres">
      <dgm:prSet presAssocID="{337D6B7D-E279-724C-BBEF-126A56D9B955}" presName="vertFlow" presStyleCnt="0"/>
      <dgm:spPr/>
    </dgm:pt>
    <dgm:pt modelId="{8A87CE2B-8CC6-614B-8877-59D9D7B4CCF8}" type="pres">
      <dgm:prSet presAssocID="{337D6B7D-E279-724C-BBEF-126A56D9B955}" presName="topSpace" presStyleCnt="0"/>
      <dgm:spPr/>
    </dgm:pt>
    <dgm:pt modelId="{D7E1BF61-4FD0-104C-A90B-5E7F3674A100}" type="pres">
      <dgm:prSet presAssocID="{337D6B7D-E279-724C-BBEF-126A56D9B955}" presName="firstComp" presStyleCnt="0"/>
      <dgm:spPr/>
    </dgm:pt>
    <dgm:pt modelId="{D4EF3D2A-ADDA-4646-B0AB-B2BE344E9694}" type="pres">
      <dgm:prSet presAssocID="{337D6B7D-E279-724C-BBEF-126A56D9B955}" presName="firstChild" presStyleLbl="bgAccFollowNode1" presStyleIdx="0" presStyleCnt="1"/>
      <dgm:spPr/>
    </dgm:pt>
    <dgm:pt modelId="{CF9B68B2-285D-AD41-8347-2C7DF86B4CFA}" type="pres">
      <dgm:prSet presAssocID="{337D6B7D-E279-724C-BBEF-126A56D9B955}" presName="firstChildTx" presStyleLbl="bgAccFollowNode1" presStyleIdx="0" presStyleCnt="1">
        <dgm:presLayoutVars>
          <dgm:bulletEnabled val="1"/>
        </dgm:presLayoutVars>
      </dgm:prSet>
      <dgm:spPr/>
    </dgm:pt>
    <dgm:pt modelId="{78C14E41-FA03-CB48-A662-6F3690586488}" type="pres">
      <dgm:prSet presAssocID="{337D6B7D-E279-724C-BBEF-126A56D9B955}" presName="negSpace" presStyleCnt="0"/>
      <dgm:spPr/>
    </dgm:pt>
    <dgm:pt modelId="{0ADAA79A-F2A8-2848-AE0B-02B7D6FA5723}" type="pres">
      <dgm:prSet presAssocID="{337D6B7D-E279-724C-BBEF-126A56D9B955}" presName="circle" presStyleLbl="node1" presStyleIdx="0" presStyleCnt="1"/>
      <dgm:spPr/>
    </dgm:pt>
  </dgm:ptLst>
  <dgm:cxnLst>
    <dgm:cxn modelId="{00554B76-AADC-C448-8019-92C0841910B3}" type="presOf" srcId="{B915ACB8-B856-B34D-B870-5397226B6AC7}" destId="{CF9B68B2-285D-AD41-8347-2C7DF86B4CFA}" srcOrd="1" destOrd="0" presId="urn:microsoft.com/office/officeart/2005/8/layout/hList9"/>
    <dgm:cxn modelId="{243D6482-25DB-4A4D-9DC8-18EFA3A33DE0}" type="presOf" srcId="{B915ACB8-B856-B34D-B870-5397226B6AC7}" destId="{D4EF3D2A-ADDA-4646-B0AB-B2BE344E9694}" srcOrd="0" destOrd="0" presId="urn:microsoft.com/office/officeart/2005/8/layout/hList9"/>
    <dgm:cxn modelId="{F63A4782-2C10-DD43-A39B-411551399CCA}" srcId="{43713D99-07FE-D046-9A09-CFC7C4E7D467}" destId="{337D6B7D-E279-724C-BBEF-126A56D9B955}" srcOrd="0" destOrd="0" parTransId="{F9FBF269-E134-874D-9468-858F1F647A10}" sibTransId="{8A30F671-FC6A-5346-A9C9-C951734D8A2A}"/>
    <dgm:cxn modelId="{A06F2396-A42E-A747-9AB7-DFC8F3B612ED}" type="presOf" srcId="{337D6B7D-E279-724C-BBEF-126A56D9B955}" destId="{0ADAA79A-F2A8-2848-AE0B-02B7D6FA5723}" srcOrd="0" destOrd="0" presId="urn:microsoft.com/office/officeart/2005/8/layout/hList9"/>
    <dgm:cxn modelId="{C3A816A5-06FB-CA4B-93F3-2EBE2ECEEB15}" srcId="{337D6B7D-E279-724C-BBEF-126A56D9B955}" destId="{B915ACB8-B856-B34D-B870-5397226B6AC7}" srcOrd="0" destOrd="0" parTransId="{8845A5CB-D5F2-7445-B685-035BAF16BA32}" sibTransId="{62B9110A-7605-4348-8278-8568A9A88F07}"/>
    <dgm:cxn modelId="{3099B5E5-7299-4742-B53A-B130BE2D8CF7}" type="presOf" srcId="{43713D99-07FE-D046-9A09-CFC7C4E7D467}" destId="{6C40574A-C882-4B49-B706-925483407C20}" srcOrd="0" destOrd="0" presId="urn:microsoft.com/office/officeart/2005/8/layout/hList9"/>
    <dgm:cxn modelId="{A0CF3224-FDD6-5942-9E3B-420E7BF13D3D}" type="presParOf" srcId="{6C40574A-C882-4B49-B706-925483407C20}" destId="{0FA091BB-9FA6-CB4D-97B1-598A3E070C6B}" srcOrd="0" destOrd="0" presId="urn:microsoft.com/office/officeart/2005/8/layout/hList9"/>
    <dgm:cxn modelId="{02D8AF7D-7226-F54C-B5F0-D34160B11944}" type="presParOf" srcId="{6C40574A-C882-4B49-B706-925483407C20}" destId="{8E70AA4E-12FB-EA49-97FD-1497E05B1408}" srcOrd="1" destOrd="0" presId="urn:microsoft.com/office/officeart/2005/8/layout/hList9"/>
    <dgm:cxn modelId="{E502F6C3-213D-5744-9A08-735264E469C9}" type="presParOf" srcId="{8E70AA4E-12FB-EA49-97FD-1497E05B1408}" destId="{8A87CE2B-8CC6-614B-8877-59D9D7B4CCF8}" srcOrd="0" destOrd="0" presId="urn:microsoft.com/office/officeart/2005/8/layout/hList9"/>
    <dgm:cxn modelId="{68C9797D-F22B-374A-A749-7AB9B189E2E2}" type="presParOf" srcId="{8E70AA4E-12FB-EA49-97FD-1497E05B1408}" destId="{D7E1BF61-4FD0-104C-A90B-5E7F3674A100}" srcOrd="1" destOrd="0" presId="urn:microsoft.com/office/officeart/2005/8/layout/hList9"/>
    <dgm:cxn modelId="{B54E3355-0563-B748-880F-DA481DABE685}" type="presParOf" srcId="{D7E1BF61-4FD0-104C-A90B-5E7F3674A100}" destId="{D4EF3D2A-ADDA-4646-B0AB-B2BE344E9694}" srcOrd="0" destOrd="0" presId="urn:microsoft.com/office/officeart/2005/8/layout/hList9"/>
    <dgm:cxn modelId="{30074E3E-95A8-D643-99CE-CB6E88EB0AE7}" type="presParOf" srcId="{D7E1BF61-4FD0-104C-A90B-5E7F3674A100}" destId="{CF9B68B2-285D-AD41-8347-2C7DF86B4CFA}" srcOrd="1" destOrd="0" presId="urn:microsoft.com/office/officeart/2005/8/layout/hList9"/>
    <dgm:cxn modelId="{95AAE984-BC90-F445-AF4D-F5A0B7D48308}" type="presParOf" srcId="{6C40574A-C882-4B49-B706-925483407C20}" destId="{78C14E41-FA03-CB48-A662-6F3690586488}" srcOrd="2" destOrd="0" presId="urn:microsoft.com/office/officeart/2005/8/layout/hList9"/>
    <dgm:cxn modelId="{07112E66-168B-9F42-B1B6-49FDC140ADDA}" type="presParOf" srcId="{6C40574A-C882-4B49-B706-925483407C20}" destId="{0ADAA79A-F2A8-2848-AE0B-02B7D6FA5723}" srcOrd="3" destOrd="0" presId="urn:microsoft.com/office/officeart/2005/8/layout/hList9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2A59828-553C-4593-97C9-6112F7EAED64}" type="doc">
      <dgm:prSet loTypeId="urn:microsoft.com/office/officeart/2005/8/layout/bProcess4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1CAC96D-18CB-48A7-9575-4F1A1F5BC230}">
      <dgm:prSet custT="1"/>
      <dgm:spPr/>
      <dgm:t>
        <a:bodyPr/>
        <a:lstStyle/>
        <a:p>
          <a:pPr algn="l"/>
          <a:r>
            <a:rPr lang="en-US" sz="2000"/>
            <a:t>Grid </a:t>
          </a:r>
          <a:r>
            <a:rPr lang="zh-CN" altLang="en-US" sz="2000"/>
            <a:t>：</a:t>
          </a:r>
          <a:r>
            <a:rPr lang="en-US" sz="2000"/>
            <a:t>the “</a:t>
          </a:r>
          <a:r>
            <a:rPr lang="en-US" sz="2000" b="1"/>
            <a:t>resource sharing</a:t>
          </a:r>
          <a:r>
            <a:rPr lang="en-US" sz="2000"/>
            <a:t>”</a:t>
          </a:r>
        </a:p>
        <a:p>
          <a:pPr algn="l"/>
          <a:r>
            <a:rPr lang="en-US" sz="2000"/>
            <a:t>Cloud </a:t>
          </a:r>
          <a:r>
            <a:rPr lang="zh-CN" altLang="en-US" sz="2000"/>
            <a:t>：</a:t>
          </a:r>
          <a:r>
            <a:rPr lang="en-US" altLang="zh-CN" sz="2000"/>
            <a:t>allocates resources to different running instances</a:t>
          </a:r>
          <a:endParaRPr lang="en-US" sz="2000"/>
        </a:p>
      </dgm:t>
    </dgm:pt>
    <dgm:pt modelId="{629144B2-4D55-45AF-81F3-872EA9C94615}" type="parTrans" cxnId="{D10431B1-A65C-4DD0-9D4E-B76381047ABC}">
      <dgm:prSet/>
      <dgm:spPr/>
      <dgm:t>
        <a:bodyPr/>
        <a:lstStyle/>
        <a:p>
          <a:endParaRPr lang="en-US"/>
        </a:p>
      </dgm:t>
    </dgm:pt>
    <dgm:pt modelId="{B6A61589-F5DB-4592-81E2-191C3E159592}" type="sibTrans" cxnId="{D10431B1-A65C-4DD0-9D4E-B76381047ABC}">
      <dgm:prSet/>
      <dgm:spPr/>
      <dgm:t>
        <a:bodyPr/>
        <a:lstStyle/>
        <a:p>
          <a:endParaRPr lang="en-US"/>
        </a:p>
      </dgm:t>
    </dgm:pt>
    <dgm:pt modelId="{F4ED83D6-3BE0-4D11-B8D6-EC4016CA2C76}">
      <dgm:prSet custT="1"/>
      <dgm:spPr/>
      <dgm:t>
        <a:bodyPr/>
        <a:lstStyle/>
        <a:p>
          <a:pPr algn="l"/>
          <a:r>
            <a:rPr lang="en-US" sz="2000"/>
            <a:t>Grid </a:t>
          </a:r>
          <a:r>
            <a:rPr lang="zh-CN" altLang="en-US" sz="2000"/>
            <a:t>：</a:t>
          </a:r>
          <a:r>
            <a:rPr lang="en-US" sz="2000"/>
            <a:t> </a:t>
          </a:r>
          <a:r>
            <a:rPr lang="en-US" sz="2000" b="1"/>
            <a:t>maximum</a:t>
          </a:r>
          <a:r>
            <a:rPr lang="en-US" sz="2000"/>
            <a:t> computing capacity for </a:t>
          </a:r>
          <a:r>
            <a:rPr lang="en-US" sz="2000" b="1"/>
            <a:t>a huge task</a:t>
          </a:r>
          <a:r>
            <a:rPr lang="en-US" sz="2000"/>
            <a:t> through resource sharing.</a:t>
          </a:r>
        </a:p>
        <a:p>
          <a:pPr algn="l"/>
          <a:r>
            <a:rPr lang="en-US" sz="2000"/>
            <a:t>Cloud </a:t>
          </a:r>
          <a:r>
            <a:rPr lang="zh-CN" altLang="en-US" sz="2000"/>
            <a:t>：</a:t>
          </a:r>
          <a:r>
            <a:rPr lang="en-US" sz="2000" b="1"/>
            <a:t>small-to-medium tasks</a:t>
          </a:r>
          <a:endParaRPr lang="en-US" sz="2000"/>
        </a:p>
      </dgm:t>
    </dgm:pt>
    <dgm:pt modelId="{C6775E10-952A-433A-AA83-3143A3E03E76}" type="parTrans" cxnId="{75A9AF0D-0045-4426-95A6-78D81DEFAB93}">
      <dgm:prSet/>
      <dgm:spPr/>
      <dgm:t>
        <a:bodyPr/>
        <a:lstStyle/>
        <a:p>
          <a:endParaRPr lang="en-US"/>
        </a:p>
      </dgm:t>
    </dgm:pt>
    <dgm:pt modelId="{FDF731CF-6FD3-44D6-96BD-0B70120FFBD4}" type="sibTrans" cxnId="{75A9AF0D-0045-4426-95A6-78D81DEFAB93}">
      <dgm:prSet/>
      <dgm:spPr/>
      <dgm:t>
        <a:bodyPr/>
        <a:lstStyle/>
        <a:p>
          <a:endParaRPr lang="en-US"/>
        </a:p>
      </dgm:t>
    </dgm:pt>
    <dgm:pt modelId="{CD5C3094-39C1-436D-A885-61512A500933}">
      <dgm:prSet custT="1"/>
      <dgm:spPr/>
      <dgm:t>
        <a:bodyPr/>
        <a:lstStyle/>
        <a:p>
          <a:pPr algn="l"/>
          <a:r>
            <a:rPr lang="en-US" sz="2000"/>
            <a:t>Grid </a:t>
          </a:r>
          <a:r>
            <a:rPr lang="zh-CN" altLang="en-US" sz="2000"/>
            <a:t>：</a:t>
          </a:r>
          <a:r>
            <a:rPr lang="en-US" sz="2000"/>
            <a:t> </a:t>
          </a:r>
          <a:r>
            <a:rPr lang="en-US" sz="2000" b="1"/>
            <a:t>re-usability</a:t>
          </a:r>
          <a:r>
            <a:rPr lang="en-US" sz="2000"/>
            <a:t> for (scientific) high performance computing. Cloud </a:t>
          </a:r>
          <a:r>
            <a:rPr lang="zh-CN" altLang="en-US" sz="2000"/>
            <a:t>：</a:t>
          </a:r>
          <a:r>
            <a:rPr lang="en-US" sz="2000"/>
            <a:t>computing is directly pulled by </a:t>
          </a:r>
          <a:r>
            <a:rPr lang="en-US" sz="2000" b="1"/>
            <a:t>immediate user needs</a:t>
          </a:r>
          <a:endParaRPr lang="en-US" sz="2000"/>
        </a:p>
      </dgm:t>
    </dgm:pt>
    <dgm:pt modelId="{DAC4CB3E-0896-45DF-B84B-E5BA7CC0E0AD}" type="parTrans" cxnId="{32C45BCA-2601-44D4-957B-DBCDD46798A7}">
      <dgm:prSet/>
      <dgm:spPr/>
      <dgm:t>
        <a:bodyPr/>
        <a:lstStyle/>
        <a:p>
          <a:endParaRPr lang="en-US"/>
        </a:p>
      </dgm:t>
    </dgm:pt>
    <dgm:pt modelId="{D985278B-853F-4D7E-8A75-CF8B0A26FE64}" type="sibTrans" cxnId="{32C45BCA-2601-44D4-957B-DBCDD46798A7}">
      <dgm:prSet/>
      <dgm:spPr/>
      <dgm:t>
        <a:bodyPr/>
        <a:lstStyle/>
        <a:p>
          <a:endParaRPr lang="en-US"/>
        </a:p>
      </dgm:t>
    </dgm:pt>
    <dgm:pt modelId="{2C39CA32-F583-47B2-8644-9E854DCD4ABE}">
      <dgm:prSet custT="1"/>
      <dgm:spPr/>
      <dgm:t>
        <a:bodyPr/>
        <a:lstStyle/>
        <a:p>
          <a:pPr algn="l"/>
          <a:r>
            <a:rPr lang="en-US" sz="2000"/>
            <a:t>Grid</a:t>
          </a:r>
          <a:r>
            <a:rPr lang="zh-CN" altLang="en-US" sz="2000"/>
            <a:t>：</a:t>
          </a:r>
          <a:r>
            <a:rPr lang="en-US" sz="2000"/>
            <a:t>achieve </a:t>
          </a:r>
          <a:r>
            <a:rPr lang="en-US" sz="2000" b="1"/>
            <a:t>maximum computing</a:t>
          </a:r>
          <a:r>
            <a:rPr lang="en-US" sz="2000"/>
            <a:t>.</a:t>
          </a:r>
        </a:p>
        <a:p>
          <a:pPr algn="l"/>
          <a:r>
            <a:rPr lang="en-US" sz="2000"/>
            <a:t>Cloud</a:t>
          </a:r>
          <a:r>
            <a:rPr lang="zh-CN" altLang="en-US" sz="2000"/>
            <a:t>：</a:t>
          </a:r>
          <a:r>
            <a:rPr lang="en-US" sz="2000" b="1"/>
            <a:t>optimizing the overall computing capacity</a:t>
          </a:r>
          <a:r>
            <a:rPr lang="en-US" sz="2000"/>
            <a:t>. </a:t>
          </a:r>
        </a:p>
      </dgm:t>
    </dgm:pt>
    <dgm:pt modelId="{993F47AC-84DF-4195-B7F3-5512A8C4A5E3}" type="parTrans" cxnId="{9B9ABAC3-6449-4CF7-8E7A-1F1F59D4ADFA}">
      <dgm:prSet/>
      <dgm:spPr/>
      <dgm:t>
        <a:bodyPr/>
        <a:lstStyle/>
        <a:p>
          <a:endParaRPr lang="en-US"/>
        </a:p>
      </dgm:t>
    </dgm:pt>
    <dgm:pt modelId="{BF530961-8FD5-46F5-81A4-C5F04C272476}" type="sibTrans" cxnId="{9B9ABAC3-6449-4CF7-8E7A-1F1F59D4ADFA}">
      <dgm:prSet/>
      <dgm:spPr/>
      <dgm:t>
        <a:bodyPr/>
        <a:lstStyle/>
        <a:p>
          <a:endParaRPr lang="en-US"/>
        </a:p>
      </dgm:t>
    </dgm:pt>
    <dgm:pt modelId="{7E404BC5-4003-1B44-A426-62B5D8B76981}" type="pres">
      <dgm:prSet presAssocID="{32A59828-553C-4593-97C9-6112F7EAED64}" presName="Name0" presStyleCnt="0">
        <dgm:presLayoutVars>
          <dgm:dir/>
          <dgm:resizeHandles/>
        </dgm:presLayoutVars>
      </dgm:prSet>
      <dgm:spPr/>
    </dgm:pt>
    <dgm:pt modelId="{AD6C54A4-33D3-3946-8593-4B1E666D61F1}" type="pres">
      <dgm:prSet presAssocID="{41CAC96D-18CB-48A7-9575-4F1A1F5BC230}" presName="compNode" presStyleCnt="0"/>
      <dgm:spPr/>
    </dgm:pt>
    <dgm:pt modelId="{4B566311-DA9E-0140-8316-ABDA5AB985F0}" type="pres">
      <dgm:prSet presAssocID="{41CAC96D-18CB-48A7-9575-4F1A1F5BC230}" presName="dummyConnPt" presStyleCnt="0"/>
      <dgm:spPr/>
    </dgm:pt>
    <dgm:pt modelId="{735EC27B-2558-D545-BA13-54E5A97B401E}" type="pres">
      <dgm:prSet presAssocID="{41CAC96D-18CB-48A7-9575-4F1A1F5BC230}" presName="node" presStyleLbl="node1" presStyleIdx="0" presStyleCnt="4">
        <dgm:presLayoutVars>
          <dgm:bulletEnabled val="1"/>
        </dgm:presLayoutVars>
      </dgm:prSet>
      <dgm:spPr/>
    </dgm:pt>
    <dgm:pt modelId="{53AB906C-B5E7-C043-9846-BDB29D6F3E61}" type="pres">
      <dgm:prSet presAssocID="{B6A61589-F5DB-4592-81E2-191C3E159592}" presName="sibTrans" presStyleLbl="bgSibTrans2D1" presStyleIdx="0" presStyleCnt="3"/>
      <dgm:spPr/>
    </dgm:pt>
    <dgm:pt modelId="{534F83CC-7806-C54C-B286-0FBADB9C4FFB}" type="pres">
      <dgm:prSet presAssocID="{F4ED83D6-3BE0-4D11-B8D6-EC4016CA2C76}" presName="compNode" presStyleCnt="0"/>
      <dgm:spPr/>
    </dgm:pt>
    <dgm:pt modelId="{FF30B315-DCC4-1546-A433-9A107F2EE4BC}" type="pres">
      <dgm:prSet presAssocID="{F4ED83D6-3BE0-4D11-B8D6-EC4016CA2C76}" presName="dummyConnPt" presStyleCnt="0"/>
      <dgm:spPr/>
    </dgm:pt>
    <dgm:pt modelId="{BA46D927-0579-0E46-9C94-880BA401ACA8}" type="pres">
      <dgm:prSet presAssocID="{F4ED83D6-3BE0-4D11-B8D6-EC4016CA2C76}" presName="node" presStyleLbl="node1" presStyleIdx="1" presStyleCnt="4">
        <dgm:presLayoutVars>
          <dgm:bulletEnabled val="1"/>
        </dgm:presLayoutVars>
      </dgm:prSet>
      <dgm:spPr/>
    </dgm:pt>
    <dgm:pt modelId="{2B9CE836-4855-D043-866D-C03DB944C483}" type="pres">
      <dgm:prSet presAssocID="{FDF731CF-6FD3-44D6-96BD-0B70120FFBD4}" presName="sibTrans" presStyleLbl="bgSibTrans2D1" presStyleIdx="1" presStyleCnt="3"/>
      <dgm:spPr/>
    </dgm:pt>
    <dgm:pt modelId="{789AE2DC-9CDA-A448-92D3-7D2547D7C609}" type="pres">
      <dgm:prSet presAssocID="{CD5C3094-39C1-436D-A885-61512A500933}" presName="compNode" presStyleCnt="0"/>
      <dgm:spPr/>
    </dgm:pt>
    <dgm:pt modelId="{999695F3-667C-2442-9B80-083E9DDBB686}" type="pres">
      <dgm:prSet presAssocID="{CD5C3094-39C1-436D-A885-61512A500933}" presName="dummyConnPt" presStyleCnt="0"/>
      <dgm:spPr/>
    </dgm:pt>
    <dgm:pt modelId="{232063DE-99A6-494C-9819-A798578F27FB}" type="pres">
      <dgm:prSet presAssocID="{CD5C3094-39C1-436D-A885-61512A500933}" presName="node" presStyleLbl="node1" presStyleIdx="2" presStyleCnt="4">
        <dgm:presLayoutVars>
          <dgm:bulletEnabled val="1"/>
        </dgm:presLayoutVars>
      </dgm:prSet>
      <dgm:spPr/>
    </dgm:pt>
    <dgm:pt modelId="{CAE47DF2-42BE-3C4B-B413-ECA2E8A8353D}" type="pres">
      <dgm:prSet presAssocID="{D985278B-853F-4D7E-8A75-CF8B0A26FE64}" presName="sibTrans" presStyleLbl="bgSibTrans2D1" presStyleIdx="2" presStyleCnt="3"/>
      <dgm:spPr/>
    </dgm:pt>
    <dgm:pt modelId="{C74AB637-DF18-6643-948B-C26E0B1D2465}" type="pres">
      <dgm:prSet presAssocID="{2C39CA32-F583-47B2-8644-9E854DCD4ABE}" presName="compNode" presStyleCnt="0"/>
      <dgm:spPr/>
    </dgm:pt>
    <dgm:pt modelId="{F8B8FB0C-D1F0-9943-9796-1C436E995688}" type="pres">
      <dgm:prSet presAssocID="{2C39CA32-F583-47B2-8644-9E854DCD4ABE}" presName="dummyConnPt" presStyleCnt="0"/>
      <dgm:spPr/>
    </dgm:pt>
    <dgm:pt modelId="{D09AEAF9-8482-D446-B743-81C6EB44E757}" type="pres">
      <dgm:prSet presAssocID="{2C39CA32-F583-47B2-8644-9E854DCD4ABE}" presName="node" presStyleLbl="node1" presStyleIdx="3" presStyleCnt="4">
        <dgm:presLayoutVars>
          <dgm:bulletEnabled val="1"/>
        </dgm:presLayoutVars>
      </dgm:prSet>
      <dgm:spPr/>
    </dgm:pt>
  </dgm:ptLst>
  <dgm:cxnLst>
    <dgm:cxn modelId="{75A9AF0D-0045-4426-95A6-78D81DEFAB93}" srcId="{32A59828-553C-4593-97C9-6112F7EAED64}" destId="{F4ED83D6-3BE0-4D11-B8D6-EC4016CA2C76}" srcOrd="1" destOrd="0" parTransId="{C6775E10-952A-433A-AA83-3143A3E03E76}" sibTransId="{FDF731CF-6FD3-44D6-96BD-0B70120FFBD4}"/>
    <dgm:cxn modelId="{F6571253-A6EB-4C7F-A626-D440A3988FBE}" type="presOf" srcId="{32A59828-553C-4593-97C9-6112F7EAED64}" destId="{7E404BC5-4003-1B44-A426-62B5D8B76981}" srcOrd="0" destOrd="0" presId="urn:microsoft.com/office/officeart/2005/8/layout/bProcess4"/>
    <dgm:cxn modelId="{0B9E597C-0E40-4E67-AC2F-C0A0649ED949}" type="presOf" srcId="{2C39CA32-F583-47B2-8644-9E854DCD4ABE}" destId="{D09AEAF9-8482-D446-B743-81C6EB44E757}" srcOrd="0" destOrd="0" presId="urn:microsoft.com/office/officeart/2005/8/layout/bProcess4"/>
    <dgm:cxn modelId="{ED465BA1-94EA-4F9E-BC5F-88774D072287}" type="presOf" srcId="{41CAC96D-18CB-48A7-9575-4F1A1F5BC230}" destId="{735EC27B-2558-D545-BA13-54E5A97B401E}" srcOrd="0" destOrd="0" presId="urn:microsoft.com/office/officeart/2005/8/layout/bProcess4"/>
    <dgm:cxn modelId="{E1F811AC-FEF8-42C6-8407-DBA13DD98218}" type="presOf" srcId="{F4ED83D6-3BE0-4D11-B8D6-EC4016CA2C76}" destId="{BA46D927-0579-0E46-9C94-880BA401ACA8}" srcOrd="0" destOrd="0" presId="urn:microsoft.com/office/officeart/2005/8/layout/bProcess4"/>
    <dgm:cxn modelId="{CC8ADFAD-DA43-4B59-AD58-F95DBA59867F}" type="presOf" srcId="{B6A61589-F5DB-4592-81E2-191C3E159592}" destId="{53AB906C-B5E7-C043-9846-BDB29D6F3E61}" srcOrd="0" destOrd="0" presId="urn:microsoft.com/office/officeart/2005/8/layout/bProcess4"/>
    <dgm:cxn modelId="{D10431B1-A65C-4DD0-9D4E-B76381047ABC}" srcId="{32A59828-553C-4593-97C9-6112F7EAED64}" destId="{41CAC96D-18CB-48A7-9575-4F1A1F5BC230}" srcOrd="0" destOrd="0" parTransId="{629144B2-4D55-45AF-81F3-872EA9C94615}" sibTransId="{B6A61589-F5DB-4592-81E2-191C3E159592}"/>
    <dgm:cxn modelId="{9B9ABAC3-6449-4CF7-8E7A-1F1F59D4ADFA}" srcId="{32A59828-553C-4593-97C9-6112F7EAED64}" destId="{2C39CA32-F583-47B2-8644-9E854DCD4ABE}" srcOrd="3" destOrd="0" parTransId="{993F47AC-84DF-4195-B7F3-5512A8C4A5E3}" sibTransId="{BF530961-8FD5-46F5-81A4-C5F04C272476}"/>
    <dgm:cxn modelId="{32C45BCA-2601-44D4-957B-DBCDD46798A7}" srcId="{32A59828-553C-4593-97C9-6112F7EAED64}" destId="{CD5C3094-39C1-436D-A885-61512A500933}" srcOrd="2" destOrd="0" parTransId="{DAC4CB3E-0896-45DF-B84B-E5BA7CC0E0AD}" sibTransId="{D985278B-853F-4D7E-8A75-CF8B0A26FE64}"/>
    <dgm:cxn modelId="{50BFE1D4-98C0-408E-932D-AE3282C5EF60}" type="presOf" srcId="{D985278B-853F-4D7E-8A75-CF8B0A26FE64}" destId="{CAE47DF2-42BE-3C4B-B413-ECA2E8A8353D}" srcOrd="0" destOrd="0" presId="urn:microsoft.com/office/officeart/2005/8/layout/bProcess4"/>
    <dgm:cxn modelId="{357D4CE4-9499-48F0-8CB2-AB9AA25305F1}" type="presOf" srcId="{FDF731CF-6FD3-44D6-96BD-0B70120FFBD4}" destId="{2B9CE836-4855-D043-866D-C03DB944C483}" srcOrd="0" destOrd="0" presId="urn:microsoft.com/office/officeart/2005/8/layout/bProcess4"/>
    <dgm:cxn modelId="{9D8CE9EB-21AC-4A79-84B9-E7E4F50AD1ED}" type="presOf" srcId="{CD5C3094-39C1-436D-A885-61512A500933}" destId="{232063DE-99A6-494C-9819-A798578F27FB}" srcOrd="0" destOrd="0" presId="urn:microsoft.com/office/officeart/2005/8/layout/bProcess4"/>
    <dgm:cxn modelId="{6C7E69E5-434A-410F-9F7A-85E96DF1865D}" type="presParOf" srcId="{7E404BC5-4003-1B44-A426-62B5D8B76981}" destId="{AD6C54A4-33D3-3946-8593-4B1E666D61F1}" srcOrd="0" destOrd="0" presId="urn:microsoft.com/office/officeart/2005/8/layout/bProcess4"/>
    <dgm:cxn modelId="{F6AF944B-F459-47CB-9377-433ADDCCFD7F}" type="presParOf" srcId="{AD6C54A4-33D3-3946-8593-4B1E666D61F1}" destId="{4B566311-DA9E-0140-8316-ABDA5AB985F0}" srcOrd="0" destOrd="0" presId="urn:microsoft.com/office/officeart/2005/8/layout/bProcess4"/>
    <dgm:cxn modelId="{519DF47C-3C34-4B95-A17A-E7535F99B95F}" type="presParOf" srcId="{AD6C54A4-33D3-3946-8593-4B1E666D61F1}" destId="{735EC27B-2558-D545-BA13-54E5A97B401E}" srcOrd="1" destOrd="0" presId="urn:microsoft.com/office/officeart/2005/8/layout/bProcess4"/>
    <dgm:cxn modelId="{F83657CD-EA97-487D-AE52-85F972A2731F}" type="presParOf" srcId="{7E404BC5-4003-1B44-A426-62B5D8B76981}" destId="{53AB906C-B5E7-C043-9846-BDB29D6F3E61}" srcOrd="1" destOrd="0" presId="urn:microsoft.com/office/officeart/2005/8/layout/bProcess4"/>
    <dgm:cxn modelId="{A8C3C453-C3C0-4A49-9C3D-CD438FAB5C32}" type="presParOf" srcId="{7E404BC5-4003-1B44-A426-62B5D8B76981}" destId="{534F83CC-7806-C54C-B286-0FBADB9C4FFB}" srcOrd="2" destOrd="0" presId="urn:microsoft.com/office/officeart/2005/8/layout/bProcess4"/>
    <dgm:cxn modelId="{5753C5DE-E4D1-4F82-944F-74670EDDA3AD}" type="presParOf" srcId="{534F83CC-7806-C54C-B286-0FBADB9C4FFB}" destId="{FF30B315-DCC4-1546-A433-9A107F2EE4BC}" srcOrd="0" destOrd="0" presId="urn:microsoft.com/office/officeart/2005/8/layout/bProcess4"/>
    <dgm:cxn modelId="{6EE4B428-C6FA-4609-9EA1-A67D9BE968DF}" type="presParOf" srcId="{534F83CC-7806-C54C-B286-0FBADB9C4FFB}" destId="{BA46D927-0579-0E46-9C94-880BA401ACA8}" srcOrd="1" destOrd="0" presId="urn:microsoft.com/office/officeart/2005/8/layout/bProcess4"/>
    <dgm:cxn modelId="{0F095E3B-577C-43E0-A993-0561BB57ACE2}" type="presParOf" srcId="{7E404BC5-4003-1B44-A426-62B5D8B76981}" destId="{2B9CE836-4855-D043-866D-C03DB944C483}" srcOrd="3" destOrd="0" presId="urn:microsoft.com/office/officeart/2005/8/layout/bProcess4"/>
    <dgm:cxn modelId="{CB16BD80-721B-470F-B1D1-FAED79200CE1}" type="presParOf" srcId="{7E404BC5-4003-1B44-A426-62B5D8B76981}" destId="{789AE2DC-9CDA-A448-92D3-7D2547D7C609}" srcOrd="4" destOrd="0" presId="urn:microsoft.com/office/officeart/2005/8/layout/bProcess4"/>
    <dgm:cxn modelId="{1F050B74-E852-4AC6-8C8B-BD96AD78EB04}" type="presParOf" srcId="{789AE2DC-9CDA-A448-92D3-7D2547D7C609}" destId="{999695F3-667C-2442-9B80-083E9DDBB686}" srcOrd="0" destOrd="0" presId="urn:microsoft.com/office/officeart/2005/8/layout/bProcess4"/>
    <dgm:cxn modelId="{7BEF9FFF-F96C-4225-893A-0BCA94463EE9}" type="presParOf" srcId="{789AE2DC-9CDA-A448-92D3-7D2547D7C609}" destId="{232063DE-99A6-494C-9819-A798578F27FB}" srcOrd="1" destOrd="0" presId="urn:microsoft.com/office/officeart/2005/8/layout/bProcess4"/>
    <dgm:cxn modelId="{D9B23A1A-8D15-46A7-8952-09A6ED53B377}" type="presParOf" srcId="{7E404BC5-4003-1B44-A426-62B5D8B76981}" destId="{CAE47DF2-42BE-3C4B-B413-ECA2E8A8353D}" srcOrd="5" destOrd="0" presId="urn:microsoft.com/office/officeart/2005/8/layout/bProcess4"/>
    <dgm:cxn modelId="{0C9E4BB0-374A-4248-81A8-923B41CF9A73}" type="presParOf" srcId="{7E404BC5-4003-1B44-A426-62B5D8B76981}" destId="{C74AB637-DF18-6643-948B-C26E0B1D2465}" srcOrd="6" destOrd="0" presId="urn:microsoft.com/office/officeart/2005/8/layout/bProcess4"/>
    <dgm:cxn modelId="{58FC7BF4-9414-464B-9C22-7B2150C8A300}" type="presParOf" srcId="{C74AB637-DF18-6643-948B-C26E0B1D2465}" destId="{F8B8FB0C-D1F0-9943-9796-1C436E995688}" srcOrd="0" destOrd="0" presId="urn:microsoft.com/office/officeart/2005/8/layout/bProcess4"/>
    <dgm:cxn modelId="{0413017E-471E-44B7-9672-A75FF7930C6A}" type="presParOf" srcId="{C74AB637-DF18-6643-948B-C26E0B1D2465}" destId="{D09AEAF9-8482-D446-B743-81C6EB44E757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E075F5D-CB09-4A8B-AF30-66AA4B97E5B3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9BF4F74-C350-456E-A7E2-E8DCA1BBA88B}">
      <dgm:prSet phldrT="[文本]"/>
      <dgm:spPr/>
      <dgm:t>
        <a:bodyPr/>
        <a:lstStyle/>
        <a:p>
          <a:r>
            <a:rPr kumimoji="1" lang="en" altLang="zh-CN"/>
            <a:t>High-performance computing (HPC) </a:t>
          </a:r>
          <a:r>
            <a:rPr kumimoji="1" lang="zh-CN" altLang="en-US"/>
            <a:t>：</a:t>
          </a:r>
          <a:endParaRPr lang="zh-CN" altLang="en-US"/>
        </a:p>
      </dgm:t>
    </dgm:pt>
    <dgm:pt modelId="{8449ABF0-14F4-4E8D-8A85-886C1F5C417C}" type="parTrans" cxnId="{5C1FDBCD-4083-4A50-BFE0-9ED4F5E37460}">
      <dgm:prSet/>
      <dgm:spPr/>
      <dgm:t>
        <a:bodyPr/>
        <a:lstStyle/>
        <a:p>
          <a:endParaRPr lang="zh-CN" altLang="en-US"/>
        </a:p>
      </dgm:t>
    </dgm:pt>
    <dgm:pt modelId="{F8AF87B7-27D0-477A-AEB9-A49E4E31EB18}" type="sibTrans" cxnId="{5C1FDBCD-4083-4A50-BFE0-9ED4F5E37460}">
      <dgm:prSet/>
      <dgm:spPr/>
      <dgm:t>
        <a:bodyPr/>
        <a:lstStyle/>
        <a:p>
          <a:endParaRPr lang="zh-CN" altLang="en-US"/>
        </a:p>
      </dgm:t>
    </dgm:pt>
    <dgm:pt modelId="{0EB4EBED-86B7-4D74-BAF6-A5FB6BBFC0C2}">
      <dgm:prSet custT="1"/>
      <dgm:spPr/>
      <dgm:t>
        <a:bodyPr/>
        <a:lstStyle/>
        <a:p>
          <a:r>
            <a:rPr kumimoji="1" lang="en" altLang="zh-CN" sz="1800"/>
            <a:t>solve advanced (scientific) computation problems. </a:t>
          </a:r>
        </a:p>
      </dgm:t>
    </dgm:pt>
    <dgm:pt modelId="{23319F2D-A3EC-420D-BBF1-4AF15373201A}" type="parTrans" cxnId="{4D5A7269-9702-4B6E-B8EA-6858A2268008}">
      <dgm:prSet/>
      <dgm:spPr/>
      <dgm:t>
        <a:bodyPr/>
        <a:lstStyle/>
        <a:p>
          <a:endParaRPr lang="zh-CN" altLang="en-US"/>
        </a:p>
      </dgm:t>
    </dgm:pt>
    <dgm:pt modelId="{FA66324E-F8FA-4E3C-A7DD-D114942CFAC7}" type="sibTrans" cxnId="{4D5A7269-9702-4B6E-B8EA-6858A2268008}">
      <dgm:prSet/>
      <dgm:spPr/>
      <dgm:t>
        <a:bodyPr/>
        <a:lstStyle/>
        <a:p>
          <a:endParaRPr lang="zh-CN" altLang="en-US"/>
        </a:p>
      </dgm:t>
    </dgm:pt>
    <dgm:pt modelId="{2F9E46B4-0757-4D63-9CC9-5AAC4CD01851}">
      <dgm:prSet custT="1"/>
      <dgm:spPr/>
      <dgm:t>
        <a:bodyPr/>
        <a:lstStyle/>
        <a:p>
          <a:r>
            <a:rPr kumimoji="1" lang="en" altLang="zh-CN" sz="1800"/>
            <a:t>widely used for scientific tasks</a:t>
          </a:r>
        </a:p>
      </dgm:t>
    </dgm:pt>
    <dgm:pt modelId="{A662A924-9403-4D4A-8CEE-25A2B8E9E6DD}" type="parTrans" cxnId="{45F936F2-0B42-4463-9D51-C86B2D012CE5}">
      <dgm:prSet/>
      <dgm:spPr/>
      <dgm:t>
        <a:bodyPr/>
        <a:lstStyle/>
        <a:p>
          <a:endParaRPr lang="zh-CN" altLang="en-US"/>
        </a:p>
      </dgm:t>
    </dgm:pt>
    <dgm:pt modelId="{CBEB736C-5A3A-42EC-9B43-487101B693B6}" type="sibTrans" cxnId="{45F936F2-0B42-4463-9D51-C86B2D012CE5}">
      <dgm:prSet/>
      <dgm:spPr/>
      <dgm:t>
        <a:bodyPr/>
        <a:lstStyle/>
        <a:p>
          <a:endParaRPr lang="zh-CN" altLang="en-US"/>
        </a:p>
      </dgm:t>
    </dgm:pt>
    <dgm:pt modelId="{D7837150-DC0D-4F62-8EB5-48B80E1F455F}">
      <dgm:prSet custT="1"/>
      <dgm:spPr/>
      <dgm:t>
        <a:bodyPr/>
        <a:lstStyle/>
        <a:p>
          <a:r>
            <a:rPr kumimoji="1" lang="en" altLang="zh-CN" sz="1800"/>
            <a:t>parallelization </a:t>
          </a:r>
        </a:p>
      </dgm:t>
    </dgm:pt>
    <dgm:pt modelId="{36921359-740E-4999-A5DC-70C9BEFE7DA0}" type="parTrans" cxnId="{EB3404DF-E52B-4CB8-8D18-899ED5A6DF61}">
      <dgm:prSet/>
      <dgm:spPr/>
      <dgm:t>
        <a:bodyPr/>
        <a:lstStyle/>
        <a:p>
          <a:endParaRPr lang="zh-CN" altLang="en-US"/>
        </a:p>
      </dgm:t>
    </dgm:pt>
    <dgm:pt modelId="{A58C6EEA-76AF-4355-9416-5DE3C4F0D488}" type="sibTrans" cxnId="{EB3404DF-E52B-4CB8-8D18-899ED5A6DF61}">
      <dgm:prSet/>
      <dgm:spPr/>
      <dgm:t>
        <a:bodyPr/>
        <a:lstStyle/>
        <a:p>
          <a:endParaRPr lang="zh-CN" altLang="en-US"/>
        </a:p>
      </dgm:t>
    </dgm:pt>
    <dgm:pt modelId="{F33DA0A3-1E88-4773-B20D-37FB99587DE2}">
      <dgm:prSet custT="1"/>
      <dgm:spPr/>
      <dgm:t>
        <a:bodyPr/>
        <a:lstStyle/>
        <a:p>
          <a:r>
            <a:rPr kumimoji="1" lang="en" altLang="zh-CN" sz="1800"/>
            <a:t>capacity is often fixed</a:t>
          </a:r>
        </a:p>
      </dgm:t>
    </dgm:pt>
    <dgm:pt modelId="{08ADFBFE-C6D7-4391-B4F2-93F80203A4CC}" type="parTrans" cxnId="{01B1D07F-BF3F-4A54-9A4E-E78F1EA75065}">
      <dgm:prSet/>
      <dgm:spPr/>
      <dgm:t>
        <a:bodyPr/>
        <a:lstStyle/>
        <a:p>
          <a:endParaRPr lang="zh-CN" altLang="en-US"/>
        </a:p>
      </dgm:t>
    </dgm:pt>
    <dgm:pt modelId="{4D881A35-5A35-4593-8581-2A32B8EE680C}" type="sibTrans" cxnId="{01B1D07F-BF3F-4A54-9A4E-E78F1EA75065}">
      <dgm:prSet/>
      <dgm:spPr/>
      <dgm:t>
        <a:bodyPr/>
        <a:lstStyle/>
        <a:p>
          <a:endParaRPr lang="zh-CN" altLang="en-US"/>
        </a:p>
      </dgm:t>
    </dgm:pt>
    <dgm:pt modelId="{421DD31E-9E93-46B4-8187-5D49CD9C2E1B}">
      <dgm:prSet custT="1"/>
      <dgm:spPr/>
      <dgm:t>
        <a:bodyPr/>
        <a:lstStyle/>
        <a:p>
          <a:r>
            <a:rPr kumimoji="1" lang="en-US" altLang="zh-CN" sz="1800"/>
            <a:t>enhance the performance of a specific scientific application </a:t>
          </a:r>
        </a:p>
      </dgm:t>
    </dgm:pt>
    <dgm:pt modelId="{0D001C8F-F507-493A-8642-6405EBDBAEF8}" type="parTrans" cxnId="{AF28BD70-2EB1-405C-803F-2B0621FD9617}">
      <dgm:prSet/>
      <dgm:spPr/>
      <dgm:t>
        <a:bodyPr/>
        <a:lstStyle/>
        <a:p>
          <a:endParaRPr lang="zh-CN" altLang="en-US"/>
        </a:p>
      </dgm:t>
    </dgm:pt>
    <dgm:pt modelId="{B3E1999C-7E4F-417A-9F25-1A1D20B411E6}" type="sibTrans" cxnId="{AF28BD70-2EB1-405C-803F-2B0621FD9617}">
      <dgm:prSet/>
      <dgm:spPr/>
      <dgm:t>
        <a:bodyPr/>
        <a:lstStyle/>
        <a:p>
          <a:endParaRPr lang="zh-CN" altLang="en-US"/>
        </a:p>
      </dgm:t>
    </dgm:pt>
    <dgm:pt modelId="{D385378D-D835-45BC-96B1-D616626FF92D}">
      <dgm:prSet/>
      <dgm:spPr/>
      <dgm:t>
        <a:bodyPr/>
        <a:lstStyle/>
        <a:p>
          <a:r>
            <a:rPr lang="en" altLang="zh-CN">
              <a:latin typeface="Times New Roman" panose="02020603050405020304" pitchFamily="18" charset="0"/>
              <a:cs typeface="Times New Roman" panose="02020603050405020304" pitchFamily="18" charset="0"/>
            </a:rPr>
            <a:t>Cloud </a:t>
          </a:r>
          <a:r>
            <a:rPr kumimoji="1" lang="en" altLang="zh-CN"/>
            <a:t>computing</a:t>
          </a:r>
          <a:endParaRPr lang="en" altLang="zh-C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947B26-0029-4BA1-81FA-8079224AA2F3}" type="parTrans" cxnId="{231927AB-D892-4262-9B2E-E0908E9E945D}">
      <dgm:prSet/>
      <dgm:spPr/>
      <dgm:t>
        <a:bodyPr/>
        <a:lstStyle/>
        <a:p>
          <a:endParaRPr lang="zh-CN" altLang="en-US"/>
        </a:p>
      </dgm:t>
    </dgm:pt>
    <dgm:pt modelId="{AA98482A-54FB-450D-9DC4-54BE367A3B7A}" type="sibTrans" cxnId="{231927AB-D892-4262-9B2E-E0908E9E945D}">
      <dgm:prSet/>
      <dgm:spPr/>
      <dgm:t>
        <a:bodyPr/>
        <a:lstStyle/>
        <a:p>
          <a:endParaRPr lang="zh-CN" altLang="en-US"/>
        </a:p>
      </dgm:t>
    </dgm:pt>
    <dgm:pt modelId="{821EBA32-3AD5-4487-A8B5-D89678A9D3E5}">
      <dgm:prSet/>
      <dgm:spPr/>
      <dgm:t>
        <a:bodyPr/>
        <a:lstStyle/>
        <a:p>
          <a:r>
            <a:rPr kumimoji="1" lang="en" altLang="zh-CN"/>
            <a:t>highly complicated state and data dependencies </a:t>
          </a:r>
        </a:p>
      </dgm:t>
    </dgm:pt>
    <dgm:pt modelId="{95C110C0-2833-432B-B14C-B377A99EED7F}" type="parTrans" cxnId="{1DE12CDA-97D6-4414-B64E-4B9CDCCA206E}">
      <dgm:prSet/>
      <dgm:spPr/>
      <dgm:t>
        <a:bodyPr/>
        <a:lstStyle/>
        <a:p>
          <a:endParaRPr lang="zh-CN" altLang="en-US"/>
        </a:p>
      </dgm:t>
    </dgm:pt>
    <dgm:pt modelId="{BFC396BE-1C11-4C03-8664-1938BCF55BD9}" type="sibTrans" cxnId="{1DE12CDA-97D6-4414-B64E-4B9CDCCA206E}">
      <dgm:prSet/>
      <dgm:spPr/>
      <dgm:t>
        <a:bodyPr/>
        <a:lstStyle/>
        <a:p>
          <a:endParaRPr lang="zh-CN" altLang="en-US"/>
        </a:p>
      </dgm:t>
    </dgm:pt>
    <dgm:pt modelId="{E34575C5-46D6-4B79-B15C-C201B1B93C37}">
      <dgm:prSet/>
      <dgm:spPr/>
      <dgm:t>
        <a:bodyPr/>
        <a:lstStyle/>
        <a:p>
          <a:r>
            <a:rPr kumimoji="1" lang="en" altLang="zh-CN"/>
            <a:t>amongst many business applications</a:t>
          </a:r>
        </a:p>
      </dgm:t>
    </dgm:pt>
    <dgm:pt modelId="{431B90BD-05FB-4B37-B3C4-25FDA20D5C94}" type="parTrans" cxnId="{BA92BA94-3C31-4EF3-BB35-D5414B5AC9A8}">
      <dgm:prSet/>
      <dgm:spPr/>
      <dgm:t>
        <a:bodyPr/>
        <a:lstStyle/>
        <a:p>
          <a:endParaRPr lang="zh-CN" altLang="en-US"/>
        </a:p>
      </dgm:t>
    </dgm:pt>
    <dgm:pt modelId="{92FE8059-BDF4-4D9D-96EF-DB471A2A81B3}" type="sibTrans" cxnId="{BA92BA94-3C31-4EF3-BB35-D5414B5AC9A8}">
      <dgm:prSet/>
      <dgm:spPr/>
      <dgm:t>
        <a:bodyPr/>
        <a:lstStyle/>
        <a:p>
          <a:endParaRPr lang="zh-CN" altLang="en-US"/>
        </a:p>
      </dgm:t>
    </dgm:pt>
    <dgm:pt modelId="{3BA59C21-4F40-478A-B917-83C07CA66D96}">
      <dgm:prSet/>
      <dgm:spPr/>
      <dgm:t>
        <a:bodyPr/>
        <a:lstStyle/>
        <a:p>
          <a:r>
            <a:rPr kumimoji="1" lang="en" altLang="zh-CN"/>
            <a:t>focuses on enhancing the overall system performance as a whole</a:t>
          </a:r>
        </a:p>
      </dgm:t>
    </dgm:pt>
    <dgm:pt modelId="{94E07A50-CAAF-4974-8EB2-CF3447250B8D}" type="parTrans" cxnId="{EF9B3A25-1580-4FB7-A6CB-62905398749F}">
      <dgm:prSet/>
      <dgm:spPr/>
      <dgm:t>
        <a:bodyPr/>
        <a:lstStyle/>
        <a:p>
          <a:endParaRPr lang="zh-CN" altLang="en-US"/>
        </a:p>
      </dgm:t>
    </dgm:pt>
    <dgm:pt modelId="{72C9F4BB-2F24-40C9-A0B5-07EE4EC67F4B}" type="sibTrans" cxnId="{EF9B3A25-1580-4FB7-A6CB-62905398749F}">
      <dgm:prSet/>
      <dgm:spPr/>
      <dgm:t>
        <a:bodyPr/>
        <a:lstStyle/>
        <a:p>
          <a:endParaRPr lang="zh-CN" altLang="en-US"/>
        </a:p>
      </dgm:t>
    </dgm:pt>
    <dgm:pt modelId="{3C598D2F-B5F1-43B4-BE08-4A6D416CD3A3}">
      <dgm:prSet/>
      <dgm:spPr/>
      <dgm:t>
        <a:bodyPr/>
        <a:lstStyle/>
        <a:p>
          <a:r>
            <a:rPr kumimoji="1" lang="en" altLang="zh-CN"/>
            <a:t>self- service</a:t>
          </a:r>
        </a:p>
      </dgm:t>
    </dgm:pt>
    <dgm:pt modelId="{5073984C-79B1-46BB-8E0E-1D6213E79B15}" type="parTrans" cxnId="{7F3A4191-21A4-4CA5-8CA8-CD83C4A6EF16}">
      <dgm:prSet/>
      <dgm:spPr/>
      <dgm:t>
        <a:bodyPr/>
        <a:lstStyle/>
        <a:p>
          <a:endParaRPr lang="zh-CN" altLang="en-US"/>
        </a:p>
      </dgm:t>
    </dgm:pt>
    <dgm:pt modelId="{AD0B9B22-3F94-460A-B8F1-EDC902931D33}" type="sibTrans" cxnId="{7F3A4191-21A4-4CA5-8CA8-CD83C4A6EF16}">
      <dgm:prSet/>
      <dgm:spPr/>
      <dgm:t>
        <a:bodyPr/>
        <a:lstStyle/>
        <a:p>
          <a:endParaRPr lang="zh-CN" altLang="en-US"/>
        </a:p>
      </dgm:t>
    </dgm:pt>
    <dgm:pt modelId="{5A31FAE9-090A-435B-AD00-2CFAA85BAA49}" type="pres">
      <dgm:prSet presAssocID="{AE075F5D-CB09-4A8B-AF30-66AA4B97E5B3}" presName="theList" presStyleCnt="0">
        <dgm:presLayoutVars>
          <dgm:dir/>
          <dgm:animLvl val="lvl"/>
          <dgm:resizeHandles val="exact"/>
        </dgm:presLayoutVars>
      </dgm:prSet>
      <dgm:spPr/>
    </dgm:pt>
    <dgm:pt modelId="{05A61924-24E3-4679-AD93-5DA81D6B1CA6}" type="pres">
      <dgm:prSet presAssocID="{49BF4F74-C350-456E-A7E2-E8DCA1BBA88B}" presName="compNode" presStyleCnt="0"/>
      <dgm:spPr/>
    </dgm:pt>
    <dgm:pt modelId="{09CBBE3E-521F-4A08-8F18-964D97D0EF58}" type="pres">
      <dgm:prSet presAssocID="{49BF4F74-C350-456E-A7E2-E8DCA1BBA88B}" presName="aNode" presStyleLbl="bgShp" presStyleIdx="0" presStyleCnt="2"/>
      <dgm:spPr/>
    </dgm:pt>
    <dgm:pt modelId="{C20D9CDA-9E94-4CBC-8FA9-96DBD89209E4}" type="pres">
      <dgm:prSet presAssocID="{49BF4F74-C350-456E-A7E2-E8DCA1BBA88B}" presName="textNode" presStyleLbl="bgShp" presStyleIdx="0" presStyleCnt="2"/>
      <dgm:spPr/>
    </dgm:pt>
    <dgm:pt modelId="{B6F5369E-C74D-4C56-9591-58F5520BF659}" type="pres">
      <dgm:prSet presAssocID="{49BF4F74-C350-456E-A7E2-E8DCA1BBA88B}" presName="compChildNode" presStyleCnt="0"/>
      <dgm:spPr/>
    </dgm:pt>
    <dgm:pt modelId="{7D451C95-6E0D-400D-8E3E-21DE3E9F8178}" type="pres">
      <dgm:prSet presAssocID="{49BF4F74-C350-456E-A7E2-E8DCA1BBA88B}" presName="theInnerList" presStyleCnt="0"/>
      <dgm:spPr/>
    </dgm:pt>
    <dgm:pt modelId="{0707899A-DF27-49EF-87E6-E78205B6A5D2}" type="pres">
      <dgm:prSet presAssocID="{0EB4EBED-86B7-4D74-BAF6-A5FB6BBFC0C2}" presName="childNode" presStyleLbl="node1" presStyleIdx="0" presStyleCnt="9">
        <dgm:presLayoutVars>
          <dgm:bulletEnabled val="1"/>
        </dgm:presLayoutVars>
      </dgm:prSet>
      <dgm:spPr/>
    </dgm:pt>
    <dgm:pt modelId="{3A886D05-2483-49DA-871D-DBDF883FBA5A}" type="pres">
      <dgm:prSet presAssocID="{0EB4EBED-86B7-4D74-BAF6-A5FB6BBFC0C2}" presName="aSpace2" presStyleCnt="0"/>
      <dgm:spPr/>
    </dgm:pt>
    <dgm:pt modelId="{5C4FEDDE-9919-4289-B952-54235B70039A}" type="pres">
      <dgm:prSet presAssocID="{2F9E46B4-0757-4D63-9CC9-5AAC4CD01851}" presName="childNode" presStyleLbl="node1" presStyleIdx="1" presStyleCnt="9">
        <dgm:presLayoutVars>
          <dgm:bulletEnabled val="1"/>
        </dgm:presLayoutVars>
      </dgm:prSet>
      <dgm:spPr/>
    </dgm:pt>
    <dgm:pt modelId="{25833C98-D8C1-420E-BEAA-72062D1970B1}" type="pres">
      <dgm:prSet presAssocID="{2F9E46B4-0757-4D63-9CC9-5AAC4CD01851}" presName="aSpace2" presStyleCnt="0"/>
      <dgm:spPr/>
    </dgm:pt>
    <dgm:pt modelId="{F5EC0AE8-2078-4DA0-9EF8-0766CD44E9EB}" type="pres">
      <dgm:prSet presAssocID="{D7837150-DC0D-4F62-8EB5-48B80E1F455F}" presName="childNode" presStyleLbl="node1" presStyleIdx="2" presStyleCnt="9">
        <dgm:presLayoutVars>
          <dgm:bulletEnabled val="1"/>
        </dgm:presLayoutVars>
      </dgm:prSet>
      <dgm:spPr/>
    </dgm:pt>
    <dgm:pt modelId="{1FF48528-EFDB-4E10-948E-1B40D67315AF}" type="pres">
      <dgm:prSet presAssocID="{D7837150-DC0D-4F62-8EB5-48B80E1F455F}" presName="aSpace2" presStyleCnt="0"/>
      <dgm:spPr/>
    </dgm:pt>
    <dgm:pt modelId="{26DC0974-CE5D-472F-8F0E-90B00415B86B}" type="pres">
      <dgm:prSet presAssocID="{F33DA0A3-1E88-4773-B20D-37FB99587DE2}" presName="childNode" presStyleLbl="node1" presStyleIdx="3" presStyleCnt="9">
        <dgm:presLayoutVars>
          <dgm:bulletEnabled val="1"/>
        </dgm:presLayoutVars>
      </dgm:prSet>
      <dgm:spPr/>
    </dgm:pt>
    <dgm:pt modelId="{8F595AD8-FA4A-4DE9-88B9-CC64206B7A1D}" type="pres">
      <dgm:prSet presAssocID="{F33DA0A3-1E88-4773-B20D-37FB99587DE2}" presName="aSpace2" presStyleCnt="0"/>
      <dgm:spPr/>
    </dgm:pt>
    <dgm:pt modelId="{0E980174-3B80-4536-91CE-8D6D8F25A335}" type="pres">
      <dgm:prSet presAssocID="{421DD31E-9E93-46B4-8187-5D49CD9C2E1B}" presName="childNode" presStyleLbl="node1" presStyleIdx="4" presStyleCnt="9">
        <dgm:presLayoutVars>
          <dgm:bulletEnabled val="1"/>
        </dgm:presLayoutVars>
      </dgm:prSet>
      <dgm:spPr/>
    </dgm:pt>
    <dgm:pt modelId="{B35DA580-39B5-4B5E-8455-6E1480C79E2D}" type="pres">
      <dgm:prSet presAssocID="{49BF4F74-C350-456E-A7E2-E8DCA1BBA88B}" presName="aSpace" presStyleCnt="0"/>
      <dgm:spPr/>
    </dgm:pt>
    <dgm:pt modelId="{2ACC6C12-2A3F-41E0-82C8-0154F3F3AF50}" type="pres">
      <dgm:prSet presAssocID="{D385378D-D835-45BC-96B1-D616626FF92D}" presName="compNode" presStyleCnt="0"/>
      <dgm:spPr/>
    </dgm:pt>
    <dgm:pt modelId="{0C2C6A2A-271B-4446-8C89-AB0A793C089E}" type="pres">
      <dgm:prSet presAssocID="{D385378D-D835-45BC-96B1-D616626FF92D}" presName="aNode" presStyleLbl="bgShp" presStyleIdx="1" presStyleCnt="2"/>
      <dgm:spPr/>
    </dgm:pt>
    <dgm:pt modelId="{6EBE693E-2A83-4A95-A420-0095BFAB87E1}" type="pres">
      <dgm:prSet presAssocID="{D385378D-D835-45BC-96B1-D616626FF92D}" presName="textNode" presStyleLbl="bgShp" presStyleIdx="1" presStyleCnt="2"/>
      <dgm:spPr/>
    </dgm:pt>
    <dgm:pt modelId="{7C6B7D62-CC1F-4B68-B06F-2E20C1306005}" type="pres">
      <dgm:prSet presAssocID="{D385378D-D835-45BC-96B1-D616626FF92D}" presName="compChildNode" presStyleCnt="0"/>
      <dgm:spPr/>
    </dgm:pt>
    <dgm:pt modelId="{7A75197F-0022-4123-8C38-EE41019DA06C}" type="pres">
      <dgm:prSet presAssocID="{D385378D-D835-45BC-96B1-D616626FF92D}" presName="theInnerList" presStyleCnt="0"/>
      <dgm:spPr/>
    </dgm:pt>
    <dgm:pt modelId="{2D17A7F1-2EDE-4915-A63A-42FA33F3E672}" type="pres">
      <dgm:prSet presAssocID="{821EBA32-3AD5-4487-A8B5-D89678A9D3E5}" presName="childNode" presStyleLbl="node1" presStyleIdx="5" presStyleCnt="9">
        <dgm:presLayoutVars>
          <dgm:bulletEnabled val="1"/>
        </dgm:presLayoutVars>
      </dgm:prSet>
      <dgm:spPr/>
    </dgm:pt>
    <dgm:pt modelId="{6F58D307-A1D1-41C3-A5F7-2B9F5A5679DF}" type="pres">
      <dgm:prSet presAssocID="{821EBA32-3AD5-4487-A8B5-D89678A9D3E5}" presName="aSpace2" presStyleCnt="0"/>
      <dgm:spPr/>
    </dgm:pt>
    <dgm:pt modelId="{D56CABBF-E116-4753-8F9D-200D8133B934}" type="pres">
      <dgm:prSet presAssocID="{E34575C5-46D6-4B79-B15C-C201B1B93C37}" presName="childNode" presStyleLbl="node1" presStyleIdx="6" presStyleCnt="9">
        <dgm:presLayoutVars>
          <dgm:bulletEnabled val="1"/>
        </dgm:presLayoutVars>
      </dgm:prSet>
      <dgm:spPr/>
    </dgm:pt>
    <dgm:pt modelId="{B47E0FD5-D0FE-4D53-8420-EAB3DA184D52}" type="pres">
      <dgm:prSet presAssocID="{E34575C5-46D6-4B79-B15C-C201B1B93C37}" presName="aSpace2" presStyleCnt="0"/>
      <dgm:spPr/>
    </dgm:pt>
    <dgm:pt modelId="{09D2EF34-7D8C-4482-A2BA-EC73AF130042}" type="pres">
      <dgm:prSet presAssocID="{3BA59C21-4F40-478A-B917-83C07CA66D96}" presName="childNode" presStyleLbl="node1" presStyleIdx="7" presStyleCnt="9">
        <dgm:presLayoutVars>
          <dgm:bulletEnabled val="1"/>
        </dgm:presLayoutVars>
      </dgm:prSet>
      <dgm:spPr/>
    </dgm:pt>
    <dgm:pt modelId="{0B0B068F-2FC9-4344-9F20-E5A8A4A8CF62}" type="pres">
      <dgm:prSet presAssocID="{3BA59C21-4F40-478A-B917-83C07CA66D96}" presName="aSpace2" presStyleCnt="0"/>
      <dgm:spPr/>
    </dgm:pt>
    <dgm:pt modelId="{B80DE135-2D8A-4AE3-BEC6-CEBD84C5BFCF}" type="pres">
      <dgm:prSet presAssocID="{3C598D2F-B5F1-43B4-BE08-4A6D416CD3A3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599FCE12-0684-4347-A75A-335EB745C592}" type="presOf" srcId="{421DD31E-9E93-46B4-8187-5D49CD9C2E1B}" destId="{0E980174-3B80-4536-91CE-8D6D8F25A335}" srcOrd="0" destOrd="0" presId="urn:microsoft.com/office/officeart/2005/8/layout/lProcess2"/>
    <dgm:cxn modelId="{7F0A5C1B-6284-4FD1-80EF-AFE25C3614F3}" type="presOf" srcId="{D385378D-D835-45BC-96B1-D616626FF92D}" destId="{6EBE693E-2A83-4A95-A420-0095BFAB87E1}" srcOrd="1" destOrd="0" presId="urn:microsoft.com/office/officeart/2005/8/layout/lProcess2"/>
    <dgm:cxn modelId="{C4942F1E-0B7F-4F9C-B052-2AEE697681CA}" type="presOf" srcId="{821EBA32-3AD5-4487-A8B5-D89678A9D3E5}" destId="{2D17A7F1-2EDE-4915-A63A-42FA33F3E672}" srcOrd="0" destOrd="0" presId="urn:microsoft.com/office/officeart/2005/8/layout/lProcess2"/>
    <dgm:cxn modelId="{A80B2325-89E1-4250-BF89-9C0BFC944C62}" type="presOf" srcId="{49BF4F74-C350-456E-A7E2-E8DCA1BBA88B}" destId="{C20D9CDA-9E94-4CBC-8FA9-96DBD89209E4}" srcOrd="1" destOrd="0" presId="urn:microsoft.com/office/officeart/2005/8/layout/lProcess2"/>
    <dgm:cxn modelId="{EF9B3A25-1580-4FB7-A6CB-62905398749F}" srcId="{D385378D-D835-45BC-96B1-D616626FF92D}" destId="{3BA59C21-4F40-478A-B917-83C07CA66D96}" srcOrd="2" destOrd="0" parTransId="{94E07A50-CAAF-4974-8EB2-CF3447250B8D}" sibTransId="{72C9F4BB-2F24-40C9-A0B5-07EE4EC67F4B}"/>
    <dgm:cxn modelId="{76E2DE32-D912-46E5-8F31-2A7CE5E66BB2}" type="presOf" srcId="{3C598D2F-B5F1-43B4-BE08-4A6D416CD3A3}" destId="{B80DE135-2D8A-4AE3-BEC6-CEBD84C5BFCF}" srcOrd="0" destOrd="0" presId="urn:microsoft.com/office/officeart/2005/8/layout/lProcess2"/>
    <dgm:cxn modelId="{B5AF523C-46DC-410E-95A2-BD7DC84EB26C}" type="presOf" srcId="{AE075F5D-CB09-4A8B-AF30-66AA4B97E5B3}" destId="{5A31FAE9-090A-435B-AD00-2CFAA85BAA49}" srcOrd="0" destOrd="0" presId="urn:microsoft.com/office/officeart/2005/8/layout/lProcess2"/>
    <dgm:cxn modelId="{AE494C61-2EB1-4F3C-B721-BD63CBDF9357}" type="presOf" srcId="{D7837150-DC0D-4F62-8EB5-48B80E1F455F}" destId="{F5EC0AE8-2078-4DA0-9EF8-0766CD44E9EB}" srcOrd="0" destOrd="0" presId="urn:microsoft.com/office/officeart/2005/8/layout/lProcess2"/>
    <dgm:cxn modelId="{7061D647-ADD7-422E-9E49-7709ED120DC3}" type="presOf" srcId="{F33DA0A3-1E88-4773-B20D-37FB99587DE2}" destId="{26DC0974-CE5D-472F-8F0E-90B00415B86B}" srcOrd="0" destOrd="0" presId="urn:microsoft.com/office/officeart/2005/8/layout/lProcess2"/>
    <dgm:cxn modelId="{4D5A7269-9702-4B6E-B8EA-6858A2268008}" srcId="{49BF4F74-C350-456E-A7E2-E8DCA1BBA88B}" destId="{0EB4EBED-86B7-4D74-BAF6-A5FB6BBFC0C2}" srcOrd="0" destOrd="0" parTransId="{23319F2D-A3EC-420D-BBF1-4AF15373201A}" sibTransId="{FA66324E-F8FA-4E3C-A7DD-D114942CFAC7}"/>
    <dgm:cxn modelId="{EF07EF4E-D7B4-45F5-B55B-57D582C508AF}" type="presOf" srcId="{0EB4EBED-86B7-4D74-BAF6-A5FB6BBFC0C2}" destId="{0707899A-DF27-49EF-87E6-E78205B6A5D2}" srcOrd="0" destOrd="0" presId="urn:microsoft.com/office/officeart/2005/8/layout/lProcess2"/>
    <dgm:cxn modelId="{AF28BD70-2EB1-405C-803F-2B0621FD9617}" srcId="{49BF4F74-C350-456E-A7E2-E8DCA1BBA88B}" destId="{421DD31E-9E93-46B4-8187-5D49CD9C2E1B}" srcOrd="4" destOrd="0" parTransId="{0D001C8F-F507-493A-8642-6405EBDBAEF8}" sibTransId="{B3E1999C-7E4F-417A-9F25-1A1D20B411E6}"/>
    <dgm:cxn modelId="{0266417C-577A-4082-8585-88588925B58D}" type="presOf" srcId="{2F9E46B4-0757-4D63-9CC9-5AAC4CD01851}" destId="{5C4FEDDE-9919-4289-B952-54235B70039A}" srcOrd="0" destOrd="0" presId="urn:microsoft.com/office/officeart/2005/8/layout/lProcess2"/>
    <dgm:cxn modelId="{01B1D07F-BF3F-4A54-9A4E-E78F1EA75065}" srcId="{49BF4F74-C350-456E-A7E2-E8DCA1BBA88B}" destId="{F33DA0A3-1E88-4773-B20D-37FB99587DE2}" srcOrd="3" destOrd="0" parTransId="{08ADFBFE-C6D7-4391-B4F2-93F80203A4CC}" sibTransId="{4D881A35-5A35-4593-8581-2A32B8EE680C}"/>
    <dgm:cxn modelId="{DB21CE85-444C-44F6-AB50-41B43A9E06BB}" type="presOf" srcId="{D385378D-D835-45BC-96B1-D616626FF92D}" destId="{0C2C6A2A-271B-4446-8C89-AB0A793C089E}" srcOrd="0" destOrd="0" presId="urn:microsoft.com/office/officeart/2005/8/layout/lProcess2"/>
    <dgm:cxn modelId="{7F3A4191-21A4-4CA5-8CA8-CD83C4A6EF16}" srcId="{D385378D-D835-45BC-96B1-D616626FF92D}" destId="{3C598D2F-B5F1-43B4-BE08-4A6D416CD3A3}" srcOrd="3" destOrd="0" parTransId="{5073984C-79B1-46BB-8E0E-1D6213E79B15}" sibTransId="{AD0B9B22-3F94-460A-B8F1-EDC902931D33}"/>
    <dgm:cxn modelId="{BA92BA94-3C31-4EF3-BB35-D5414B5AC9A8}" srcId="{D385378D-D835-45BC-96B1-D616626FF92D}" destId="{E34575C5-46D6-4B79-B15C-C201B1B93C37}" srcOrd="1" destOrd="0" parTransId="{431B90BD-05FB-4B37-B3C4-25FDA20D5C94}" sibTransId="{92FE8059-BDF4-4D9D-96EF-DB471A2A81B3}"/>
    <dgm:cxn modelId="{231927AB-D892-4262-9B2E-E0908E9E945D}" srcId="{AE075F5D-CB09-4A8B-AF30-66AA4B97E5B3}" destId="{D385378D-D835-45BC-96B1-D616626FF92D}" srcOrd="1" destOrd="0" parTransId="{7F947B26-0029-4BA1-81FA-8079224AA2F3}" sibTransId="{AA98482A-54FB-450D-9DC4-54BE367A3B7A}"/>
    <dgm:cxn modelId="{A2144CAB-EB6B-4680-85AB-07A59AC7EFA9}" type="presOf" srcId="{E34575C5-46D6-4B79-B15C-C201B1B93C37}" destId="{D56CABBF-E116-4753-8F9D-200D8133B934}" srcOrd="0" destOrd="0" presId="urn:microsoft.com/office/officeart/2005/8/layout/lProcess2"/>
    <dgm:cxn modelId="{5C1FDBCD-4083-4A50-BFE0-9ED4F5E37460}" srcId="{AE075F5D-CB09-4A8B-AF30-66AA4B97E5B3}" destId="{49BF4F74-C350-456E-A7E2-E8DCA1BBA88B}" srcOrd="0" destOrd="0" parTransId="{8449ABF0-14F4-4E8D-8A85-886C1F5C417C}" sibTransId="{F8AF87B7-27D0-477A-AEB9-A49E4E31EB18}"/>
    <dgm:cxn modelId="{1DE12CDA-97D6-4414-B64E-4B9CDCCA206E}" srcId="{D385378D-D835-45BC-96B1-D616626FF92D}" destId="{821EBA32-3AD5-4487-A8B5-D89678A9D3E5}" srcOrd="0" destOrd="0" parTransId="{95C110C0-2833-432B-B14C-B377A99EED7F}" sibTransId="{BFC396BE-1C11-4C03-8664-1938BCF55BD9}"/>
    <dgm:cxn modelId="{D892B5DA-016D-4A33-A5FD-2477EB3BEFA9}" type="presOf" srcId="{3BA59C21-4F40-478A-B917-83C07CA66D96}" destId="{09D2EF34-7D8C-4482-A2BA-EC73AF130042}" srcOrd="0" destOrd="0" presId="urn:microsoft.com/office/officeart/2005/8/layout/lProcess2"/>
    <dgm:cxn modelId="{EB3404DF-E52B-4CB8-8D18-899ED5A6DF61}" srcId="{49BF4F74-C350-456E-A7E2-E8DCA1BBA88B}" destId="{D7837150-DC0D-4F62-8EB5-48B80E1F455F}" srcOrd="2" destOrd="0" parTransId="{36921359-740E-4999-A5DC-70C9BEFE7DA0}" sibTransId="{A58C6EEA-76AF-4355-9416-5DE3C4F0D488}"/>
    <dgm:cxn modelId="{45F936F2-0B42-4463-9D51-C86B2D012CE5}" srcId="{49BF4F74-C350-456E-A7E2-E8DCA1BBA88B}" destId="{2F9E46B4-0757-4D63-9CC9-5AAC4CD01851}" srcOrd="1" destOrd="0" parTransId="{A662A924-9403-4D4A-8CEE-25A2B8E9E6DD}" sibTransId="{CBEB736C-5A3A-42EC-9B43-487101B693B6}"/>
    <dgm:cxn modelId="{E40877FA-6D5D-4152-B154-CB1FC4791740}" type="presOf" srcId="{49BF4F74-C350-456E-A7E2-E8DCA1BBA88B}" destId="{09CBBE3E-521F-4A08-8F18-964D97D0EF58}" srcOrd="0" destOrd="0" presId="urn:microsoft.com/office/officeart/2005/8/layout/lProcess2"/>
    <dgm:cxn modelId="{390D210B-3ADD-44DD-9006-968150E89CDB}" type="presParOf" srcId="{5A31FAE9-090A-435B-AD00-2CFAA85BAA49}" destId="{05A61924-24E3-4679-AD93-5DA81D6B1CA6}" srcOrd="0" destOrd="0" presId="urn:microsoft.com/office/officeart/2005/8/layout/lProcess2"/>
    <dgm:cxn modelId="{C95D5144-54F0-4A00-8C1A-6CD89213FBE4}" type="presParOf" srcId="{05A61924-24E3-4679-AD93-5DA81D6B1CA6}" destId="{09CBBE3E-521F-4A08-8F18-964D97D0EF58}" srcOrd="0" destOrd="0" presId="urn:microsoft.com/office/officeart/2005/8/layout/lProcess2"/>
    <dgm:cxn modelId="{396B2D94-1F52-43CB-8674-D30C8B6D10E8}" type="presParOf" srcId="{05A61924-24E3-4679-AD93-5DA81D6B1CA6}" destId="{C20D9CDA-9E94-4CBC-8FA9-96DBD89209E4}" srcOrd="1" destOrd="0" presId="urn:microsoft.com/office/officeart/2005/8/layout/lProcess2"/>
    <dgm:cxn modelId="{635B4363-47A1-4433-BC73-02AC17556CE5}" type="presParOf" srcId="{05A61924-24E3-4679-AD93-5DA81D6B1CA6}" destId="{B6F5369E-C74D-4C56-9591-58F5520BF659}" srcOrd="2" destOrd="0" presId="urn:microsoft.com/office/officeart/2005/8/layout/lProcess2"/>
    <dgm:cxn modelId="{9D82D75C-D0DA-45D4-B27E-373FC253E147}" type="presParOf" srcId="{B6F5369E-C74D-4C56-9591-58F5520BF659}" destId="{7D451C95-6E0D-400D-8E3E-21DE3E9F8178}" srcOrd="0" destOrd="0" presId="urn:microsoft.com/office/officeart/2005/8/layout/lProcess2"/>
    <dgm:cxn modelId="{30FE9219-AC1A-4D36-B1AA-9F90A5EB6F51}" type="presParOf" srcId="{7D451C95-6E0D-400D-8E3E-21DE3E9F8178}" destId="{0707899A-DF27-49EF-87E6-E78205B6A5D2}" srcOrd="0" destOrd="0" presId="urn:microsoft.com/office/officeart/2005/8/layout/lProcess2"/>
    <dgm:cxn modelId="{209ABCD5-8E98-46A4-ACF0-95C25C736615}" type="presParOf" srcId="{7D451C95-6E0D-400D-8E3E-21DE3E9F8178}" destId="{3A886D05-2483-49DA-871D-DBDF883FBA5A}" srcOrd="1" destOrd="0" presId="urn:microsoft.com/office/officeart/2005/8/layout/lProcess2"/>
    <dgm:cxn modelId="{3C9CB1D2-E4E2-468B-AA16-537114E76798}" type="presParOf" srcId="{7D451C95-6E0D-400D-8E3E-21DE3E9F8178}" destId="{5C4FEDDE-9919-4289-B952-54235B70039A}" srcOrd="2" destOrd="0" presId="urn:microsoft.com/office/officeart/2005/8/layout/lProcess2"/>
    <dgm:cxn modelId="{B3320ECF-29BA-4761-A59D-DCC479C7B2D3}" type="presParOf" srcId="{7D451C95-6E0D-400D-8E3E-21DE3E9F8178}" destId="{25833C98-D8C1-420E-BEAA-72062D1970B1}" srcOrd="3" destOrd="0" presId="urn:microsoft.com/office/officeart/2005/8/layout/lProcess2"/>
    <dgm:cxn modelId="{836ABF87-AB7A-4E25-8877-B7A964BD628F}" type="presParOf" srcId="{7D451C95-6E0D-400D-8E3E-21DE3E9F8178}" destId="{F5EC0AE8-2078-4DA0-9EF8-0766CD44E9EB}" srcOrd="4" destOrd="0" presId="urn:microsoft.com/office/officeart/2005/8/layout/lProcess2"/>
    <dgm:cxn modelId="{69F8B9FD-90D6-4B64-8661-8826F07D11E6}" type="presParOf" srcId="{7D451C95-6E0D-400D-8E3E-21DE3E9F8178}" destId="{1FF48528-EFDB-4E10-948E-1B40D67315AF}" srcOrd="5" destOrd="0" presId="urn:microsoft.com/office/officeart/2005/8/layout/lProcess2"/>
    <dgm:cxn modelId="{D93500A4-FF4D-4AFE-AD60-2D5C954683B2}" type="presParOf" srcId="{7D451C95-6E0D-400D-8E3E-21DE3E9F8178}" destId="{26DC0974-CE5D-472F-8F0E-90B00415B86B}" srcOrd="6" destOrd="0" presId="urn:microsoft.com/office/officeart/2005/8/layout/lProcess2"/>
    <dgm:cxn modelId="{DA0B2357-1C90-46B2-9CFF-21E471C79A25}" type="presParOf" srcId="{7D451C95-6E0D-400D-8E3E-21DE3E9F8178}" destId="{8F595AD8-FA4A-4DE9-88B9-CC64206B7A1D}" srcOrd="7" destOrd="0" presId="urn:microsoft.com/office/officeart/2005/8/layout/lProcess2"/>
    <dgm:cxn modelId="{53998CCE-F1A2-45C5-9102-F4380658FB07}" type="presParOf" srcId="{7D451C95-6E0D-400D-8E3E-21DE3E9F8178}" destId="{0E980174-3B80-4536-91CE-8D6D8F25A335}" srcOrd="8" destOrd="0" presId="urn:microsoft.com/office/officeart/2005/8/layout/lProcess2"/>
    <dgm:cxn modelId="{951160B9-C882-45F6-A2A5-657E4FD66B96}" type="presParOf" srcId="{5A31FAE9-090A-435B-AD00-2CFAA85BAA49}" destId="{B35DA580-39B5-4B5E-8455-6E1480C79E2D}" srcOrd="1" destOrd="0" presId="urn:microsoft.com/office/officeart/2005/8/layout/lProcess2"/>
    <dgm:cxn modelId="{D3752F32-C741-4A4C-B1B8-8FC9C49851C4}" type="presParOf" srcId="{5A31FAE9-090A-435B-AD00-2CFAA85BAA49}" destId="{2ACC6C12-2A3F-41E0-82C8-0154F3F3AF50}" srcOrd="2" destOrd="0" presId="urn:microsoft.com/office/officeart/2005/8/layout/lProcess2"/>
    <dgm:cxn modelId="{FE28B44B-C1A2-4A13-8DE6-919F087183C7}" type="presParOf" srcId="{2ACC6C12-2A3F-41E0-82C8-0154F3F3AF50}" destId="{0C2C6A2A-271B-4446-8C89-AB0A793C089E}" srcOrd="0" destOrd="0" presId="urn:microsoft.com/office/officeart/2005/8/layout/lProcess2"/>
    <dgm:cxn modelId="{3F03531E-116B-477E-9A64-708165AEC815}" type="presParOf" srcId="{2ACC6C12-2A3F-41E0-82C8-0154F3F3AF50}" destId="{6EBE693E-2A83-4A95-A420-0095BFAB87E1}" srcOrd="1" destOrd="0" presId="urn:microsoft.com/office/officeart/2005/8/layout/lProcess2"/>
    <dgm:cxn modelId="{F27E06C7-7947-4552-88B9-E5AA5596A581}" type="presParOf" srcId="{2ACC6C12-2A3F-41E0-82C8-0154F3F3AF50}" destId="{7C6B7D62-CC1F-4B68-B06F-2E20C1306005}" srcOrd="2" destOrd="0" presId="urn:microsoft.com/office/officeart/2005/8/layout/lProcess2"/>
    <dgm:cxn modelId="{0C449D8E-8968-4827-987A-D52DA5994A1A}" type="presParOf" srcId="{7C6B7D62-CC1F-4B68-B06F-2E20C1306005}" destId="{7A75197F-0022-4123-8C38-EE41019DA06C}" srcOrd="0" destOrd="0" presId="urn:microsoft.com/office/officeart/2005/8/layout/lProcess2"/>
    <dgm:cxn modelId="{733A2C6A-C567-4689-8230-E031BBA99D8B}" type="presParOf" srcId="{7A75197F-0022-4123-8C38-EE41019DA06C}" destId="{2D17A7F1-2EDE-4915-A63A-42FA33F3E672}" srcOrd="0" destOrd="0" presId="urn:microsoft.com/office/officeart/2005/8/layout/lProcess2"/>
    <dgm:cxn modelId="{70D10BB4-92D5-40A5-BAA8-0A71F9918544}" type="presParOf" srcId="{7A75197F-0022-4123-8C38-EE41019DA06C}" destId="{6F58D307-A1D1-41C3-A5F7-2B9F5A5679DF}" srcOrd="1" destOrd="0" presId="urn:microsoft.com/office/officeart/2005/8/layout/lProcess2"/>
    <dgm:cxn modelId="{1EDC0DFB-FD25-4900-B713-9013D8463361}" type="presParOf" srcId="{7A75197F-0022-4123-8C38-EE41019DA06C}" destId="{D56CABBF-E116-4753-8F9D-200D8133B934}" srcOrd="2" destOrd="0" presId="urn:microsoft.com/office/officeart/2005/8/layout/lProcess2"/>
    <dgm:cxn modelId="{24D16F0B-A5C9-4E6E-9FD0-7F7198D1E60E}" type="presParOf" srcId="{7A75197F-0022-4123-8C38-EE41019DA06C}" destId="{B47E0FD5-D0FE-4D53-8420-EAB3DA184D52}" srcOrd="3" destOrd="0" presId="urn:microsoft.com/office/officeart/2005/8/layout/lProcess2"/>
    <dgm:cxn modelId="{D7E4E4C8-B28E-4E8B-A2F2-CE2F43D91703}" type="presParOf" srcId="{7A75197F-0022-4123-8C38-EE41019DA06C}" destId="{09D2EF34-7D8C-4482-A2BA-EC73AF130042}" srcOrd="4" destOrd="0" presId="urn:microsoft.com/office/officeart/2005/8/layout/lProcess2"/>
    <dgm:cxn modelId="{81427326-9B22-4BA5-8D8E-0270A8FD107B}" type="presParOf" srcId="{7A75197F-0022-4123-8C38-EE41019DA06C}" destId="{0B0B068F-2FC9-4344-9F20-E5A8A4A8CF62}" srcOrd="5" destOrd="0" presId="urn:microsoft.com/office/officeart/2005/8/layout/lProcess2"/>
    <dgm:cxn modelId="{BF799855-AAB6-4F6F-BC87-1817C9792155}" type="presParOf" srcId="{7A75197F-0022-4123-8C38-EE41019DA06C}" destId="{B80DE135-2D8A-4AE3-BEC6-CEBD84C5BFCF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7A708AB-1325-4401-9755-BE66AC60A2B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921F02D-3771-4BF0-AB05-B1886A3091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E7B3F484-0235-4ED4-AE7B-1633E4B9D344}" type="parTrans" cxnId="{571A736F-953D-4FBF-951C-80E05D9A42D6}">
      <dgm:prSet/>
      <dgm:spPr/>
      <dgm:t>
        <a:bodyPr/>
        <a:lstStyle/>
        <a:p>
          <a:endParaRPr lang="en-US"/>
        </a:p>
      </dgm:t>
    </dgm:pt>
    <dgm:pt modelId="{EBD3F76E-B895-4FF7-91AD-837BF172C7FA}" type="sibTrans" cxnId="{571A736F-953D-4FBF-951C-80E05D9A42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010FE6-FCF8-4B74-98E0-B363CC4A65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CLOUD,</a:t>
          </a:r>
          <a:r>
            <a:rPr lang="zh-CN" b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SOC, AND GRID </a:t>
          </a:r>
        </a:p>
      </dgm:t>
    </dgm:pt>
    <dgm:pt modelId="{B9028A8A-9788-4D52-9CD2-231D83C14583}" type="parTrans" cxnId="{133E415C-EC49-480C-92BF-960C79A8945E}">
      <dgm:prSet/>
      <dgm:spPr/>
      <dgm:t>
        <a:bodyPr/>
        <a:lstStyle/>
        <a:p>
          <a:endParaRPr lang="en-US"/>
        </a:p>
      </dgm:t>
    </dgm:pt>
    <dgm:pt modelId="{898E2C88-527D-46D9-810D-E3D69AA249A2}" type="sibTrans" cxnId="{133E415C-EC49-480C-92BF-960C79A8945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AD007C-7D5B-4A62-9750-E17F65E588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CHALLENGES </a:t>
          </a:r>
        </a:p>
      </dgm:t>
    </dgm:pt>
    <dgm:pt modelId="{4397C21D-E38F-4946-A904-9A6A79E84B64}" type="parTrans" cxnId="{66F1D4C6-C4F8-4D85-AA43-5692C79B6846}">
      <dgm:prSet/>
      <dgm:spPr/>
      <dgm:t>
        <a:bodyPr/>
        <a:lstStyle/>
        <a:p>
          <a:endParaRPr lang="en-US"/>
        </a:p>
      </dgm:t>
    </dgm:pt>
    <dgm:pt modelId="{70DB0BFA-6ECA-4F1A-8753-1114D4BE714E}" type="sibTrans" cxnId="{66F1D4C6-C4F8-4D85-AA43-5692C79B68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4BC039-A934-4CC5-BCF8-628151D0DA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ISSUE</a:t>
          </a:r>
        </a:p>
      </dgm:t>
    </dgm:pt>
    <dgm:pt modelId="{064E2AAC-A8A9-4782-8188-E7CC68603AC7}" type="parTrans" cxnId="{CAF89F87-82E4-43C8-BD99-393819915E9A}">
      <dgm:prSet/>
      <dgm:spPr/>
      <dgm:t>
        <a:bodyPr/>
        <a:lstStyle/>
        <a:p>
          <a:endParaRPr lang="en-US"/>
        </a:p>
      </dgm:t>
    </dgm:pt>
    <dgm:pt modelId="{292F1027-EDFF-48C8-A3C6-FB94D0895763}" type="sibTrans" cxnId="{CAF89F87-82E4-43C8-BD99-393819915E9A}">
      <dgm:prSet/>
      <dgm:spPr/>
      <dgm:t>
        <a:bodyPr/>
        <a:lstStyle/>
        <a:p>
          <a:endParaRPr lang="en-US"/>
        </a:p>
      </dgm:t>
    </dgm:pt>
    <dgm:pt modelId="{4EC09B10-BB64-4266-BF04-5D3865720220}" type="pres">
      <dgm:prSet presAssocID="{87A708AB-1325-4401-9755-BE66AC60A2B4}" presName="root" presStyleCnt="0">
        <dgm:presLayoutVars>
          <dgm:dir/>
          <dgm:resizeHandles val="exact"/>
        </dgm:presLayoutVars>
      </dgm:prSet>
      <dgm:spPr/>
    </dgm:pt>
    <dgm:pt modelId="{382C3275-5309-4819-B39C-828CD0630B74}" type="pres">
      <dgm:prSet presAssocID="{7921F02D-3771-4BF0-AB05-B1886A30912E}" presName="compNode" presStyleCnt="0"/>
      <dgm:spPr/>
    </dgm:pt>
    <dgm:pt modelId="{EDE2A258-67F5-4A91-BEA7-9BD936F40F0B}" type="pres">
      <dgm:prSet presAssocID="{7921F02D-3771-4BF0-AB05-B1886A30912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D71B00B-18CB-41C1-BFFD-2BF7459924F6}" type="pres">
      <dgm:prSet presAssocID="{7921F02D-3771-4BF0-AB05-B1886A3091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E213DCD-97B3-4FA9-A20E-5789F5470DB1}" type="pres">
      <dgm:prSet presAssocID="{7921F02D-3771-4BF0-AB05-B1886A30912E}" presName="spaceRect" presStyleCnt="0"/>
      <dgm:spPr/>
    </dgm:pt>
    <dgm:pt modelId="{F6B7F733-A5F2-4E72-8EBF-64D111098273}" type="pres">
      <dgm:prSet presAssocID="{7921F02D-3771-4BF0-AB05-B1886A30912E}" presName="textRect" presStyleLbl="revTx" presStyleIdx="0" presStyleCnt="4">
        <dgm:presLayoutVars>
          <dgm:chMax val="1"/>
          <dgm:chPref val="1"/>
        </dgm:presLayoutVars>
      </dgm:prSet>
      <dgm:spPr/>
    </dgm:pt>
    <dgm:pt modelId="{D51B4BC1-AA31-4E59-BCB4-FF8FA77FA263}" type="pres">
      <dgm:prSet presAssocID="{EBD3F76E-B895-4FF7-91AD-837BF172C7FA}" presName="sibTrans" presStyleCnt="0"/>
      <dgm:spPr/>
    </dgm:pt>
    <dgm:pt modelId="{329575A9-4406-44D4-9057-27805BD9FB3D}" type="pres">
      <dgm:prSet presAssocID="{BB010FE6-FCF8-4B74-98E0-B363CC4A65F7}" presName="compNode" presStyleCnt="0"/>
      <dgm:spPr/>
    </dgm:pt>
    <dgm:pt modelId="{48489594-45B5-49FF-A785-2C908D750905}" type="pres">
      <dgm:prSet presAssocID="{BB010FE6-FCF8-4B74-98E0-B363CC4A65F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C78DEB9-BE84-44A7-9EFA-9BCF9AC341ED}" type="pres">
      <dgm:prSet presAssocID="{BB010FE6-FCF8-4B74-98E0-B363CC4A65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F926EED2-67E7-442B-8834-8A35DA3AFF64}" type="pres">
      <dgm:prSet presAssocID="{BB010FE6-FCF8-4B74-98E0-B363CC4A65F7}" presName="spaceRect" presStyleCnt="0"/>
      <dgm:spPr/>
    </dgm:pt>
    <dgm:pt modelId="{2409F0E9-4D1B-444B-8433-9F77D5CEC3AB}" type="pres">
      <dgm:prSet presAssocID="{BB010FE6-FCF8-4B74-98E0-B363CC4A65F7}" presName="textRect" presStyleLbl="revTx" presStyleIdx="1" presStyleCnt="4">
        <dgm:presLayoutVars>
          <dgm:chMax val="1"/>
          <dgm:chPref val="1"/>
        </dgm:presLayoutVars>
      </dgm:prSet>
      <dgm:spPr/>
    </dgm:pt>
    <dgm:pt modelId="{50150A55-93F3-4F07-A10C-9AD5E0949C96}" type="pres">
      <dgm:prSet presAssocID="{898E2C88-527D-46D9-810D-E3D69AA249A2}" presName="sibTrans" presStyleCnt="0"/>
      <dgm:spPr/>
    </dgm:pt>
    <dgm:pt modelId="{9D4DE4BC-F608-490E-A984-425717CCE28B}" type="pres">
      <dgm:prSet presAssocID="{85AD007C-7D5B-4A62-9750-E17F65E5884F}" presName="compNode" presStyleCnt="0"/>
      <dgm:spPr/>
    </dgm:pt>
    <dgm:pt modelId="{754DA836-82AA-4CA1-9785-61E2EE59F993}" type="pres">
      <dgm:prSet presAssocID="{85AD007C-7D5B-4A62-9750-E17F65E5884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AEEBCD9-C341-41D0-8EC2-713063AEAD25}" type="pres">
      <dgm:prSet presAssocID="{85AD007C-7D5B-4A62-9750-E17F65E588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5225BCD1-50AD-454C-B160-A86F087DC7F3}" type="pres">
      <dgm:prSet presAssocID="{85AD007C-7D5B-4A62-9750-E17F65E5884F}" presName="spaceRect" presStyleCnt="0"/>
      <dgm:spPr/>
    </dgm:pt>
    <dgm:pt modelId="{3BDB0759-D670-4A35-AFCF-0AF8352D3848}" type="pres">
      <dgm:prSet presAssocID="{85AD007C-7D5B-4A62-9750-E17F65E5884F}" presName="textRect" presStyleLbl="revTx" presStyleIdx="2" presStyleCnt="4">
        <dgm:presLayoutVars>
          <dgm:chMax val="1"/>
          <dgm:chPref val="1"/>
        </dgm:presLayoutVars>
      </dgm:prSet>
      <dgm:spPr/>
    </dgm:pt>
    <dgm:pt modelId="{769F4FD6-C5A0-4C5A-82FB-6DD76D0C9153}" type="pres">
      <dgm:prSet presAssocID="{70DB0BFA-6ECA-4F1A-8753-1114D4BE714E}" presName="sibTrans" presStyleCnt="0"/>
      <dgm:spPr/>
    </dgm:pt>
    <dgm:pt modelId="{0EE0C751-1723-4BAF-9AF7-794E8A620EA7}" type="pres">
      <dgm:prSet presAssocID="{194BC039-A934-4CC5-BCF8-628151D0DA6D}" presName="compNode" presStyleCnt="0"/>
      <dgm:spPr/>
    </dgm:pt>
    <dgm:pt modelId="{23713A27-78F6-4242-AB89-42D66A2ED22E}" type="pres">
      <dgm:prSet presAssocID="{194BC039-A934-4CC5-BCF8-628151D0DA6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B4EF34D-8618-4F8F-92FD-44B1C69D3B94}" type="pres">
      <dgm:prSet presAssocID="{194BC039-A934-4CC5-BCF8-628151D0DA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C1ACC02-BD2A-4530-B27A-3BFA9ED7B9D6}" type="pres">
      <dgm:prSet presAssocID="{194BC039-A934-4CC5-BCF8-628151D0DA6D}" presName="spaceRect" presStyleCnt="0"/>
      <dgm:spPr/>
    </dgm:pt>
    <dgm:pt modelId="{B6C3CD71-1CB5-4A29-B5BE-317FED77687F}" type="pres">
      <dgm:prSet presAssocID="{194BC039-A934-4CC5-BCF8-628151D0DA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6E0382B-5197-4A41-B411-6E637782615C}" type="presOf" srcId="{BB010FE6-FCF8-4B74-98E0-B363CC4A65F7}" destId="{2409F0E9-4D1B-444B-8433-9F77D5CEC3AB}" srcOrd="0" destOrd="0" presId="urn:microsoft.com/office/officeart/2018/5/layout/IconLeafLabelList"/>
    <dgm:cxn modelId="{133E415C-EC49-480C-92BF-960C79A8945E}" srcId="{87A708AB-1325-4401-9755-BE66AC60A2B4}" destId="{BB010FE6-FCF8-4B74-98E0-B363CC4A65F7}" srcOrd="1" destOrd="0" parTransId="{B9028A8A-9788-4D52-9CD2-231D83C14583}" sibTransId="{898E2C88-527D-46D9-810D-E3D69AA249A2}"/>
    <dgm:cxn modelId="{7E879D62-8B40-6543-8F2D-5C7B4F99A3FF}" type="presOf" srcId="{194BC039-A934-4CC5-BCF8-628151D0DA6D}" destId="{B6C3CD71-1CB5-4A29-B5BE-317FED77687F}" srcOrd="0" destOrd="0" presId="urn:microsoft.com/office/officeart/2018/5/layout/IconLeafLabelList"/>
    <dgm:cxn modelId="{52D51B65-73C5-7644-A9D3-28F4BF3D114C}" type="presOf" srcId="{85AD007C-7D5B-4A62-9750-E17F65E5884F}" destId="{3BDB0759-D670-4A35-AFCF-0AF8352D3848}" srcOrd="0" destOrd="0" presId="urn:microsoft.com/office/officeart/2018/5/layout/IconLeafLabelList"/>
    <dgm:cxn modelId="{571A736F-953D-4FBF-951C-80E05D9A42D6}" srcId="{87A708AB-1325-4401-9755-BE66AC60A2B4}" destId="{7921F02D-3771-4BF0-AB05-B1886A30912E}" srcOrd="0" destOrd="0" parTransId="{E7B3F484-0235-4ED4-AE7B-1633E4B9D344}" sibTransId="{EBD3F76E-B895-4FF7-91AD-837BF172C7FA}"/>
    <dgm:cxn modelId="{CB96CE71-7E2C-C34F-84BD-C84D51BEDEAF}" type="presOf" srcId="{7921F02D-3771-4BF0-AB05-B1886A30912E}" destId="{F6B7F733-A5F2-4E72-8EBF-64D111098273}" srcOrd="0" destOrd="0" presId="urn:microsoft.com/office/officeart/2018/5/layout/IconLeafLabelList"/>
    <dgm:cxn modelId="{CAF89F87-82E4-43C8-BD99-393819915E9A}" srcId="{87A708AB-1325-4401-9755-BE66AC60A2B4}" destId="{194BC039-A934-4CC5-BCF8-628151D0DA6D}" srcOrd="3" destOrd="0" parTransId="{064E2AAC-A8A9-4782-8188-E7CC68603AC7}" sibTransId="{292F1027-EDFF-48C8-A3C6-FB94D0895763}"/>
    <dgm:cxn modelId="{BBB612C6-43E0-984A-AEFC-A135CAB254F8}" type="presOf" srcId="{87A708AB-1325-4401-9755-BE66AC60A2B4}" destId="{4EC09B10-BB64-4266-BF04-5D3865720220}" srcOrd="0" destOrd="0" presId="urn:microsoft.com/office/officeart/2018/5/layout/IconLeafLabelList"/>
    <dgm:cxn modelId="{66F1D4C6-C4F8-4D85-AA43-5692C79B6846}" srcId="{87A708AB-1325-4401-9755-BE66AC60A2B4}" destId="{85AD007C-7D5B-4A62-9750-E17F65E5884F}" srcOrd="2" destOrd="0" parTransId="{4397C21D-E38F-4946-A904-9A6A79E84B64}" sibTransId="{70DB0BFA-6ECA-4F1A-8753-1114D4BE714E}"/>
    <dgm:cxn modelId="{755C37C1-2AD5-D248-807B-D3A9916FC0D6}" type="presParOf" srcId="{4EC09B10-BB64-4266-BF04-5D3865720220}" destId="{382C3275-5309-4819-B39C-828CD0630B74}" srcOrd="0" destOrd="0" presId="urn:microsoft.com/office/officeart/2018/5/layout/IconLeafLabelList"/>
    <dgm:cxn modelId="{2321A37C-A643-414C-B58A-196C68C0DAEF}" type="presParOf" srcId="{382C3275-5309-4819-B39C-828CD0630B74}" destId="{EDE2A258-67F5-4A91-BEA7-9BD936F40F0B}" srcOrd="0" destOrd="0" presId="urn:microsoft.com/office/officeart/2018/5/layout/IconLeafLabelList"/>
    <dgm:cxn modelId="{62F5589D-EF0F-2342-AEC1-545E26C4CFD8}" type="presParOf" srcId="{382C3275-5309-4819-B39C-828CD0630B74}" destId="{1D71B00B-18CB-41C1-BFFD-2BF7459924F6}" srcOrd="1" destOrd="0" presId="urn:microsoft.com/office/officeart/2018/5/layout/IconLeafLabelList"/>
    <dgm:cxn modelId="{6BE6334A-C4E6-3D4C-8B7D-A5E0AF74473C}" type="presParOf" srcId="{382C3275-5309-4819-B39C-828CD0630B74}" destId="{DE213DCD-97B3-4FA9-A20E-5789F5470DB1}" srcOrd="2" destOrd="0" presId="urn:microsoft.com/office/officeart/2018/5/layout/IconLeafLabelList"/>
    <dgm:cxn modelId="{832426F1-9800-9345-812E-2DFEB18E1A86}" type="presParOf" srcId="{382C3275-5309-4819-B39C-828CD0630B74}" destId="{F6B7F733-A5F2-4E72-8EBF-64D111098273}" srcOrd="3" destOrd="0" presId="urn:microsoft.com/office/officeart/2018/5/layout/IconLeafLabelList"/>
    <dgm:cxn modelId="{C4B62302-AA58-274E-9048-B35DB290C3E5}" type="presParOf" srcId="{4EC09B10-BB64-4266-BF04-5D3865720220}" destId="{D51B4BC1-AA31-4E59-BCB4-FF8FA77FA263}" srcOrd="1" destOrd="0" presId="urn:microsoft.com/office/officeart/2018/5/layout/IconLeafLabelList"/>
    <dgm:cxn modelId="{9686FF1B-679E-8446-8A36-F46B8B2CD252}" type="presParOf" srcId="{4EC09B10-BB64-4266-BF04-5D3865720220}" destId="{329575A9-4406-44D4-9057-27805BD9FB3D}" srcOrd="2" destOrd="0" presId="urn:microsoft.com/office/officeart/2018/5/layout/IconLeafLabelList"/>
    <dgm:cxn modelId="{C1AE2DC6-41A4-0C4B-9B5D-EA9B72B2E531}" type="presParOf" srcId="{329575A9-4406-44D4-9057-27805BD9FB3D}" destId="{48489594-45B5-49FF-A785-2C908D750905}" srcOrd="0" destOrd="0" presId="urn:microsoft.com/office/officeart/2018/5/layout/IconLeafLabelList"/>
    <dgm:cxn modelId="{626A1EEA-A282-4C4E-B81A-0D3C627FF8C6}" type="presParOf" srcId="{329575A9-4406-44D4-9057-27805BD9FB3D}" destId="{7C78DEB9-BE84-44A7-9EFA-9BCF9AC341ED}" srcOrd="1" destOrd="0" presId="urn:microsoft.com/office/officeart/2018/5/layout/IconLeafLabelList"/>
    <dgm:cxn modelId="{87B6F85E-D3E2-B048-B3E9-D60E9198C159}" type="presParOf" srcId="{329575A9-4406-44D4-9057-27805BD9FB3D}" destId="{F926EED2-67E7-442B-8834-8A35DA3AFF64}" srcOrd="2" destOrd="0" presId="urn:microsoft.com/office/officeart/2018/5/layout/IconLeafLabelList"/>
    <dgm:cxn modelId="{D62DD0D5-A9FE-8E47-8F93-A7C3F2E9DBB3}" type="presParOf" srcId="{329575A9-4406-44D4-9057-27805BD9FB3D}" destId="{2409F0E9-4D1B-444B-8433-9F77D5CEC3AB}" srcOrd="3" destOrd="0" presId="urn:microsoft.com/office/officeart/2018/5/layout/IconLeafLabelList"/>
    <dgm:cxn modelId="{36472EB7-A74F-E846-93F7-094FCF7D154C}" type="presParOf" srcId="{4EC09B10-BB64-4266-BF04-5D3865720220}" destId="{50150A55-93F3-4F07-A10C-9AD5E0949C96}" srcOrd="3" destOrd="0" presId="urn:microsoft.com/office/officeart/2018/5/layout/IconLeafLabelList"/>
    <dgm:cxn modelId="{16C0BA07-6C90-344D-A024-2EEA712071E0}" type="presParOf" srcId="{4EC09B10-BB64-4266-BF04-5D3865720220}" destId="{9D4DE4BC-F608-490E-A984-425717CCE28B}" srcOrd="4" destOrd="0" presId="urn:microsoft.com/office/officeart/2018/5/layout/IconLeafLabelList"/>
    <dgm:cxn modelId="{9CC4E85A-B7FD-8E4A-8598-82E09E20C640}" type="presParOf" srcId="{9D4DE4BC-F608-490E-A984-425717CCE28B}" destId="{754DA836-82AA-4CA1-9785-61E2EE59F993}" srcOrd="0" destOrd="0" presId="urn:microsoft.com/office/officeart/2018/5/layout/IconLeafLabelList"/>
    <dgm:cxn modelId="{B99AF1C5-CF16-8749-8DE0-642E6C35F265}" type="presParOf" srcId="{9D4DE4BC-F608-490E-A984-425717CCE28B}" destId="{7AEEBCD9-C341-41D0-8EC2-713063AEAD25}" srcOrd="1" destOrd="0" presId="urn:microsoft.com/office/officeart/2018/5/layout/IconLeafLabelList"/>
    <dgm:cxn modelId="{ED633895-F361-A842-8424-36183B208492}" type="presParOf" srcId="{9D4DE4BC-F608-490E-A984-425717CCE28B}" destId="{5225BCD1-50AD-454C-B160-A86F087DC7F3}" srcOrd="2" destOrd="0" presId="urn:microsoft.com/office/officeart/2018/5/layout/IconLeafLabelList"/>
    <dgm:cxn modelId="{15B608C9-292B-BE43-8214-7E25CBF744C8}" type="presParOf" srcId="{9D4DE4BC-F608-490E-A984-425717CCE28B}" destId="{3BDB0759-D670-4A35-AFCF-0AF8352D3848}" srcOrd="3" destOrd="0" presId="urn:microsoft.com/office/officeart/2018/5/layout/IconLeafLabelList"/>
    <dgm:cxn modelId="{DEB81231-3F36-054F-8156-4A47470B08F4}" type="presParOf" srcId="{4EC09B10-BB64-4266-BF04-5D3865720220}" destId="{769F4FD6-C5A0-4C5A-82FB-6DD76D0C9153}" srcOrd="5" destOrd="0" presId="urn:microsoft.com/office/officeart/2018/5/layout/IconLeafLabelList"/>
    <dgm:cxn modelId="{9E7C9544-81A3-364D-8ED3-16EF0D648409}" type="presParOf" srcId="{4EC09B10-BB64-4266-BF04-5D3865720220}" destId="{0EE0C751-1723-4BAF-9AF7-794E8A620EA7}" srcOrd="6" destOrd="0" presId="urn:microsoft.com/office/officeart/2018/5/layout/IconLeafLabelList"/>
    <dgm:cxn modelId="{934512F0-DA7B-FC42-A46C-6496A448B652}" type="presParOf" srcId="{0EE0C751-1723-4BAF-9AF7-794E8A620EA7}" destId="{23713A27-78F6-4242-AB89-42D66A2ED22E}" srcOrd="0" destOrd="0" presId="urn:microsoft.com/office/officeart/2018/5/layout/IconLeafLabelList"/>
    <dgm:cxn modelId="{1676E318-DDFB-7D41-8181-10D6CAB26E46}" type="presParOf" srcId="{0EE0C751-1723-4BAF-9AF7-794E8A620EA7}" destId="{6B4EF34D-8618-4F8F-92FD-44B1C69D3B94}" srcOrd="1" destOrd="0" presId="urn:microsoft.com/office/officeart/2018/5/layout/IconLeafLabelList"/>
    <dgm:cxn modelId="{BD4B9BEA-3B58-5B40-8B83-516E2E3DD825}" type="presParOf" srcId="{0EE0C751-1723-4BAF-9AF7-794E8A620EA7}" destId="{8C1ACC02-BD2A-4530-B27A-3BFA9ED7B9D6}" srcOrd="2" destOrd="0" presId="urn:microsoft.com/office/officeart/2018/5/layout/IconLeafLabelList"/>
    <dgm:cxn modelId="{77DC2E29-C4A3-3744-ADFF-B6DEFCEC82DD}" type="presParOf" srcId="{0EE0C751-1723-4BAF-9AF7-794E8A620EA7}" destId="{B6C3CD71-1CB5-4A29-B5BE-317FED77687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1EE4974-4F96-4A12-9FCE-1512DBF4D4BD}" type="doc">
      <dgm:prSet loTypeId="urn:microsoft.com/office/officeart/2005/8/layout/cycle8" loCatId="cycle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2E3018-0D8D-48B4-9598-D2B5AB7CA428}">
      <dgm:prSet custT="1"/>
      <dgm:spPr/>
      <dgm:t>
        <a:bodyPr/>
        <a:lstStyle/>
        <a:p>
          <a:r>
            <a:rPr lang="en-US" sz="1800"/>
            <a:t>Security</a:t>
          </a:r>
        </a:p>
      </dgm:t>
    </dgm:pt>
    <dgm:pt modelId="{C35C9DE6-7388-4F6B-B788-18B1731EF729}" type="parTrans" cxnId="{4FEC4E89-5AB8-4988-8855-1EF156B3C166}">
      <dgm:prSet/>
      <dgm:spPr/>
      <dgm:t>
        <a:bodyPr/>
        <a:lstStyle/>
        <a:p>
          <a:endParaRPr lang="en-US" sz="1800"/>
        </a:p>
      </dgm:t>
    </dgm:pt>
    <dgm:pt modelId="{FC9D9C06-A8A0-4117-8EE9-0AACD53C549A}" type="sibTrans" cxnId="{4FEC4E89-5AB8-4988-8855-1EF156B3C166}">
      <dgm:prSet phldrT="1" phldr="0"/>
      <dgm:spPr/>
      <dgm:t>
        <a:bodyPr/>
        <a:lstStyle/>
        <a:p>
          <a:endParaRPr lang="en-US" sz="1800"/>
        </a:p>
      </dgm:t>
    </dgm:pt>
    <dgm:pt modelId="{D6B24830-A6B5-4302-84EF-9FDE6BB74B71}">
      <dgm:prSet custT="1"/>
      <dgm:spPr/>
      <dgm:t>
        <a:bodyPr/>
        <a:lstStyle/>
        <a:p>
          <a:r>
            <a:rPr lang="en-US" sz="1800"/>
            <a:t>Costing model</a:t>
          </a:r>
        </a:p>
      </dgm:t>
    </dgm:pt>
    <dgm:pt modelId="{BADB01A2-EF71-4A7B-A85B-D332EC670766}" type="parTrans" cxnId="{E3738BB2-2618-4D1B-B26D-0FC03E1CD7DA}">
      <dgm:prSet/>
      <dgm:spPr/>
      <dgm:t>
        <a:bodyPr/>
        <a:lstStyle/>
        <a:p>
          <a:endParaRPr lang="en-US" sz="1800"/>
        </a:p>
      </dgm:t>
    </dgm:pt>
    <dgm:pt modelId="{8D4CD6E2-BDC0-43FB-BA7E-DA0B39ACFF5C}" type="sibTrans" cxnId="{E3738BB2-2618-4D1B-B26D-0FC03E1CD7DA}">
      <dgm:prSet phldrT="2" phldr="0"/>
      <dgm:spPr/>
      <dgm:t>
        <a:bodyPr/>
        <a:lstStyle/>
        <a:p>
          <a:endParaRPr lang="en-US" sz="1800"/>
        </a:p>
      </dgm:t>
    </dgm:pt>
    <dgm:pt modelId="{673F788A-0970-4131-8033-AF1A83F247C6}">
      <dgm:prSet custT="1"/>
      <dgm:spPr/>
      <dgm:t>
        <a:bodyPr/>
        <a:lstStyle/>
        <a:p>
          <a:r>
            <a:rPr lang="en-US" sz="1800"/>
            <a:t>Charging model</a:t>
          </a:r>
        </a:p>
      </dgm:t>
    </dgm:pt>
    <dgm:pt modelId="{F41176FE-5210-4956-B7AC-98AEAC8B00FC}" type="parTrans" cxnId="{0DEC3071-DB14-466C-A48D-5870EB833660}">
      <dgm:prSet/>
      <dgm:spPr/>
      <dgm:t>
        <a:bodyPr/>
        <a:lstStyle/>
        <a:p>
          <a:endParaRPr lang="en-US" sz="1800"/>
        </a:p>
      </dgm:t>
    </dgm:pt>
    <dgm:pt modelId="{F9A924AD-CD24-4349-8F32-37F834646EEE}" type="sibTrans" cxnId="{0DEC3071-DB14-466C-A48D-5870EB833660}">
      <dgm:prSet phldrT="3" phldr="0"/>
      <dgm:spPr/>
      <dgm:t>
        <a:bodyPr/>
        <a:lstStyle/>
        <a:p>
          <a:endParaRPr lang="en-US" sz="1800"/>
        </a:p>
      </dgm:t>
    </dgm:pt>
    <dgm:pt modelId="{3EFCCFE6-A9BF-4D0E-9920-7F7D0AEF4C0E}">
      <dgm:prSet custT="1"/>
      <dgm:spPr/>
      <dgm:t>
        <a:bodyPr/>
        <a:lstStyle/>
        <a:p>
          <a:r>
            <a:rPr lang="en-US" sz="1800"/>
            <a:t>Service Level Agreement </a:t>
          </a:r>
        </a:p>
      </dgm:t>
    </dgm:pt>
    <dgm:pt modelId="{BD574BDC-2B10-4E7A-8944-9D320DE7ACE0}" type="parTrans" cxnId="{113BA24C-0D1B-4B48-A84F-FC543B72ED09}">
      <dgm:prSet/>
      <dgm:spPr/>
      <dgm:t>
        <a:bodyPr/>
        <a:lstStyle/>
        <a:p>
          <a:endParaRPr lang="en-US" sz="1800"/>
        </a:p>
      </dgm:t>
    </dgm:pt>
    <dgm:pt modelId="{FF933F97-02E6-40B9-90EC-823395B6A65E}" type="sibTrans" cxnId="{113BA24C-0D1B-4B48-A84F-FC543B72ED09}">
      <dgm:prSet phldrT="4" phldr="0"/>
      <dgm:spPr/>
      <dgm:t>
        <a:bodyPr/>
        <a:lstStyle/>
        <a:p>
          <a:endParaRPr lang="en-US" sz="1800"/>
        </a:p>
      </dgm:t>
    </dgm:pt>
    <dgm:pt modelId="{88CE007F-D18C-40B7-9937-2F0460DB0E06}">
      <dgm:prSet custT="1"/>
      <dgm:spPr/>
      <dgm:t>
        <a:bodyPr/>
        <a:lstStyle/>
        <a:p>
          <a:r>
            <a:rPr lang="en-US" sz="1800"/>
            <a:t>What to migrate </a:t>
          </a:r>
        </a:p>
      </dgm:t>
    </dgm:pt>
    <dgm:pt modelId="{D5260D03-3C7C-42DE-81DC-E4299776D3E0}" type="parTrans" cxnId="{770ACD3A-7682-4131-8E21-58ED0C63B323}">
      <dgm:prSet/>
      <dgm:spPr/>
      <dgm:t>
        <a:bodyPr/>
        <a:lstStyle/>
        <a:p>
          <a:endParaRPr lang="en-US" sz="1800"/>
        </a:p>
      </dgm:t>
    </dgm:pt>
    <dgm:pt modelId="{23823CF8-0F53-461F-8CE6-5690B7B11F86}" type="sibTrans" cxnId="{770ACD3A-7682-4131-8E21-58ED0C63B323}">
      <dgm:prSet phldrT="5" phldr="0"/>
      <dgm:spPr/>
      <dgm:t>
        <a:bodyPr/>
        <a:lstStyle/>
        <a:p>
          <a:endParaRPr lang="en-US" sz="1800"/>
        </a:p>
      </dgm:t>
    </dgm:pt>
    <dgm:pt modelId="{020A066A-4ED8-BB49-B7B7-5ADF5E661EEC}" type="pres">
      <dgm:prSet presAssocID="{D1EE4974-4F96-4A12-9FCE-1512DBF4D4BD}" presName="compositeShape" presStyleCnt="0">
        <dgm:presLayoutVars>
          <dgm:chMax val="7"/>
          <dgm:dir/>
          <dgm:resizeHandles val="exact"/>
        </dgm:presLayoutVars>
      </dgm:prSet>
      <dgm:spPr/>
    </dgm:pt>
    <dgm:pt modelId="{93D860A7-AFFC-5D42-901B-633D3356A44E}" type="pres">
      <dgm:prSet presAssocID="{D1EE4974-4F96-4A12-9FCE-1512DBF4D4BD}" presName="wedge1" presStyleLbl="node1" presStyleIdx="0" presStyleCnt="5"/>
      <dgm:spPr/>
    </dgm:pt>
    <dgm:pt modelId="{4D0D534E-AFDE-174E-82F5-C9344AF816A9}" type="pres">
      <dgm:prSet presAssocID="{D1EE4974-4F96-4A12-9FCE-1512DBF4D4BD}" presName="dummy1a" presStyleCnt="0"/>
      <dgm:spPr/>
    </dgm:pt>
    <dgm:pt modelId="{4EC7DD71-DB1C-614B-9113-78411F0754CB}" type="pres">
      <dgm:prSet presAssocID="{D1EE4974-4F96-4A12-9FCE-1512DBF4D4BD}" presName="dummy1b" presStyleCnt="0"/>
      <dgm:spPr/>
    </dgm:pt>
    <dgm:pt modelId="{68876916-03CB-7E40-ADFE-0653A941C055}" type="pres">
      <dgm:prSet presAssocID="{D1EE4974-4F96-4A12-9FCE-1512DBF4D4BD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C33CD25-B4D8-D742-96E3-57CA5D0C2091}" type="pres">
      <dgm:prSet presAssocID="{D1EE4974-4F96-4A12-9FCE-1512DBF4D4BD}" presName="wedge2" presStyleLbl="node1" presStyleIdx="1" presStyleCnt="5"/>
      <dgm:spPr/>
    </dgm:pt>
    <dgm:pt modelId="{D83A78C9-53FD-DB4A-A535-B1DC2865C67C}" type="pres">
      <dgm:prSet presAssocID="{D1EE4974-4F96-4A12-9FCE-1512DBF4D4BD}" presName="dummy2a" presStyleCnt="0"/>
      <dgm:spPr/>
    </dgm:pt>
    <dgm:pt modelId="{4AD4E261-E776-CF4E-9ED3-F886D085DEE2}" type="pres">
      <dgm:prSet presAssocID="{D1EE4974-4F96-4A12-9FCE-1512DBF4D4BD}" presName="dummy2b" presStyleCnt="0"/>
      <dgm:spPr/>
    </dgm:pt>
    <dgm:pt modelId="{82888DDF-AB7E-6A46-AA9C-E2308989A1EE}" type="pres">
      <dgm:prSet presAssocID="{D1EE4974-4F96-4A12-9FCE-1512DBF4D4BD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A82E3E4C-4DFA-8640-8258-5BA5851FE40D}" type="pres">
      <dgm:prSet presAssocID="{D1EE4974-4F96-4A12-9FCE-1512DBF4D4BD}" presName="wedge3" presStyleLbl="node1" presStyleIdx="2" presStyleCnt="5"/>
      <dgm:spPr/>
    </dgm:pt>
    <dgm:pt modelId="{9E82F573-7280-5749-8A65-79EDDD04D4E8}" type="pres">
      <dgm:prSet presAssocID="{D1EE4974-4F96-4A12-9FCE-1512DBF4D4BD}" presName="dummy3a" presStyleCnt="0"/>
      <dgm:spPr/>
    </dgm:pt>
    <dgm:pt modelId="{E052B905-563E-C041-99EB-63BBE4134137}" type="pres">
      <dgm:prSet presAssocID="{D1EE4974-4F96-4A12-9FCE-1512DBF4D4BD}" presName="dummy3b" presStyleCnt="0"/>
      <dgm:spPr/>
    </dgm:pt>
    <dgm:pt modelId="{B6C4AE76-52EA-A043-A6D3-57FB3045AF64}" type="pres">
      <dgm:prSet presAssocID="{D1EE4974-4F96-4A12-9FCE-1512DBF4D4BD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6146A354-7BC2-C04A-8222-FE89AADB77C9}" type="pres">
      <dgm:prSet presAssocID="{D1EE4974-4F96-4A12-9FCE-1512DBF4D4BD}" presName="wedge4" presStyleLbl="node1" presStyleIdx="3" presStyleCnt="5"/>
      <dgm:spPr/>
    </dgm:pt>
    <dgm:pt modelId="{5827B0A5-611F-6C45-A1DD-05B222AA67D1}" type="pres">
      <dgm:prSet presAssocID="{D1EE4974-4F96-4A12-9FCE-1512DBF4D4BD}" presName="dummy4a" presStyleCnt="0"/>
      <dgm:spPr/>
    </dgm:pt>
    <dgm:pt modelId="{C23197C3-DCB8-7F42-951A-5B21ECAD3F94}" type="pres">
      <dgm:prSet presAssocID="{D1EE4974-4F96-4A12-9FCE-1512DBF4D4BD}" presName="dummy4b" presStyleCnt="0"/>
      <dgm:spPr/>
    </dgm:pt>
    <dgm:pt modelId="{E444E4C5-81D5-C447-BC03-AE89D09DEB50}" type="pres">
      <dgm:prSet presAssocID="{D1EE4974-4F96-4A12-9FCE-1512DBF4D4BD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B62693B2-D9EB-9D40-AC14-563B50628256}" type="pres">
      <dgm:prSet presAssocID="{D1EE4974-4F96-4A12-9FCE-1512DBF4D4BD}" presName="wedge5" presStyleLbl="node1" presStyleIdx="4" presStyleCnt="5"/>
      <dgm:spPr/>
    </dgm:pt>
    <dgm:pt modelId="{E37E0C28-BB8B-834F-9E3D-A321C2C586BD}" type="pres">
      <dgm:prSet presAssocID="{D1EE4974-4F96-4A12-9FCE-1512DBF4D4BD}" presName="dummy5a" presStyleCnt="0"/>
      <dgm:spPr/>
    </dgm:pt>
    <dgm:pt modelId="{35AC0185-D8C7-444E-A23C-2B5917E12F99}" type="pres">
      <dgm:prSet presAssocID="{D1EE4974-4F96-4A12-9FCE-1512DBF4D4BD}" presName="dummy5b" presStyleCnt="0"/>
      <dgm:spPr/>
    </dgm:pt>
    <dgm:pt modelId="{91AF8CC5-0158-DB45-8274-2F08BDB6481F}" type="pres">
      <dgm:prSet presAssocID="{D1EE4974-4F96-4A12-9FCE-1512DBF4D4BD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2F303779-2034-2A40-BB52-82F61D4B08AD}" type="pres">
      <dgm:prSet presAssocID="{FC9D9C06-A8A0-4117-8EE9-0AACD53C549A}" presName="arrowWedge1" presStyleLbl="fgSibTrans2D1" presStyleIdx="0" presStyleCnt="5"/>
      <dgm:spPr/>
    </dgm:pt>
    <dgm:pt modelId="{1EC21626-6743-384A-9E48-5040318FAE6A}" type="pres">
      <dgm:prSet presAssocID="{8D4CD6E2-BDC0-43FB-BA7E-DA0B39ACFF5C}" presName="arrowWedge2" presStyleLbl="fgSibTrans2D1" presStyleIdx="1" presStyleCnt="5"/>
      <dgm:spPr/>
    </dgm:pt>
    <dgm:pt modelId="{C6D552EA-4B4A-3445-8B81-5FE5FD470FAD}" type="pres">
      <dgm:prSet presAssocID="{F9A924AD-CD24-4349-8F32-37F834646EEE}" presName="arrowWedge3" presStyleLbl="fgSibTrans2D1" presStyleIdx="2" presStyleCnt="5"/>
      <dgm:spPr/>
    </dgm:pt>
    <dgm:pt modelId="{09A111F4-C9F6-F243-A6AC-01F96B90D7C0}" type="pres">
      <dgm:prSet presAssocID="{FF933F97-02E6-40B9-90EC-823395B6A65E}" presName="arrowWedge4" presStyleLbl="fgSibTrans2D1" presStyleIdx="3" presStyleCnt="5"/>
      <dgm:spPr/>
    </dgm:pt>
    <dgm:pt modelId="{CD70133A-972E-E74F-A503-4AEAF8F23466}" type="pres">
      <dgm:prSet presAssocID="{23823CF8-0F53-461F-8CE6-5690B7B11F86}" presName="arrowWedge5" presStyleLbl="fgSibTrans2D1" presStyleIdx="4" presStyleCnt="5"/>
      <dgm:spPr/>
    </dgm:pt>
  </dgm:ptLst>
  <dgm:cxnLst>
    <dgm:cxn modelId="{2E92083A-FDFA-48C8-96B5-523E19A0CEE7}" type="presOf" srcId="{D1EE4974-4F96-4A12-9FCE-1512DBF4D4BD}" destId="{020A066A-4ED8-BB49-B7B7-5ADF5E661EEC}" srcOrd="0" destOrd="0" presId="urn:microsoft.com/office/officeart/2005/8/layout/cycle8"/>
    <dgm:cxn modelId="{770ACD3A-7682-4131-8E21-58ED0C63B323}" srcId="{D1EE4974-4F96-4A12-9FCE-1512DBF4D4BD}" destId="{88CE007F-D18C-40B7-9937-2F0460DB0E06}" srcOrd="4" destOrd="0" parTransId="{D5260D03-3C7C-42DE-81DC-E4299776D3E0}" sibTransId="{23823CF8-0F53-461F-8CE6-5690B7B11F86}"/>
    <dgm:cxn modelId="{391C025D-56EE-42F6-B327-73084E9B6F9C}" type="presOf" srcId="{88CE007F-D18C-40B7-9937-2F0460DB0E06}" destId="{91AF8CC5-0158-DB45-8274-2F08BDB6481F}" srcOrd="1" destOrd="0" presId="urn:microsoft.com/office/officeart/2005/8/layout/cycle8"/>
    <dgm:cxn modelId="{EDDEDA69-AA6A-4A3A-B7E4-88F56ABFD188}" type="presOf" srcId="{88CE007F-D18C-40B7-9937-2F0460DB0E06}" destId="{B62693B2-D9EB-9D40-AC14-563B50628256}" srcOrd="0" destOrd="0" presId="urn:microsoft.com/office/officeart/2005/8/layout/cycle8"/>
    <dgm:cxn modelId="{915B954C-082D-4EB9-9D21-F6234CF15D7D}" type="presOf" srcId="{742E3018-0D8D-48B4-9598-D2B5AB7CA428}" destId="{93D860A7-AFFC-5D42-901B-633D3356A44E}" srcOrd="0" destOrd="0" presId="urn:microsoft.com/office/officeart/2005/8/layout/cycle8"/>
    <dgm:cxn modelId="{113BA24C-0D1B-4B48-A84F-FC543B72ED09}" srcId="{D1EE4974-4F96-4A12-9FCE-1512DBF4D4BD}" destId="{3EFCCFE6-A9BF-4D0E-9920-7F7D0AEF4C0E}" srcOrd="3" destOrd="0" parTransId="{BD574BDC-2B10-4E7A-8944-9D320DE7ACE0}" sibTransId="{FF933F97-02E6-40B9-90EC-823395B6A65E}"/>
    <dgm:cxn modelId="{0DEC3071-DB14-466C-A48D-5870EB833660}" srcId="{D1EE4974-4F96-4A12-9FCE-1512DBF4D4BD}" destId="{673F788A-0970-4131-8033-AF1A83F247C6}" srcOrd="2" destOrd="0" parTransId="{F41176FE-5210-4956-B7AC-98AEAC8B00FC}" sibTransId="{F9A924AD-CD24-4349-8F32-37F834646EEE}"/>
    <dgm:cxn modelId="{91C6B079-8363-4B99-B762-303AD46B777D}" type="presOf" srcId="{742E3018-0D8D-48B4-9598-D2B5AB7CA428}" destId="{68876916-03CB-7E40-ADFE-0653A941C055}" srcOrd="1" destOrd="0" presId="urn:microsoft.com/office/officeart/2005/8/layout/cycle8"/>
    <dgm:cxn modelId="{A833B282-D707-410F-B819-A24D60967C89}" type="presOf" srcId="{D6B24830-A6B5-4302-84EF-9FDE6BB74B71}" destId="{82888DDF-AB7E-6A46-AA9C-E2308989A1EE}" srcOrd="1" destOrd="0" presId="urn:microsoft.com/office/officeart/2005/8/layout/cycle8"/>
    <dgm:cxn modelId="{4FEC4E89-5AB8-4988-8855-1EF156B3C166}" srcId="{D1EE4974-4F96-4A12-9FCE-1512DBF4D4BD}" destId="{742E3018-0D8D-48B4-9598-D2B5AB7CA428}" srcOrd="0" destOrd="0" parTransId="{C35C9DE6-7388-4F6B-B788-18B1731EF729}" sibTransId="{FC9D9C06-A8A0-4117-8EE9-0AACD53C549A}"/>
    <dgm:cxn modelId="{127C3C95-D4A0-400D-98AA-E43B9754F7B1}" type="presOf" srcId="{673F788A-0970-4131-8033-AF1A83F247C6}" destId="{B6C4AE76-52EA-A043-A6D3-57FB3045AF64}" srcOrd="1" destOrd="0" presId="urn:microsoft.com/office/officeart/2005/8/layout/cycle8"/>
    <dgm:cxn modelId="{163F76A7-3A03-4834-874A-7464D35F5906}" type="presOf" srcId="{673F788A-0970-4131-8033-AF1A83F247C6}" destId="{A82E3E4C-4DFA-8640-8258-5BA5851FE40D}" srcOrd="0" destOrd="0" presId="urn:microsoft.com/office/officeart/2005/8/layout/cycle8"/>
    <dgm:cxn modelId="{E3738BB2-2618-4D1B-B26D-0FC03E1CD7DA}" srcId="{D1EE4974-4F96-4A12-9FCE-1512DBF4D4BD}" destId="{D6B24830-A6B5-4302-84EF-9FDE6BB74B71}" srcOrd="1" destOrd="0" parTransId="{BADB01A2-EF71-4A7B-A85B-D332EC670766}" sibTransId="{8D4CD6E2-BDC0-43FB-BA7E-DA0B39ACFF5C}"/>
    <dgm:cxn modelId="{AD52BBB8-D38A-41C1-B08E-A7780B19934B}" type="presOf" srcId="{D6B24830-A6B5-4302-84EF-9FDE6BB74B71}" destId="{0C33CD25-B4D8-D742-96E3-57CA5D0C2091}" srcOrd="0" destOrd="0" presId="urn:microsoft.com/office/officeart/2005/8/layout/cycle8"/>
    <dgm:cxn modelId="{3A5DE7BA-CF3D-4053-8081-F06E3DE183D0}" type="presOf" srcId="{3EFCCFE6-A9BF-4D0E-9920-7F7D0AEF4C0E}" destId="{6146A354-7BC2-C04A-8222-FE89AADB77C9}" srcOrd="0" destOrd="0" presId="urn:microsoft.com/office/officeart/2005/8/layout/cycle8"/>
    <dgm:cxn modelId="{3076D8F6-388A-4365-9CDB-9E3E4B407823}" type="presOf" srcId="{3EFCCFE6-A9BF-4D0E-9920-7F7D0AEF4C0E}" destId="{E444E4C5-81D5-C447-BC03-AE89D09DEB50}" srcOrd="1" destOrd="0" presId="urn:microsoft.com/office/officeart/2005/8/layout/cycle8"/>
    <dgm:cxn modelId="{895DFD1C-887F-41E9-9014-E3FC97274F9B}" type="presParOf" srcId="{020A066A-4ED8-BB49-B7B7-5ADF5E661EEC}" destId="{93D860A7-AFFC-5D42-901B-633D3356A44E}" srcOrd="0" destOrd="0" presId="urn:microsoft.com/office/officeart/2005/8/layout/cycle8"/>
    <dgm:cxn modelId="{266E80C7-FC05-4D10-BDE3-C09C583B84FE}" type="presParOf" srcId="{020A066A-4ED8-BB49-B7B7-5ADF5E661EEC}" destId="{4D0D534E-AFDE-174E-82F5-C9344AF816A9}" srcOrd="1" destOrd="0" presId="urn:microsoft.com/office/officeart/2005/8/layout/cycle8"/>
    <dgm:cxn modelId="{047B5434-9F25-4592-B159-82CB7A71F28A}" type="presParOf" srcId="{020A066A-4ED8-BB49-B7B7-5ADF5E661EEC}" destId="{4EC7DD71-DB1C-614B-9113-78411F0754CB}" srcOrd="2" destOrd="0" presId="urn:microsoft.com/office/officeart/2005/8/layout/cycle8"/>
    <dgm:cxn modelId="{2C57D243-BC82-4C8A-AE6F-8A5A14F9297B}" type="presParOf" srcId="{020A066A-4ED8-BB49-B7B7-5ADF5E661EEC}" destId="{68876916-03CB-7E40-ADFE-0653A941C055}" srcOrd="3" destOrd="0" presId="urn:microsoft.com/office/officeart/2005/8/layout/cycle8"/>
    <dgm:cxn modelId="{CB8CA359-1E72-4626-A7A2-CFB629285603}" type="presParOf" srcId="{020A066A-4ED8-BB49-B7B7-5ADF5E661EEC}" destId="{0C33CD25-B4D8-D742-96E3-57CA5D0C2091}" srcOrd="4" destOrd="0" presId="urn:microsoft.com/office/officeart/2005/8/layout/cycle8"/>
    <dgm:cxn modelId="{7D0DF2A9-CF41-42D6-9DBA-740F4832DA0F}" type="presParOf" srcId="{020A066A-4ED8-BB49-B7B7-5ADF5E661EEC}" destId="{D83A78C9-53FD-DB4A-A535-B1DC2865C67C}" srcOrd="5" destOrd="0" presId="urn:microsoft.com/office/officeart/2005/8/layout/cycle8"/>
    <dgm:cxn modelId="{F797AA20-CBF4-4910-AFBF-F945DB13CE09}" type="presParOf" srcId="{020A066A-4ED8-BB49-B7B7-5ADF5E661EEC}" destId="{4AD4E261-E776-CF4E-9ED3-F886D085DEE2}" srcOrd="6" destOrd="0" presId="urn:microsoft.com/office/officeart/2005/8/layout/cycle8"/>
    <dgm:cxn modelId="{4BB71CCB-69CB-4C2B-ABAE-C4DCDE114EE8}" type="presParOf" srcId="{020A066A-4ED8-BB49-B7B7-5ADF5E661EEC}" destId="{82888DDF-AB7E-6A46-AA9C-E2308989A1EE}" srcOrd="7" destOrd="0" presId="urn:microsoft.com/office/officeart/2005/8/layout/cycle8"/>
    <dgm:cxn modelId="{BD01679C-DE23-4354-9D55-151C71071F69}" type="presParOf" srcId="{020A066A-4ED8-BB49-B7B7-5ADF5E661EEC}" destId="{A82E3E4C-4DFA-8640-8258-5BA5851FE40D}" srcOrd="8" destOrd="0" presId="urn:microsoft.com/office/officeart/2005/8/layout/cycle8"/>
    <dgm:cxn modelId="{F8896904-0E91-45F2-A8F0-D69D7405449C}" type="presParOf" srcId="{020A066A-4ED8-BB49-B7B7-5ADF5E661EEC}" destId="{9E82F573-7280-5749-8A65-79EDDD04D4E8}" srcOrd="9" destOrd="0" presId="urn:microsoft.com/office/officeart/2005/8/layout/cycle8"/>
    <dgm:cxn modelId="{6AD27793-ED4B-4F29-911C-F6220F9C3619}" type="presParOf" srcId="{020A066A-4ED8-BB49-B7B7-5ADF5E661EEC}" destId="{E052B905-563E-C041-99EB-63BBE4134137}" srcOrd="10" destOrd="0" presId="urn:microsoft.com/office/officeart/2005/8/layout/cycle8"/>
    <dgm:cxn modelId="{5246704B-B20B-47BA-B112-B69AF112CD80}" type="presParOf" srcId="{020A066A-4ED8-BB49-B7B7-5ADF5E661EEC}" destId="{B6C4AE76-52EA-A043-A6D3-57FB3045AF64}" srcOrd="11" destOrd="0" presId="urn:microsoft.com/office/officeart/2005/8/layout/cycle8"/>
    <dgm:cxn modelId="{7D628D7A-260F-4E99-AF57-BD83DE9C2FA9}" type="presParOf" srcId="{020A066A-4ED8-BB49-B7B7-5ADF5E661EEC}" destId="{6146A354-7BC2-C04A-8222-FE89AADB77C9}" srcOrd="12" destOrd="0" presId="urn:microsoft.com/office/officeart/2005/8/layout/cycle8"/>
    <dgm:cxn modelId="{1F4082F9-EF3A-4BC2-B691-FA3812911D6C}" type="presParOf" srcId="{020A066A-4ED8-BB49-B7B7-5ADF5E661EEC}" destId="{5827B0A5-611F-6C45-A1DD-05B222AA67D1}" srcOrd="13" destOrd="0" presId="urn:microsoft.com/office/officeart/2005/8/layout/cycle8"/>
    <dgm:cxn modelId="{4DEA122A-C983-4310-AF93-DE298017F0F6}" type="presParOf" srcId="{020A066A-4ED8-BB49-B7B7-5ADF5E661EEC}" destId="{C23197C3-DCB8-7F42-951A-5B21ECAD3F94}" srcOrd="14" destOrd="0" presId="urn:microsoft.com/office/officeart/2005/8/layout/cycle8"/>
    <dgm:cxn modelId="{D0113C6E-200F-4835-B909-96FD23E074C1}" type="presParOf" srcId="{020A066A-4ED8-BB49-B7B7-5ADF5E661EEC}" destId="{E444E4C5-81D5-C447-BC03-AE89D09DEB50}" srcOrd="15" destOrd="0" presId="urn:microsoft.com/office/officeart/2005/8/layout/cycle8"/>
    <dgm:cxn modelId="{3AA43EEC-812F-4902-973D-C061436BE2C9}" type="presParOf" srcId="{020A066A-4ED8-BB49-B7B7-5ADF5E661EEC}" destId="{B62693B2-D9EB-9D40-AC14-563B50628256}" srcOrd="16" destOrd="0" presId="urn:microsoft.com/office/officeart/2005/8/layout/cycle8"/>
    <dgm:cxn modelId="{0F54CEAF-8DF8-4A01-AA34-9E06866C43D5}" type="presParOf" srcId="{020A066A-4ED8-BB49-B7B7-5ADF5E661EEC}" destId="{E37E0C28-BB8B-834F-9E3D-A321C2C586BD}" srcOrd="17" destOrd="0" presId="urn:microsoft.com/office/officeart/2005/8/layout/cycle8"/>
    <dgm:cxn modelId="{F04836C2-E0A0-4E01-A1C1-835FB6C3194F}" type="presParOf" srcId="{020A066A-4ED8-BB49-B7B7-5ADF5E661EEC}" destId="{35AC0185-D8C7-444E-A23C-2B5917E12F99}" srcOrd="18" destOrd="0" presId="urn:microsoft.com/office/officeart/2005/8/layout/cycle8"/>
    <dgm:cxn modelId="{D6AB6753-90B1-48CB-AFB3-79106A34E485}" type="presParOf" srcId="{020A066A-4ED8-BB49-B7B7-5ADF5E661EEC}" destId="{91AF8CC5-0158-DB45-8274-2F08BDB6481F}" srcOrd="19" destOrd="0" presId="urn:microsoft.com/office/officeart/2005/8/layout/cycle8"/>
    <dgm:cxn modelId="{D2FDEC64-0F06-42E0-98D8-687E6EF254F5}" type="presParOf" srcId="{020A066A-4ED8-BB49-B7B7-5ADF5E661EEC}" destId="{2F303779-2034-2A40-BB52-82F61D4B08AD}" srcOrd="20" destOrd="0" presId="urn:microsoft.com/office/officeart/2005/8/layout/cycle8"/>
    <dgm:cxn modelId="{21A514A1-4B86-4FDF-8AF1-D06BF1D61DE5}" type="presParOf" srcId="{020A066A-4ED8-BB49-B7B7-5ADF5E661EEC}" destId="{1EC21626-6743-384A-9E48-5040318FAE6A}" srcOrd="21" destOrd="0" presId="urn:microsoft.com/office/officeart/2005/8/layout/cycle8"/>
    <dgm:cxn modelId="{17B86127-B575-4910-8EF3-8F6A97FF8B49}" type="presParOf" srcId="{020A066A-4ED8-BB49-B7B7-5ADF5E661EEC}" destId="{C6D552EA-4B4A-3445-8B81-5FE5FD470FAD}" srcOrd="22" destOrd="0" presId="urn:microsoft.com/office/officeart/2005/8/layout/cycle8"/>
    <dgm:cxn modelId="{6252F98F-BC64-4E5C-B4B0-402913FA9B35}" type="presParOf" srcId="{020A066A-4ED8-BB49-B7B7-5ADF5E661EEC}" destId="{09A111F4-C9F6-F243-A6AC-01F96B90D7C0}" srcOrd="23" destOrd="0" presId="urn:microsoft.com/office/officeart/2005/8/layout/cycle8"/>
    <dgm:cxn modelId="{9314EA43-9E3F-4A94-908F-1F1B2945C57E}" type="presParOf" srcId="{020A066A-4ED8-BB49-B7B7-5ADF5E661EEC}" destId="{CD70133A-972E-E74F-A503-4AEAF8F23466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CE24268-5EB1-4BFF-A482-A5D9598BA0C4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CEEE8991-E365-44A7-A993-BE7E1D18F2C3}">
      <dgm:prSet/>
      <dgm:spPr/>
      <dgm:t>
        <a:bodyPr/>
        <a:lstStyle/>
        <a:p>
          <a:r>
            <a:rPr lang="en-US"/>
            <a:t>putting your data, running your software at someone else's hard disk using someone else's CPU appears daunting to many. </a:t>
          </a:r>
        </a:p>
      </dgm:t>
    </dgm:pt>
    <dgm:pt modelId="{59885E97-B91A-483A-9850-1A4E86B49D57}" type="parTrans" cxnId="{1D8747B5-F64C-47AB-9264-1BE3F0A4029C}">
      <dgm:prSet/>
      <dgm:spPr/>
      <dgm:t>
        <a:bodyPr/>
        <a:lstStyle/>
        <a:p>
          <a:endParaRPr lang="en-US"/>
        </a:p>
      </dgm:t>
    </dgm:pt>
    <dgm:pt modelId="{703C1DC8-8D01-4864-9670-BFDF67170B27}" type="sibTrans" cxnId="{1D8747B5-F64C-47AB-9264-1BE3F0A4029C}">
      <dgm:prSet/>
      <dgm:spPr/>
      <dgm:t>
        <a:bodyPr/>
        <a:lstStyle/>
        <a:p>
          <a:endParaRPr lang="en-US"/>
        </a:p>
      </dgm:t>
    </dgm:pt>
    <dgm:pt modelId="{27C87B66-28C9-4FE7-9E98-0A9BDB1CBF65}">
      <dgm:prSet/>
      <dgm:spPr/>
      <dgm:t>
        <a:bodyPr/>
        <a:lstStyle/>
        <a:p>
          <a:r>
            <a:rPr lang="en-US"/>
            <a:t>Well-known security issues such as data loss, phishing, </a:t>
          </a:r>
        </a:p>
      </dgm:t>
    </dgm:pt>
    <dgm:pt modelId="{70A4D88F-89BC-4770-AF1D-46B437B639BA}" type="parTrans" cxnId="{8D9D71C8-AF26-453A-B2FF-268F0A01D084}">
      <dgm:prSet/>
      <dgm:spPr/>
      <dgm:t>
        <a:bodyPr/>
        <a:lstStyle/>
        <a:p>
          <a:endParaRPr lang="en-US"/>
        </a:p>
      </dgm:t>
    </dgm:pt>
    <dgm:pt modelId="{FC6FAA54-0040-44E1-BAFD-BA64FAE6E21A}" type="sibTrans" cxnId="{8D9D71C8-AF26-453A-B2FF-268F0A01D084}">
      <dgm:prSet/>
      <dgm:spPr/>
      <dgm:t>
        <a:bodyPr/>
        <a:lstStyle/>
        <a:p>
          <a:endParaRPr lang="en-US"/>
        </a:p>
      </dgm:t>
    </dgm:pt>
    <dgm:pt modelId="{7A15A200-34C3-4A11-9D3A-E499281A3BBF}">
      <dgm:prSet/>
      <dgm:spPr/>
      <dgm:t>
        <a:bodyPr/>
        <a:lstStyle/>
        <a:p>
          <a:r>
            <a:rPr lang="en-US"/>
            <a:t>the multi-tenancy , pooled computing introduced new security challenges</a:t>
          </a:r>
        </a:p>
      </dgm:t>
    </dgm:pt>
    <dgm:pt modelId="{73D5A15F-8654-4FE2-B37D-3E8158B9EA65}" type="parTrans" cxnId="{6C7EC9E6-2D62-45A6-B54B-63855A179DF9}">
      <dgm:prSet/>
      <dgm:spPr/>
      <dgm:t>
        <a:bodyPr/>
        <a:lstStyle/>
        <a:p>
          <a:endParaRPr lang="en-US"/>
        </a:p>
      </dgm:t>
    </dgm:pt>
    <dgm:pt modelId="{DB75D82F-85D2-4BA1-B916-DC362C20F67E}" type="sibTrans" cxnId="{6C7EC9E6-2D62-45A6-B54B-63855A179DF9}">
      <dgm:prSet/>
      <dgm:spPr/>
      <dgm:t>
        <a:bodyPr/>
        <a:lstStyle/>
        <a:p>
          <a:endParaRPr lang="en-US"/>
        </a:p>
      </dgm:t>
    </dgm:pt>
    <dgm:pt modelId="{D35AF207-2E58-E044-A8BD-3A0F030AA486}" type="pres">
      <dgm:prSet presAssocID="{0CE24268-5EB1-4BFF-A482-A5D9598BA0C4}" presName="linear" presStyleCnt="0">
        <dgm:presLayoutVars>
          <dgm:animLvl val="lvl"/>
          <dgm:resizeHandles val="exact"/>
        </dgm:presLayoutVars>
      </dgm:prSet>
      <dgm:spPr/>
    </dgm:pt>
    <dgm:pt modelId="{E85F0461-10CD-5F4A-9DF9-065CEC53363A}" type="pres">
      <dgm:prSet presAssocID="{CEEE8991-E365-44A7-A993-BE7E1D18F2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9B33B29-E338-B64C-9285-6ADDAE0E5C2A}" type="pres">
      <dgm:prSet presAssocID="{703C1DC8-8D01-4864-9670-BFDF67170B27}" presName="spacer" presStyleCnt="0"/>
      <dgm:spPr/>
    </dgm:pt>
    <dgm:pt modelId="{E853761F-BAB9-6540-A620-30793D551EF6}" type="pres">
      <dgm:prSet presAssocID="{27C87B66-28C9-4FE7-9E98-0A9BDB1CBF6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B25670-345C-DD44-AF8E-020DD99D750F}" type="pres">
      <dgm:prSet presAssocID="{FC6FAA54-0040-44E1-BAFD-BA64FAE6E21A}" presName="spacer" presStyleCnt="0"/>
      <dgm:spPr/>
    </dgm:pt>
    <dgm:pt modelId="{16E173A8-3F36-0246-922E-59017C083DC1}" type="pres">
      <dgm:prSet presAssocID="{7A15A200-34C3-4A11-9D3A-E499281A3BB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A15BB2B-C91D-FC41-8AB9-4B803E9986BC}" type="presOf" srcId="{CEEE8991-E365-44A7-A993-BE7E1D18F2C3}" destId="{E85F0461-10CD-5F4A-9DF9-065CEC53363A}" srcOrd="0" destOrd="0" presId="urn:microsoft.com/office/officeart/2005/8/layout/vList2"/>
    <dgm:cxn modelId="{F99467A2-A12F-BF47-B3FA-AD2207668B2B}" type="presOf" srcId="{7A15A200-34C3-4A11-9D3A-E499281A3BBF}" destId="{16E173A8-3F36-0246-922E-59017C083DC1}" srcOrd="0" destOrd="0" presId="urn:microsoft.com/office/officeart/2005/8/layout/vList2"/>
    <dgm:cxn modelId="{1D8747B5-F64C-47AB-9264-1BE3F0A4029C}" srcId="{0CE24268-5EB1-4BFF-A482-A5D9598BA0C4}" destId="{CEEE8991-E365-44A7-A993-BE7E1D18F2C3}" srcOrd="0" destOrd="0" parTransId="{59885E97-B91A-483A-9850-1A4E86B49D57}" sibTransId="{703C1DC8-8D01-4864-9670-BFDF67170B27}"/>
    <dgm:cxn modelId="{8D9D71C8-AF26-453A-B2FF-268F0A01D084}" srcId="{0CE24268-5EB1-4BFF-A482-A5D9598BA0C4}" destId="{27C87B66-28C9-4FE7-9E98-0A9BDB1CBF65}" srcOrd="1" destOrd="0" parTransId="{70A4D88F-89BC-4770-AF1D-46B437B639BA}" sibTransId="{FC6FAA54-0040-44E1-BAFD-BA64FAE6E21A}"/>
    <dgm:cxn modelId="{33D1BBE0-216D-104B-A1BF-56CFD1BCECAB}" type="presOf" srcId="{0CE24268-5EB1-4BFF-A482-A5D9598BA0C4}" destId="{D35AF207-2E58-E044-A8BD-3A0F030AA486}" srcOrd="0" destOrd="0" presId="urn:microsoft.com/office/officeart/2005/8/layout/vList2"/>
    <dgm:cxn modelId="{6C7EC9E6-2D62-45A6-B54B-63855A179DF9}" srcId="{0CE24268-5EB1-4BFF-A482-A5D9598BA0C4}" destId="{7A15A200-34C3-4A11-9D3A-E499281A3BBF}" srcOrd="2" destOrd="0" parTransId="{73D5A15F-8654-4FE2-B37D-3E8158B9EA65}" sibTransId="{DB75D82F-85D2-4BA1-B916-DC362C20F67E}"/>
    <dgm:cxn modelId="{5A0CF0FC-2CB4-7741-9E1E-98FC8332D0EA}" type="presOf" srcId="{27C87B66-28C9-4FE7-9E98-0A9BDB1CBF65}" destId="{E853761F-BAB9-6540-A620-30793D551EF6}" srcOrd="0" destOrd="0" presId="urn:microsoft.com/office/officeart/2005/8/layout/vList2"/>
    <dgm:cxn modelId="{60F157D3-415D-FA42-930C-62A3FC598644}" type="presParOf" srcId="{D35AF207-2E58-E044-A8BD-3A0F030AA486}" destId="{E85F0461-10CD-5F4A-9DF9-065CEC53363A}" srcOrd="0" destOrd="0" presId="urn:microsoft.com/office/officeart/2005/8/layout/vList2"/>
    <dgm:cxn modelId="{E70F7B51-06B8-6C4C-A8F6-D405551B60FE}" type="presParOf" srcId="{D35AF207-2E58-E044-A8BD-3A0F030AA486}" destId="{79B33B29-E338-B64C-9285-6ADDAE0E5C2A}" srcOrd="1" destOrd="0" presId="urn:microsoft.com/office/officeart/2005/8/layout/vList2"/>
    <dgm:cxn modelId="{ABF5F115-EB94-3D45-B37A-31B49EB60B4F}" type="presParOf" srcId="{D35AF207-2E58-E044-A8BD-3A0F030AA486}" destId="{E853761F-BAB9-6540-A620-30793D551EF6}" srcOrd="2" destOrd="0" presId="urn:microsoft.com/office/officeart/2005/8/layout/vList2"/>
    <dgm:cxn modelId="{51C1410E-A154-E64B-85E5-734F2D412C7E}" type="presParOf" srcId="{D35AF207-2E58-E044-A8BD-3A0F030AA486}" destId="{22B25670-345C-DD44-AF8E-020DD99D750F}" srcOrd="3" destOrd="0" presId="urn:microsoft.com/office/officeart/2005/8/layout/vList2"/>
    <dgm:cxn modelId="{B76ADF8C-2B78-874A-BBA8-8B5FE2692E5C}" type="presParOf" srcId="{D35AF207-2E58-E044-A8BD-3A0F030AA486}" destId="{16E173A8-3F36-0246-922E-59017C083D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41FB816-B7AE-4A3F-8E8A-FFBCE9AB0A1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947926-4AF7-4066-8B16-617F37C50FAF}">
      <dgm:prSet/>
      <dgm:spPr/>
      <dgm:t>
        <a:bodyPr/>
        <a:lstStyle/>
        <a:p>
          <a:r>
            <a:rPr lang="en-US"/>
            <a:t>Cloud often provides more reliable infrastructure services at a relatively cheaper price for hackers to start an attack.</a:t>
          </a:r>
        </a:p>
      </dgm:t>
    </dgm:pt>
    <dgm:pt modelId="{198B501A-DB58-4EEE-9A40-094AC82612D1}" type="parTrans" cxnId="{5948FB9D-53D0-43A3-B6E7-D9118F87026E}">
      <dgm:prSet/>
      <dgm:spPr/>
      <dgm:t>
        <a:bodyPr/>
        <a:lstStyle/>
        <a:p>
          <a:endParaRPr lang="en-US"/>
        </a:p>
      </dgm:t>
    </dgm:pt>
    <dgm:pt modelId="{D7C8C4E8-C53E-4225-B8B8-B2DBCE6CB6F5}" type="sibTrans" cxnId="{5948FB9D-53D0-43A3-B6E7-D9118F87026E}">
      <dgm:prSet/>
      <dgm:spPr/>
      <dgm:t>
        <a:bodyPr/>
        <a:lstStyle/>
        <a:p>
          <a:endParaRPr lang="en-US"/>
        </a:p>
      </dgm:t>
    </dgm:pt>
    <dgm:pt modelId="{6439060C-1EDC-415B-9F18-12B20C8B86B3}">
      <dgm:prSet/>
      <dgm:spPr/>
      <dgm:t>
        <a:bodyPr/>
        <a:lstStyle/>
        <a:p>
          <a:r>
            <a:rPr lang="en-US"/>
            <a:t>shared resources (hard disk, data, VM) on the same physical machine invites unexpected side channels between a malicious resource and a regular resource </a:t>
          </a:r>
        </a:p>
      </dgm:t>
    </dgm:pt>
    <dgm:pt modelId="{A735E5B4-5F32-4AB7-B656-ACCFAEEA5F91}" type="parTrans" cxnId="{7FFD8EE6-1063-4834-AA57-0A492C5CCDA9}">
      <dgm:prSet/>
      <dgm:spPr/>
      <dgm:t>
        <a:bodyPr/>
        <a:lstStyle/>
        <a:p>
          <a:endParaRPr lang="en-US"/>
        </a:p>
      </dgm:t>
    </dgm:pt>
    <dgm:pt modelId="{C078C592-17DF-46ED-850A-8C1970BCE900}" type="sibTrans" cxnId="{7FFD8EE6-1063-4834-AA57-0A492C5CCDA9}">
      <dgm:prSet/>
      <dgm:spPr/>
      <dgm:t>
        <a:bodyPr/>
        <a:lstStyle/>
        <a:p>
          <a:endParaRPr lang="en-US"/>
        </a:p>
      </dgm:t>
    </dgm:pt>
    <dgm:pt modelId="{E6CD5F86-D991-4CD6-9298-491433AE47BA}">
      <dgm:prSet/>
      <dgm:spPr/>
      <dgm:t>
        <a:bodyPr/>
        <a:lstStyle/>
        <a:p>
          <a:r>
            <a:rPr lang="en-US"/>
            <a:t>the issue of "reputation fate-sharing" will severely damage the reputation of many good Cloud "citizens" who happen to, unfortunately, share the computing resources with their fellow tenant - a notorious user with a criminal mind. Since they may share the same network address, any bad conduct will be attributed to all the users without differentiating real </a:t>
          </a:r>
          <a:r>
            <a:rPr lang="en-US" err="1"/>
            <a:t>subverters</a:t>
          </a:r>
          <a:r>
            <a:rPr lang="en-US"/>
            <a:t> from normal users. </a:t>
          </a:r>
        </a:p>
      </dgm:t>
    </dgm:pt>
    <dgm:pt modelId="{1DB2AC27-5F23-4289-BD3D-495D5C850BE5}" type="parTrans" cxnId="{CCB9C7A7-138B-4333-9B72-CBA9BB41E73C}">
      <dgm:prSet/>
      <dgm:spPr/>
      <dgm:t>
        <a:bodyPr/>
        <a:lstStyle/>
        <a:p>
          <a:endParaRPr lang="en-US"/>
        </a:p>
      </dgm:t>
    </dgm:pt>
    <dgm:pt modelId="{A2879608-F3A9-4A6C-91DB-3CB6E1E0BC75}" type="sibTrans" cxnId="{CCB9C7A7-138B-4333-9B72-CBA9BB41E73C}">
      <dgm:prSet/>
      <dgm:spPr/>
      <dgm:t>
        <a:bodyPr/>
        <a:lstStyle/>
        <a:p>
          <a:endParaRPr lang="en-US"/>
        </a:p>
      </dgm:t>
    </dgm:pt>
    <dgm:pt modelId="{E7C031BD-F78D-CE4B-964C-C814C2F9AB6A}" type="pres">
      <dgm:prSet presAssocID="{841FB816-B7AE-4A3F-8E8A-FFBCE9AB0A13}" presName="linear" presStyleCnt="0">
        <dgm:presLayoutVars>
          <dgm:animLvl val="lvl"/>
          <dgm:resizeHandles val="exact"/>
        </dgm:presLayoutVars>
      </dgm:prSet>
      <dgm:spPr/>
    </dgm:pt>
    <dgm:pt modelId="{BC86E333-1A8D-124C-93ED-09B1B983D33D}" type="pres">
      <dgm:prSet presAssocID="{CF947926-4AF7-4066-8B16-617F37C50F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D5A988-0B48-0542-BF91-2437042C596D}" type="pres">
      <dgm:prSet presAssocID="{D7C8C4E8-C53E-4225-B8B8-B2DBCE6CB6F5}" presName="spacer" presStyleCnt="0"/>
      <dgm:spPr/>
    </dgm:pt>
    <dgm:pt modelId="{5BC678D0-74A4-FD48-97B0-7E5B7F3FAFCF}" type="pres">
      <dgm:prSet presAssocID="{6439060C-1EDC-415B-9F18-12B20C8B86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B7EB4E-5953-404E-9CD3-4C5A0C3492B7}" type="pres">
      <dgm:prSet presAssocID="{C078C592-17DF-46ED-850A-8C1970BCE900}" presName="spacer" presStyleCnt="0"/>
      <dgm:spPr/>
    </dgm:pt>
    <dgm:pt modelId="{13A627ED-3A17-654B-86B8-425AA7134089}" type="pres">
      <dgm:prSet presAssocID="{E6CD5F86-D991-4CD6-9298-491433AE47B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D7ABB53-4928-F747-80C7-18B94F944DD2}" type="presOf" srcId="{841FB816-B7AE-4A3F-8E8A-FFBCE9AB0A13}" destId="{E7C031BD-F78D-CE4B-964C-C814C2F9AB6A}" srcOrd="0" destOrd="0" presId="urn:microsoft.com/office/officeart/2005/8/layout/vList2"/>
    <dgm:cxn modelId="{1BC61686-2F58-2E48-80BA-B162F935FC81}" type="presOf" srcId="{6439060C-1EDC-415B-9F18-12B20C8B86B3}" destId="{5BC678D0-74A4-FD48-97B0-7E5B7F3FAFCF}" srcOrd="0" destOrd="0" presId="urn:microsoft.com/office/officeart/2005/8/layout/vList2"/>
    <dgm:cxn modelId="{5948FB9D-53D0-43A3-B6E7-D9118F87026E}" srcId="{841FB816-B7AE-4A3F-8E8A-FFBCE9AB0A13}" destId="{CF947926-4AF7-4066-8B16-617F37C50FAF}" srcOrd="0" destOrd="0" parTransId="{198B501A-DB58-4EEE-9A40-094AC82612D1}" sibTransId="{D7C8C4E8-C53E-4225-B8B8-B2DBCE6CB6F5}"/>
    <dgm:cxn modelId="{CCB9C7A7-138B-4333-9B72-CBA9BB41E73C}" srcId="{841FB816-B7AE-4A3F-8E8A-FFBCE9AB0A13}" destId="{E6CD5F86-D991-4CD6-9298-491433AE47BA}" srcOrd="2" destOrd="0" parTransId="{1DB2AC27-5F23-4289-BD3D-495D5C850BE5}" sibTransId="{A2879608-F3A9-4A6C-91DB-3CB6E1E0BC75}"/>
    <dgm:cxn modelId="{7FFD8EE6-1063-4834-AA57-0A492C5CCDA9}" srcId="{841FB816-B7AE-4A3F-8E8A-FFBCE9AB0A13}" destId="{6439060C-1EDC-415B-9F18-12B20C8B86B3}" srcOrd="1" destOrd="0" parTransId="{A735E5B4-5F32-4AB7-B656-ACCFAEEA5F91}" sibTransId="{C078C592-17DF-46ED-850A-8C1970BCE900}"/>
    <dgm:cxn modelId="{8B54BDE9-6117-524F-9A78-3BD2811A436B}" type="presOf" srcId="{E6CD5F86-D991-4CD6-9298-491433AE47BA}" destId="{13A627ED-3A17-654B-86B8-425AA7134089}" srcOrd="0" destOrd="0" presId="urn:microsoft.com/office/officeart/2005/8/layout/vList2"/>
    <dgm:cxn modelId="{28B686F5-433C-F34A-A74D-D7FF9ACA3DAB}" type="presOf" srcId="{CF947926-4AF7-4066-8B16-617F37C50FAF}" destId="{BC86E333-1A8D-124C-93ED-09B1B983D33D}" srcOrd="0" destOrd="0" presId="urn:microsoft.com/office/officeart/2005/8/layout/vList2"/>
    <dgm:cxn modelId="{36E90DBB-98FC-AA44-B125-B010813E2215}" type="presParOf" srcId="{E7C031BD-F78D-CE4B-964C-C814C2F9AB6A}" destId="{BC86E333-1A8D-124C-93ED-09B1B983D33D}" srcOrd="0" destOrd="0" presId="urn:microsoft.com/office/officeart/2005/8/layout/vList2"/>
    <dgm:cxn modelId="{2CA44E0B-1F1F-7042-A2DE-96484AF4FFEC}" type="presParOf" srcId="{E7C031BD-F78D-CE4B-964C-C814C2F9AB6A}" destId="{2BD5A988-0B48-0542-BF91-2437042C596D}" srcOrd="1" destOrd="0" presId="urn:microsoft.com/office/officeart/2005/8/layout/vList2"/>
    <dgm:cxn modelId="{B6AA5BEC-6581-794B-852D-9DB43AA689C5}" type="presParOf" srcId="{E7C031BD-F78D-CE4B-964C-C814C2F9AB6A}" destId="{5BC678D0-74A4-FD48-97B0-7E5B7F3FAFCF}" srcOrd="2" destOrd="0" presId="urn:microsoft.com/office/officeart/2005/8/layout/vList2"/>
    <dgm:cxn modelId="{AE4889B9-1048-2542-9D58-849B7DE35E15}" type="presParOf" srcId="{E7C031BD-F78D-CE4B-964C-C814C2F9AB6A}" destId="{9AB7EB4E-5953-404E-9CD3-4C5A0C3492B7}" srcOrd="3" destOrd="0" presId="urn:microsoft.com/office/officeart/2005/8/layout/vList2"/>
    <dgm:cxn modelId="{35D95506-2AD1-0A44-8C4A-27F3DE32FE64}" type="presParOf" srcId="{E7C031BD-F78D-CE4B-964C-C814C2F9AB6A}" destId="{13A627ED-3A17-654B-86B8-425AA713408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49E900D-BA96-4F22-83FD-00717F49D9A3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692333E-84AE-4AE3-9311-413D64B630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altLang="zh-CN" sz="2000"/>
            <a:t>T</a:t>
          </a:r>
          <a:r>
            <a:rPr lang="en-US" sz="2000"/>
            <a:t>he tradeoffs amongst computation, communication, and integration. </a:t>
          </a:r>
        </a:p>
      </dgm:t>
    </dgm:pt>
    <dgm:pt modelId="{D796C3CD-506D-4483-9ABB-EF998CFE66CE}" type="parTrans" cxnId="{F2F81CE9-1611-440E-BB84-D4FBFA944FAA}">
      <dgm:prSet/>
      <dgm:spPr/>
      <dgm:t>
        <a:bodyPr/>
        <a:lstStyle/>
        <a:p>
          <a:endParaRPr lang="en-US"/>
        </a:p>
      </dgm:t>
    </dgm:pt>
    <dgm:pt modelId="{FE0E4D03-E191-42D7-9438-C3C35B38F093}" type="sibTrans" cxnId="{F2F81CE9-1611-440E-BB84-D4FBFA944FAA}">
      <dgm:prSet/>
      <dgm:spPr/>
      <dgm:t>
        <a:bodyPr/>
        <a:lstStyle/>
        <a:p>
          <a:endParaRPr lang="en-US"/>
        </a:p>
      </dgm:t>
    </dgm:pt>
    <dgm:pt modelId="{6D1ED1B5-B64B-47C5-B57F-9336FC8257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altLang="zh-CN" sz="2000"/>
            <a:t>T</a:t>
          </a:r>
          <a:r>
            <a:rPr lang="en-US" sz="2000"/>
            <a:t>he cost of transferring an organization's data to and from the public and community Cloud </a:t>
          </a:r>
        </a:p>
      </dgm:t>
    </dgm:pt>
    <dgm:pt modelId="{C43EBA91-AB74-49AB-BC58-9297916C0771}" type="parTrans" cxnId="{1128A2C5-C0E0-4696-9571-1DEB16F95482}">
      <dgm:prSet/>
      <dgm:spPr/>
      <dgm:t>
        <a:bodyPr/>
        <a:lstStyle/>
        <a:p>
          <a:endParaRPr lang="en-US"/>
        </a:p>
      </dgm:t>
    </dgm:pt>
    <dgm:pt modelId="{B5E3222E-B459-4F51-AC9D-C4205018B39E}" type="sibTrans" cxnId="{1128A2C5-C0E0-4696-9571-1DEB16F95482}">
      <dgm:prSet/>
      <dgm:spPr/>
      <dgm:t>
        <a:bodyPr/>
        <a:lstStyle/>
        <a:p>
          <a:endParaRPr lang="en-US"/>
        </a:p>
      </dgm:t>
    </dgm:pt>
    <dgm:pt modelId="{7B0BB503-C1A4-4BB9-BB0B-9BCBECFE5793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2000"/>
            <a:t>"Put the computation near the data“</a:t>
          </a:r>
        </a:p>
        <a:p>
          <a:pPr algn="r">
            <a:lnSpc>
              <a:spcPct val="100000"/>
            </a:lnSpc>
          </a:pPr>
          <a:r>
            <a:rPr lang="en-US" sz="2000"/>
            <a:t>by Gray </a:t>
          </a:r>
        </a:p>
      </dgm:t>
    </dgm:pt>
    <dgm:pt modelId="{DBE438F9-07DF-48F5-9985-B9CFD3D4F9D0}" type="parTrans" cxnId="{6D44A9C5-C1A4-4022-8D3E-57D0B5C56884}">
      <dgm:prSet/>
      <dgm:spPr/>
      <dgm:t>
        <a:bodyPr/>
        <a:lstStyle/>
        <a:p>
          <a:endParaRPr lang="en-US"/>
        </a:p>
      </dgm:t>
    </dgm:pt>
    <dgm:pt modelId="{1FB144AE-C95A-4154-91E4-8F121930EE06}" type="sibTrans" cxnId="{6D44A9C5-C1A4-4022-8D3E-57D0B5C56884}">
      <dgm:prSet/>
      <dgm:spPr/>
      <dgm:t>
        <a:bodyPr/>
        <a:lstStyle/>
        <a:p>
          <a:endParaRPr lang="en-US"/>
        </a:p>
      </dgm:t>
    </dgm:pt>
    <dgm:pt modelId="{657CB71B-56AD-4D8E-8A28-8EE124B642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" sz="2000"/>
            <a:t>different clouds often use proprietary protocols and interfaces</a:t>
          </a:r>
          <a:endParaRPr lang="en-US" sz="2000"/>
        </a:p>
      </dgm:t>
    </dgm:pt>
    <dgm:pt modelId="{855B0467-44B4-46B0-88EB-FE56186916B4}" type="parTrans" cxnId="{AB3B0A36-4DFA-4F8B-A1FF-4193C95FE2D5}">
      <dgm:prSet/>
      <dgm:spPr/>
      <dgm:t>
        <a:bodyPr/>
        <a:lstStyle/>
        <a:p>
          <a:endParaRPr lang="zh-CN" altLang="en-US"/>
        </a:p>
      </dgm:t>
    </dgm:pt>
    <dgm:pt modelId="{7086687E-1654-427D-907E-6DF74177F5CF}" type="sibTrans" cxnId="{AB3B0A36-4DFA-4F8B-A1FF-4193C95FE2D5}">
      <dgm:prSet/>
      <dgm:spPr/>
      <dgm:t>
        <a:bodyPr/>
        <a:lstStyle/>
        <a:p>
          <a:endParaRPr lang="zh-CN" altLang="en-US"/>
        </a:p>
      </dgm:t>
    </dgm:pt>
    <dgm:pt modelId="{86071BBC-E7E7-407B-9E8B-7E5C7947788C}" type="pres">
      <dgm:prSet presAssocID="{949E900D-BA96-4F22-83FD-00717F49D9A3}" presName="root" presStyleCnt="0">
        <dgm:presLayoutVars>
          <dgm:dir/>
          <dgm:resizeHandles val="exact"/>
        </dgm:presLayoutVars>
      </dgm:prSet>
      <dgm:spPr/>
    </dgm:pt>
    <dgm:pt modelId="{973157BA-E245-442A-8321-D74868FB0419}" type="pres">
      <dgm:prSet presAssocID="{0692333E-84AE-4AE3-9311-413D64B63042}" presName="compNode" presStyleCnt="0"/>
      <dgm:spPr/>
    </dgm:pt>
    <dgm:pt modelId="{28124A63-2EEE-4D75-B10F-55200AA74583}" type="pres">
      <dgm:prSet presAssocID="{0692333E-84AE-4AE3-9311-413D64B63042}" presName="bgRect" presStyleLbl="bgShp" presStyleIdx="0" presStyleCnt="4"/>
      <dgm:spPr/>
    </dgm:pt>
    <dgm:pt modelId="{71A3C2CF-B240-4259-9A10-03302F1F310D}" type="pres">
      <dgm:prSet presAssocID="{0692333E-84AE-4AE3-9311-413D64B6304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A6C2ED9-11C5-4969-9E4A-9C6B7F9B93E3}" type="pres">
      <dgm:prSet presAssocID="{0692333E-84AE-4AE3-9311-413D64B63042}" presName="spaceRect" presStyleCnt="0"/>
      <dgm:spPr/>
    </dgm:pt>
    <dgm:pt modelId="{A6B84F29-512B-4D4B-8E44-F19B3E40E1AD}" type="pres">
      <dgm:prSet presAssocID="{0692333E-84AE-4AE3-9311-413D64B63042}" presName="parTx" presStyleLbl="revTx" presStyleIdx="0" presStyleCnt="4">
        <dgm:presLayoutVars>
          <dgm:chMax val="0"/>
          <dgm:chPref val="0"/>
        </dgm:presLayoutVars>
      </dgm:prSet>
      <dgm:spPr/>
    </dgm:pt>
    <dgm:pt modelId="{7203FEEF-BFFF-4E8C-AA91-BB98DD0CA23F}" type="pres">
      <dgm:prSet presAssocID="{FE0E4D03-E191-42D7-9438-C3C35B38F093}" presName="sibTrans" presStyleCnt="0"/>
      <dgm:spPr/>
    </dgm:pt>
    <dgm:pt modelId="{339A37A3-2CDF-4FD2-9101-3369EB18E020}" type="pres">
      <dgm:prSet presAssocID="{6D1ED1B5-B64B-47C5-B57F-9336FC8257FC}" presName="compNode" presStyleCnt="0"/>
      <dgm:spPr/>
    </dgm:pt>
    <dgm:pt modelId="{CB50A6C1-8132-4240-94E5-C9328E19E256}" type="pres">
      <dgm:prSet presAssocID="{6D1ED1B5-B64B-47C5-B57F-9336FC8257FC}" presName="bgRect" presStyleLbl="bgShp" presStyleIdx="1" presStyleCnt="4"/>
      <dgm:spPr/>
    </dgm:pt>
    <dgm:pt modelId="{CB9BF952-5CD2-400D-A3E6-E79AFF80191C}" type="pres">
      <dgm:prSet presAssocID="{6D1ED1B5-B64B-47C5-B57F-9336FC8257F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8FDDDAD7-DE26-4DCB-A765-21C16890A72C}" type="pres">
      <dgm:prSet presAssocID="{6D1ED1B5-B64B-47C5-B57F-9336FC8257FC}" presName="spaceRect" presStyleCnt="0"/>
      <dgm:spPr/>
    </dgm:pt>
    <dgm:pt modelId="{C86B7C07-1D18-48A9-B24E-CBCCD60938BA}" type="pres">
      <dgm:prSet presAssocID="{6D1ED1B5-B64B-47C5-B57F-9336FC8257FC}" presName="parTx" presStyleLbl="revTx" presStyleIdx="1" presStyleCnt="4">
        <dgm:presLayoutVars>
          <dgm:chMax val="0"/>
          <dgm:chPref val="0"/>
        </dgm:presLayoutVars>
      </dgm:prSet>
      <dgm:spPr/>
    </dgm:pt>
    <dgm:pt modelId="{83693D05-5E8B-4F40-9840-5F78103CFCD3}" type="pres">
      <dgm:prSet presAssocID="{B5E3222E-B459-4F51-AC9D-C4205018B39E}" presName="sibTrans" presStyleCnt="0"/>
      <dgm:spPr/>
    </dgm:pt>
    <dgm:pt modelId="{D4B9555F-4D6B-4CB3-8A8B-8447A2F33DA1}" type="pres">
      <dgm:prSet presAssocID="{7B0BB503-C1A4-4BB9-BB0B-9BCBECFE5793}" presName="compNode" presStyleCnt="0"/>
      <dgm:spPr/>
    </dgm:pt>
    <dgm:pt modelId="{FFDB76C0-70F7-4C64-B6F6-A39607C26680}" type="pres">
      <dgm:prSet presAssocID="{7B0BB503-C1A4-4BB9-BB0B-9BCBECFE5793}" presName="bgRect" presStyleLbl="bgShp" presStyleIdx="2" presStyleCnt="4"/>
      <dgm:spPr/>
    </dgm:pt>
    <dgm:pt modelId="{BAC183A7-BB6A-4F3E-BC68-70EA9433D377}" type="pres">
      <dgm:prSet presAssocID="{7B0BB503-C1A4-4BB9-BB0B-9BCBECFE57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70B177A-24D0-4103-BB63-E33E8BCA3BBE}" type="pres">
      <dgm:prSet presAssocID="{7B0BB503-C1A4-4BB9-BB0B-9BCBECFE5793}" presName="spaceRect" presStyleCnt="0"/>
      <dgm:spPr/>
    </dgm:pt>
    <dgm:pt modelId="{F3F20B8A-A3F3-4925-A146-0B569D3AEC44}" type="pres">
      <dgm:prSet presAssocID="{7B0BB503-C1A4-4BB9-BB0B-9BCBECFE5793}" presName="parTx" presStyleLbl="revTx" presStyleIdx="2" presStyleCnt="4">
        <dgm:presLayoutVars>
          <dgm:chMax val="0"/>
          <dgm:chPref val="0"/>
        </dgm:presLayoutVars>
      </dgm:prSet>
      <dgm:spPr/>
    </dgm:pt>
    <dgm:pt modelId="{E36B9907-ED42-4C3C-8788-F665C343BB10}" type="pres">
      <dgm:prSet presAssocID="{1FB144AE-C95A-4154-91E4-8F121930EE06}" presName="sibTrans" presStyleCnt="0"/>
      <dgm:spPr/>
    </dgm:pt>
    <dgm:pt modelId="{98380DB7-9FB3-4CE3-AB3F-CCB6CF3582C2}" type="pres">
      <dgm:prSet presAssocID="{657CB71B-56AD-4D8E-8A28-8EE124B642B5}" presName="compNode" presStyleCnt="0"/>
      <dgm:spPr/>
    </dgm:pt>
    <dgm:pt modelId="{AD0A1BBE-5D96-4CDE-91A5-75EB420D5AA3}" type="pres">
      <dgm:prSet presAssocID="{657CB71B-56AD-4D8E-8A28-8EE124B642B5}" presName="bgRect" presStyleLbl="bgShp" presStyleIdx="3" presStyleCnt="4"/>
      <dgm:spPr/>
    </dgm:pt>
    <dgm:pt modelId="{B2A91627-70D0-4962-8F6E-55336FF82226}" type="pres">
      <dgm:prSet presAssocID="{657CB71B-56AD-4D8E-8A28-8EE124B642B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85371C9-2711-4B22-AE0C-DACA61A9293F}" type="pres">
      <dgm:prSet presAssocID="{657CB71B-56AD-4D8E-8A28-8EE124B642B5}" presName="spaceRect" presStyleCnt="0"/>
      <dgm:spPr/>
    </dgm:pt>
    <dgm:pt modelId="{B8B8847C-4BED-435A-9369-33D79EC802AD}" type="pres">
      <dgm:prSet presAssocID="{657CB71B-56AD-4D8E-8A28-8EE124B642B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D64FF21-57A6-4E6F-8BFA-E6D9B22A57E1}" type="presOf" srcId="{657CB71B-56AD-4D8E-8A28-8EE124B642B5}" destId="{B8B8847C-4BED-435A-9369-33D79EC802AD}" srcOrd="0" destOrd="0" presId="urn:microsoft.com/office/officeart/2018/2/layout/IconVerticalSolidList"/>
    <dgm:cxn modelId="{38FC922A-A7A2-41D0-BDD8-7706CBD74F3B}" type="presOf" srcId="{949E900D-BA96-4F22-83FD-00717F49D9A3}" destId="{86071BBC-E7E7-407B-9E8B-7E5C7947788C}" srcOrd="0" destOrd="0" presId="urn:microsoft.com/office/officeart/2018/2/layout/IconVerticalSolidList"/>
    <dgm:cxn modelId="{AB3B0A36-4DFA-4F8B-A1FF-4193C95FE2D5}" srcId="{949E900D-BA96-4F22-83FD-00717F49D9A3}" destId="{657CB71B-56AD-4D8E-8A28-8EE124B642B5}" srcOrd="3" destOrd="0" parTransId="{855B0467-44B4-46B0-88EB-FE56186916B4}" sibTransId="{7086687E-1654-427D-907E-6DF74177F5CF}"/>
    <dgm:cxn modelId="{BAC761A7-9279-4154-BE69-D268E0D8A42D}" type="presOf" srcId="{6D1ED1B5-B64B-47C5-B57F-9336FC8257FC}" destId="{C86B7C07-1D18-48A9-B24E-CBCCD60938BA}" srcOrd="0" destOrd="0" presId="urn:microsoft.com/office/officeart/2018/2/layout/IconVerticalSolidList"/>
    <dgm:cxn modelId="{249F76B3-2FB0-4930-86E1-50A5DE3527E1}" type="presOf" srcId="{7B0BB503-C1A4-4BB9-BB0B-9BCBECFE5793}" destId="{F3F20B8A-A3F3-4925-A146-0B569D3AEC44}" srcOrd="0" destOrd="0" presId="urn:microsoft.com/office/officeart/2018/2/layout/IconVerticalSolidList"/>
    <dgm:cxn modelId="{1128A2C5-C0E0-4696-9571-1DEB16F95482}" srcId="{949E900D-BA96-4F22-83FD-00717F49D9A3}" destId="{6D1ED1B5-B64B-47C5-B57F-9336FC8257FC}" srcOrd="1" destOrd="0" parTransId="{C43EBA91-AB74-49AB-BC58-9297916C0771}" sibTransId="{B5E3222E-B459-4F51-AC9D-C4205018B39E}"/>
    <dgm:cxn modelId="{6D44A9C5-C1A4-4022-8D3E-57D0B5C56884}" srcId="{949E900D-BA96-4F22-83FD-00717F49D9A3}" destId="{7B0BB503-C1A4-4BB9-BB0B-9BCBECFE5793}" srcOrd="2" destOrd="0" parTransId="{DBE438F9-07DF-48F5-9985-B9CFD3D4F9D0}" sibTransId="{1FB144AE-C95A-4154-91E4-8F121930EE06}"/>
    <dgm:cxn modelId="{8CC7DAC7-3DB3-4F6E-B31C-7BDC9654716F}" type="presOf" srcId="{0692333E-84AE-4AE3-9311-413D64B63042}" destId="{A6B84F29-512B-4D4B-8E44-F19B3E40E1AD}" srcOrd="0" destOrd="0" presId="urn:microsoft.com/office/officeart/2018/2/layout/IconVerticalSolidList"/>
    <dgm:cxn modelId="{F2F81CE9-1611-440E-BB84-D4FBFA944FAA}" srcId="{949E900D-BA96-4F22-83FD-00717F49D9A3}" destId="{0692333E-84AE-4AE3-9311-413D64B63042}" srcOrd="0" destOrd="0" parTransId="{D796C3CD-506D-4483-9ABB-EF998CFE66CE}" sibTransId="{FE0E4D03-E191-42D7-9438-C3C35B38F093}"/>
    <dgm:cxn modelId="{64BEE03F-60C3-4880-92B7-716A76B5C40D}" type="presParOf" srcId="{86071BBC-E7E7-407B-9E8B-7E5C7947788C}" destId="{973157BA-E245-442A-8321-D74868FB0419}" srcOrd="0" destOrd="0" presId="urn:microsoft.com/office/officeart/2018/2/layout/IconVerticalSolidList"/>
    <dgm:cxn modelId="{AE7EB5DF-90DB-44A8-9D75-01D21DEFCE5F}" type="presParOf" srcId="{973157BA-E245-442A-8321-D74868FB0419}" destId="{28124A63-2EEE-4D75-B10F-55200AA74583}" srcOrd="0" destOrd="0" presId="urn:microsoft.com/office/officeart/2018/2/layout/IconVerticalSolidList"/>
    <dgm:cxn modelId="{1FB9D4F6-9B58-4B03-81A1-AECA4BEE960F}" type="presParOf" srcId="{973157BA-E245-442A-8321-D74868FB0419}" destId="{71A3C2CF-B240-4259-9A10-03302F1F310D}" srcOrd="1" destOrd="0" presId="urn:microsoft.com/office/officeart/2018/2/layout/IconVerticalSolidList"/>
    <dgm:cxn modelId="{35FA05E2-B5EF-46F2-A6FF-36B938BA849A}" type="presParOf" srcId="{973157BA-E245-442A-8321-D74868FB0419}" destId="{AA6C2ED9-11C5-4969-9E4A-9C6B7F9B93E3}" srcOrd="2" destOrd="0" presId="urn:microsoft.com/office/officeart/2018/2/layout/IconVerticalSolidList"/>
    <dgm:cxn modelId="{19025E84-0E99-4695-BC50-EEC7D256B9C4}" type="presParOf" srcId="{973157BA-E245-442A-8321-D74868FB0419}" destId="{A6B84F29-512B-4D4B-8E44-F19B3E40E1AD}" srcOrd="3" destOrd="0" presId="urn:microsoft.com/office/officeart/2018/2/layout/IconVerticalSolidList"/>
    <dgm:cxn modelId="{5A339E5A-F664-4812-8E2E-8162E0C7A862}" type="presParOf" srcId="{86071BBC-E7E7-407B-9E8B-7E5C7947788C}" destId="{7203FEEF-BFFF-4E8C-AA91-BB98DD0CA23F}" srcOrd="1" destOrd="0" presId="urn:microsoft.com/office/officeart/2018/2/layout/IconVerticalSolidList"/>
    <dgm:cxn modelId="{E77F817F-AFF7-448A-AFB6-0698FF406FD7}" type="presParOf" srcId="{86071BBC-E7E7-407B-9E8B-7E5C7947788C}" destId="{339A37A3-2CDF-4FD2-9101-3369EB18E020}" srcOrd="2" destOrd="0" presId="urn:microsoft.com/office/officeart/2018/2/layout/IconVerticalSolidList"/>
    <dgm:cxn modelId="{37FA3E4A-B039-4E09-9EEE-77185F9B1005}" type="presParOf" srcId="{339A37A3-2CDF-4FD2-9101-3369EB18E020}" destId="{CB50A6C1-8132-4240-94E5-C9328E19E256}" srcOrd="0" destOrd="0" presId="urn:microsoft.com/office/officeart/2018/2/layout/IconVerticalSolidList"/>
    <dgm:cxn modelId="{1E47D750-164C-4303-80BA-B625652A9AAF}" type="presParOf" srcId="{339A37A3-2CDF-4FD2-9101-3369EB18E020}" destId="{CB9BF952-5CD2-400D-A3E6-E79AFF80191C}" srcOrd="1" destOrd="0" presId="urn:microsoft.com/office/officeart/2018/2/layout/IconVerticalSolidList"/>
    <dgm:cxn modelId="{EDEC4B06-D0DA-4AF5-985E-2E94DFFE3662}" type="presParOf" srcId="{339A37A3-2CDF-4FD2-9101-3369EB18E020}" destId="{8FDDDAD7-DE26-4DCB-A765-21C16890A72C}" srcOrd="2" destOrd="0" presId="urn:microsoft.com/office/officeart/2018/2/layout/IconVerticalSolidList"/>
    <dgm:cxn modelId="{CF6F1B93-55F3-4C14-B8E9-21D5BEB11CC3}" type="presParOf" srcId="{339A37A3-2CDF-4FD2-9101-3369EB18E020}" destId="{C86B7C07-1D18-48A9-B24E-CBCCD60938BA}" srcOrd="3" destOrd="0" presId="urn:microsoft.com/office/officeart/2018/2/layout/IconVerticalSolidList"/>
    <dgm:cxn modelId="{16EE3499-AF79-4C66-98B4-E44BD01A8EB3}" type="presParOf" srcId="{86071BBC-E7E7-407B-9E8B-7E5C7947788C}" destId="{83693D05-5E8B-4F40-9840-5F78103CFCD3}" srcOrd="3" destOrd="0" presId="urn:microsoft.com/office/officeart/2018/2/layout/IconVerticalSolidList"/>
    <dgm:cxn modelId="{0AB0FCBA-708F-4127-9FAA-4075F048F77D}" type="presParOf" srcId="{86071BBC-E7E7-407B-9E8B-7E5C7947788C}" destId="{D4B9555F-4D6B-4CB3-8A8B-8447A2F33DA1}" srcOrd="4" destOrd="0" presId="urn:microsoft.com/office/officeart/2018/2/layout/IconVerticalSolidList"/>
    <dgm:cxn modelId="{3BAA81B3-27ED-4618-BF2B-4EF9CA6E6CAB}" type="presParOf" srcId="{D4B9555F-4D6B-4CB3-8A8B-8447A2F33DA1}" destId="{FFDB76C0-70F7-4C64-B6F6-A39607C26680}" srcOrd="0" destOrd="0" presId="urn:microsoft.com/office/officeart/2018/2/layout/IconVerticalSolidList"/>
    <dgm:cxn modelId="{0443D601-01A9-4849-8B08-66D0CB8F271A}" type="presParOf" srcId="{D4B9555F-4D6B-4CB3-8A8B-8447A2F33DA1}" destId="{BAC183A7-BB6A-4F3E-BC68-70EA9433D377}" srcOrd="1" destOrd="0" presId="urn:microsoft.com/office/officeart/2018/2/layout/IconVerticalSolidList"/>
    <dgm:cxn modelId="{5E5B73DC-5396-4BA8-91F8-110C7E894854}" type="presParOf" srcId="{D4B9555F-4D6B-4CB3-8A8B-8447A2F33DA1}" destId="{870B177A-24D0-4103-BB63-E33E8BCA3BBE}" srcOrd="2" destOrd="0" presId="urn:microsoft.com/office/officeart/2018/2/layout/IconVerticalSolidList"/>
    <dgm:cxn modelId="{2A6E8543-FD4B-4075-B52D-8AED42493A0B}" type="presParOf" srcId="{D4B9555F-4D6B-4CB3-8A8B-8447A2F33DA1}" destId="{F3F20B8A-A3F3-4925-A146-0B569D3AEC44}" srcOrd="3" destOrd="0" presId="urn:microsoft.com/office/officeart/2018/2/layout/IconVerticalSolidList"/>
    <dgm:cxn modelId="{E160908A-05F4-476D-BD87-94E3015D0812}" type="presParOf" srcId="{86071BBC-E7E7-407B-9E8B-7E5C7947788C}" destId="{E36B9907-ED42-4C3C-8788-F665C343BB10}" srcOrd="5" destOrd="0" presId="urn:microsoft.com/office/officeart/2018/2/layout/IconVerticalSolidList"/>
    <dgm:cxn modelId="{48F511E0-0AF1-4BDC-889B-E30CE501C5B4}" type="presParOf" srcId="{86071BBC-E7E7-407B-9E8B-7E5C7947788C}" destId="{98380DB7-9FB3-4CE3-AB3F-CCB6CF3582C2}" srcOrd="6" destOrd="0" presId="urn:microsoft.com/office/officeart/2018/2/layout/IconVerticalSolidList"/>
    <dgm:cxn modelId="{AF5525A9-DE75-4357-9857-D00537C071F6}" type="presParOf" srcId="{98380DB7-9FB3-4CE3-AB3F-CCB6CF3582C2}" destId="{AD0A1BBE-5D96-4CDE-91A5-75EB420D5AA3}" srcOrd="0" destOrd="0" presId="urn:microsoft.com/office/officeart/2018/2/layout/IconVerticalSolidList"/>
    <dgm:cxn modelId="{07A1A6BF-B5A8-40B8-89FD-057FE3E95C15}" type="presParOf" srcId="{98380DB7-9FB3-4CE3-AB3F-CCB6CF3582C2}" destId="{B2A91627-70D0-4962-8F6E-55336FF82226}" srcOrd="1" destOrd="0" presId="urn:microsoft.com/office/officeart/2018/2/layout/IconVerticalSolidList"/>
    <dgm:cxn modelId="{933C1E1D-7ECD-40C2-9231-33A279DCD44F}" type="presParOf" srcId="{98380DB7-9FB3-4CE3-AB3F-CCB6CF3582C2}" destId="{485371C9-2711-4B22-AE0C-DACA61A9293F}" srcOrd="2" destOrd="0" presId="urn:microsoft.com/office/officeart/2018/2/layout/IconVerticalSolidList"/>
    <dgm:cxn modelId="{BDF61519-4A2A-4386-9457-29AD6A13B51F}" type="presParOf" srcId="{98380DB7-9FB3-4CE3-AB3F-CCB6CF3582C2}" destId="{B8B8847C-4BED-435A-9369-33D79EC802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49E900D-BA96-4F22-83FD-00717F49D9A3}" type="doc">
      <dgm:prSet loTypeId="urn:microsoft.com/office/officeart/2005/8/layout/vList2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692333E-84AE-4AE3-9311-413D64B63042}">
      <dgm:prSet/>
      <dgm:spPr/>
      <dgm:t>
        <a:bodyPr/>
        <a:lstStyle/>
        <a:p>
          <a:pPr>
            <a:lnSpc>
              <a:spcPct val="100000"/>
            </a:lnSpc>
          </a:pPr>
          <a:r>
            <a:rPr lang="en"/>
            <a:t>the elastic resource pool has made the cost analysis a lot more complicated</a:t>
          </a:r>
          <a:endParaRPr lang="en-US"/>
        </a:p>
      </dgm:t>
    </dgm:pt>
    <dgm:pt modelId="{D796C3CD-506D-4483-9ABB-EF998CFE66CE}" type="parTrans" cxnId="{F2F81CE9-1611-440E-BB84-D4FBFA944FAA}">
      <dgm:prSet/>
      <dgm:spPr/>
      <dgm:t>
        <a:bodyPr/>
        <a:lstStyle/>
        <a:p>
          <a:endParaRPr lang="en-US"/>
        </a:p>
      </dgm:t>
    </dgm:pt>
    <dgm:pt modelId="{FE0E4D03-E191-42D7-9438-C3C35B38F093}" type="sibTrans" cxnId="{F2F81CE9-1611-440E-BB84-D4FBFA944FAA}">
      <dgm:prSet/>
      <dgm:spPr/>
      <dgm:t>
        <a:bodyPr/>
        <a:lstStyle/>
        <a:p>
          <a:endParaRPr lang="en-US"/>
        </a:p>
      </dgm:t>
    </dgm:pt>
    <dgm:pt modelId="{6D1ED1B5-B64B-47C5-B57F-9336FC8257FC}">
      <dgm:prSet/>
      <dgm:spPr/>
      <dgm:t>
        <a:bodyPr/>
        <a:lstStyle/>
        <a:p>
          <a:pPr>
            <a:lnSpc>
              <a:spcPct val="100000"/>
            </a:lnSpc>
          </a:pPr>
          <a:r>
            <a:rPr lang="en" b="1"/>
            <a:t>unit</a:t>
          </a:r>
          <a:r>
            <a:rPr lang="en"/>
            <a:t> of cost analysis</a:t>
          </a:r>
          <a:r>
            <a:rPr lang="zh-CN" altLang="en-US"/>
            <a:t>：</a:t>
          </a:r>
          <a:r>
            <a:rPr lang="en"/>
            <a:t>instantiated virtual machin</a:t>
          </a:r>
          <a:r>
            <a:rPr lang="en-US" altLang="zh-CN"/>
            <a:t>e</a:t>
          </a:r>
          <a:endParaRPr lang="en-US"/>
        </a:p>
      </dgm:t>
    </dgm:pt>
    <dgm:pt modelId="{C43EBA91-AB74-49AB-BC58-9297916C0771}" type="parTrans" cxnId="{1128A2C5-C0E0-4696-9571-1DEB16F95482}">
      <dgm:prSet/>
      <dgm:spPr/>
      <dgm:t>
        <a:bodyPr/>
        <a:lstStyle/>
        <a:p>
          <a:endParaRPr lang="en-US"/>
        </a:p>
      </dgm:t>
    </dgm:pt>
    <dgm:pt modelId="{B5E3222E-B459-4F51-AC9D-C4205018B39E}" type="sibTrans" cxnId="{1128A2C5-C0E0-4696-9571-1DEB16F95482}">
      <dgm:prSet/>
      <dgm:spPr/>
      <dgm:t>
        <a:bodyPr/>
        <a:lstStyle/>
        <a:p>
          <a:endParaRPr lang="en-US"/>
        </a:p>
      </dgm:t>
    </dgm:pt>
    <dgm:pt modelId="{7B0BB503-C1A4-4BB9-BB0B-9BCBECFE5793}">
      <dgm:prSet/>
      <dgm:spPr/>
      <dgm:t>
        <a:bodyPr/>
        <a:lstStyle/>
        <a:p>
          <a:pPr>
            <a:lnSpc>
              <a:spcPct val="100000"/>
            </a:lnSpc>
          </a:pPr>
          <a:r>
            <a:rPr lang="en"/>
            <a:t>software licenses, virtual network usage, node and hypervisor management overhead, and so on. </a:t>
          </a:r>
          <a:endParaRPr lang="en-US"/>
        </a:p>
      </dgm:t>
    </dgm:pt>
    <dgm:pt modelId="{DBE438F9-07DF-48F5-9985-B9CFD3D4F9D0}" type="parTrans" cxnId="{6D44A9C5-C1A4-4022-8D3E-57D0B5C56884}">
      <dgm:prSet/>
      <dgm:spPr/>
      <dgm:t>
        <a:bodyPr/>
        <a:lstStyle/>
        <a:p>
          <a:endParaRPr lang="en-US"/>
        </a:p>
      </dgm:t>
    </dgm:pt>
    <dgm:pt modelId="{1FB144AE-C95A-4154-91E4-8F121930EE06}" type="sibTrans" cxnId="{6D44A9C5-C1A4-4022-8D3E-57D0B5C56884}">
      <dgm:prSet/>
      <dgm:spPr/>
      <dgm:t>
        <a:bodyPr/>
        <a:lstStyle/>
        <a:p>
          <a:endParaRPr lang="en-US"/>
        </a:p>
      </dgm:t>
    </dgm:pt>
    <dgm:pt modelId="{974B8A08-7BBE-444C-BAB8-48CE6B983476}">
      <dgm:prSet/>
      <dgm:spPr/>
      <dgm:t>
        <a:bodyPr/>
        <a:lstStyle/>
        <a:p>
          <a:pPr>
            <a:lnSpc>
              <a:spcPct val="100000"/>
            </a:lnSpc>
          </a:pPr>
          <a:r>
            <a:rPr lang="en"/>
            <a:t>a strategic and viable charging model for SaaS provider is crucial </a:t>
          </a:r>
          <a:endParaRPr lang="en-US" b="1"/>
        </a:p>
      </dgm:t>
    </dgm:pt>
    <dgm:pt modelId="{192271CD-1CC9-40D2-BB51-DA148954D672}" type="parTrans" cxnId="{FE4655E3-C810-4094-A390-D83A74692291}">
      <dgm:prSet/>
      <dgm:spPr/>
      <dgm:t>
        <a:bodyPr/>
        <a:lstStyle/>
        <a:p>
          <a:endParaRPr lang="zh-CN" altLang="en-US"/>
        </a:p>
      </dgm:t>
    </dgm:pt>
    <dgm:pt modelId="{61601F6C-BD78-4C8F-B662-7DCD690B7890}" type="sibTrans" cxnId="{FE4655E3-C810-4094-A390-D83A74692291}">
      <dgm:prSet/>
      <dgm:spPr/>
      <dgm:t>
        <a:bodyPr/>
        <a:lstStyle/>
        <a:p>
          <a:endParaRPr lang="zh-CN" altLang="en-US"/>
        </a:p>
      </dgm:t>
    </dgm:pt>
    <dgm:pt modelId="{C4272E7E-055C-40AC-9F89-98D4243841F8}" type="pres">
      <dgm:prSet presAssocID="{949E900D-BA96-4F22-83FD-00717F49D9A3}" presName="linear" presStyleCnt="0">
        <dgm:presLayoutVars>
          <dgm:animLvl val="lvl"/>
          <dgm:resizeHandles val="exact"/>
        </dgm:presLayoutVars>
      </dgm:prSet>
      <dgm:spPr/>
    </dgm:pt>
    <dgm:pt modelId="{A4738B0E-A179-438B-9326-BC5C806F7DEF}" type="pres">
      <dgm:prSet presAssocID="{0692333E-84AE-4AE3-9311-413D64B630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6CD7D4-61A0-434E-8372-251A350F2F90}" type="pres">
      <dgm:prSet presAssocID="{FE0E4D03-E191-42D7-9438-C3C35B38F093}" presName="spacer" presStyleCnt="0"/>
      <dgm:spPr/>
    </dgm:pt>
    <dgm:pt modelId="{A4BDDB1C-E098-4B5B-9840-5FAC86C21AD6}" type="pres">
      <dgm:prSet presAssocID="{6D1ED1B5-B64B-47C5-B57F-9336FC8257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561660-6AD9-463C-AACD-0B735AD7D1F3}" type="pres">
      <dgm:prSet presAssocID="{B5E3222E-B459-4F51-AC9D-C4205018B39E}" presName="spacer" presStyleCnt="0"/>
      <dgm:spPr/>
    </dgm:pt>
    <dgm:pt modelId="{8D3B7109-FAD4-431D-A554-D273B288BF77}" type="pres">
      <dgm:prSet presAssocID="{7B0BB503-C1A4-4BB9-BB0B-9BCBECFE57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794884-DCC6-4224-B4B9-55515F1030C2}" type="pres">
      <dgm:prSet presAssocID="{1FB144AE-C95A-4154-91E4-8F121930EE06}" presName="spacer" presStyleCnt="0"/>
      <dgm:spPr/>
    </dgm:pt>
    <dgm:pt modelId="{9CC3B5B8-19F1-435F-ACAE-5E60F6E528E5}" type="pres">
      <dgm:prSet presAssocID="{974B8A08-7BBE-444C-BAB8-48CE6B9834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4D0E21-5CC9-4762-82CB-D9A35A76D900}" type="presOf" srcId="{949E900D-BA96-4F22-83FD-00717F49D9A3}" destId="{C4272E7E-055C-40AC-9F89-98D4243841F8}" srcOrd="0" destOrd="0" presId="urn:microsoft.com/office/officeart/2005/8/layout/vList2"/>
    <dgm:cxn modelId="{AC254D63-A71B-427F-AC49-EB75410B2C04}" type="presOf" srcId="{0692333E-84AE-4AE3-9311-413D64B63042}" destId="{A4738B0E-A179-438B-9326-BC5C806F7DEF}" srcOrd="0" destOrd="0" presId="urn:microsoft.com/office/officeart/2005/8/layout/vList2"/>
    <dgm:cxn modelId="{2F9B1653-DBB7-4798-B70D-EA7F78714EC4}" type="presOf" srcId="{7B0BB503-C1A4-4BB9-BB0B-9BCBECFE5793}" destId="{8D3B7109-FAD4-431D-A554-D273B288BF77}" srcOrd="0" destOrd="0" presId="urn:microsoft.com/office/officeart/2005/8/layout/vList2"/>
    <dgm:cxn modelId="{AAF4FA7C-68DC-4762-919F-84892F0464E2}" type="presOf" srcId="{974B8A08-7BBE-444C-BAB8-48CE6B983476}" destId="{9CC3B5B8-19F1-435F-ACAE-5E60F6E528E5}" srcOrd="0" destOrd="0" presId="urn:microsoft.com/office/officeart/2005/8/layout/vList2"/>
    <dgm:cxn modelId="{5EE677AE-24AD-4C70-86B0-2B01897BFBF9}" type="presOf" srcId="{6D1ED1B5-B64B-47C5-B57F-9336FC8257FC}" destId="{A4BDDB1C-E098-4B5B-9840-5FAC86C21AD6}" srcOrd="0" destOrd="0" presId="urn:microsoft.com/office/officeart/2005/8/layout/vList2"/>
    <dgm:cxn modelId="{1128A2C5-C0E0-4696-9571-1DEB16F95482}" srcId="{949E900D-BA96-4F22-83FD-00717F49D9A3}" destId="{6D1ED1B5-B64B-47C5-B57F-9336FC8257FC}" srcOrd="1" destOrd="0" parTransId="{C43EBA91-AB74-49AB-BC58-9297916C0771}" sibTransId="{B5E3222E-B459-4F51-AC9D-C4205018B39E}"/>
    <dgm:cxn modelId="{6D44A9C5-C1A4-4022-8D3E-57D0B5C56884}" srcId="{949E900D-BA96-4F22-83FD-00717F49D9A3}" destId="{7B0BB503-C1A4-4BB9-BB0B-9BCBECFE5793}" srcOrd="2" destOrd="0" parTransId="{DBE438F9-07DF-48F5-9985-B9CFD3D4F9D0}" sibTransId="{1FB144AE-C95A-4154-91E4-8F121930EE06}"/>
    <dgm:cxn modelId="{FE4655E3-C810-4094-A390-D83A74692291}" srcId="{949E900D-BA96-4F22-83FD-00717F49D9A3}" destId="{974B8A08-7BBE-444C-BAB8-48CE6B983476}" srcOrd="3" destOrd="0" parTransId="{192271CD-1CC9-40D2-BB51-DA148954D672}" sibTransId="{61601F6C-BD78-4C8F-B662-7DCD690B7890}"/>
    <dgm:cxn modelId="{F2F81CE9-1611-440E-BB84-D4FBFA944FAA}" srcId="{949E900D-BA96-4F22-83FD-00717F49D9A3}" destId="{0692333E-84AE-4AE3-9311-413D64B63042}" srcOrd="0" destOrd="0" parTransId="{D796C3CD-506D-4483-9ABB-EF998CFE66CE}" sibTransId="{FE0E4D03-E191-42D7-9438-C3C35B38F093}"/>
    <dgm:cxn modelId="{0B994AC5-DC6E-40DB-A4D0-200A363C4E31}" type="presParOf" srcId="{C4272E7E-055C-40AC-9F89-98D4243841F8}" destId="{A4738B0E-A179-438B-9326-BC5C806F7DEF}" srcOrd="0" destOrd="0" presId="urn:microsoft.com/office/officeart/2005/8/layout/vList2"/>
    <dgm:cxn modelId="{975E6427-694D-4936-9ACB-89A00A040DBA}" type="presParOf" srcId="{C4272E7E-055C-40AC-9F89-98D4243841F8}" destId="{C56CD7D4-61A0-434E-8372-251A350F2F90}" srcOrd="1" destOrd="0" presId="urn:microsoft.com/office/officeart/2005/8/layout/vList2"/>
    <dgm:cxn modelId="{D9B8694F-22D0-4629-9FED-DC6446E87566}" type="presParOf" srcId="{C4272E7E-055C-40AC-9F89-98D4243841F8}" destId="{A4BDDB1C-E098-4B5B-9840-5FAC86C21AD6}" srcOrd="2" destOrd="0" presId="urn:microsoft.com/office/officeart/2005/8/layout/vList2"/>
    <dgm:cxn modelId="{29AEA3EB-53C0-4B81-819D-894F66B23214}" type="presParOf" srcId="{C4272E7E-055C-40AC-9F89-98D4243841F8}" destId="{57561660-6AD9-463C-AACD-0B735AD7D1F3}" srcOrd="3" destOrd="0" presId="urn:microsoft.com/office/officeart/2005/8/layout/vList2"/>
    <dgm:cxn modelId="{CC3B7224-9E77-4812-8D0D-C2006F9ACAA6}" type="presParOf" srcId="{C4272E7E-055C-40AC-9F89-98D4243841F8}" destId="{8D3B7109-FAD4-431D-A554-D273B288BF77}" srcOrd="4" destOrd="0" presId="urn:microsoft.com/office/officeart/2005/8/layout/vList2"/>
    <dgm:cxn modelId="{59779BBA-8968-4F93-BAE4-BB06748008EC}" type="presParOf" srcId="{C4272E7E-055C-40AC-9F89-98D4243841F8}" destId="{9E794884-DCC6-4224-B4B9-55515F1030C2}" srcOrd="5" destOrd="0" presId="urn:microsoft.com/office/officeart/2005/8/layout/vList2"/>
    <dgm:cxn modelId="{AFBEB32F-FEF6-449C-845C-9555A2FA0AA7}" type="presParOf" srcId="{C4272E7E-055C-40AC-9F89-98D4243841F8}" destId="{9CC3B5B8-19F1-435F-ACAE-5E60F6E528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49E900D-BA96-4F22-83FD-00717F49D9A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692333E-84AE-4AE3-9311-413D64B63042}">
      <dgm:prSet/>
      <dgm:spPr/>
      <dgm:t>
        <a:bodyPr/>
        <a:lstStyle/>
        <a:p>
          <a:r>
            <a:rPr lang="en-US" altLang="zh-CN"/>
            <a:t>I</a:t>
          </a:r>
          <a:r>
            <a:rPr lang="en"/>
            <a:t>t is vital for consumers to obtain guarantees from providers on service delivery. </a:t>
          </a:r>
          <a:endParaRPr lang="en-US"/>
        </a:p>
      </dgm:t>
    </dgm:pt>
    <dgm:pt modelId="{D796C3CD-506D-4483-9ABB-EF998CFE66CE}" type="parTrans" cxnId="{F2F81CE9-1611-440E-BB84-D4FBFA944FAA}">
      <dgm:prSet/>
      <dgm:spPr/>
      <dgm:t>
        <a:bodyPr/>
        <a:lstStyle/>
        <a:p>
          <a:endParaRPr lang="en-US"/>
        </a:p>
      </dgm:t>
    </dgm:pt>
    <dgm:pt modelId="{FE0E4D03-E191-42D7-9438-C3C35B38F093}" type="sibTrans" cxnId="{F2F81CE9-1611-440E-BB84-D4FBFA944FAA}">
      <dgm:prSet/>
      <dgm:spPr/>
      <dgm:t>
        <a:bodyPr/>
        <a:lstStyle/>
        <a:p>
          <a:endParaRPr lang="en-US"/>
        </a:p>
      </dgm:t>
    </dgm:pt>
    <dgm:pt modelId="{6D1ED1B5-B64B-47C5-B57F-9336FC8257FC}">
      <dgm:prSet/>
      <dgm:spPr/>
      <dgm:t>
        <a:bodyPr/>
        <a:lstStyle/>
        <a:p>
          <a:r>
            <a:rPr lang="en"/>
            <a:t>Service Level Agreements (SLAs) negotiated between the providers and consumers</a:t>
          </a:r>
        </a:p>
        <a:p>
          <a:r>
            <a:rPr lang="en"/>
            <a:t>tradeoffs between expressiveness and complicatedness</a:t>
          </a:r>
          <a:endParaRPr lang="en-US"/>
        </a:p>
      </dgm:t>
    </dgm:pt>
    <dgm:pt modelId="{C43EBA91-AB74-49AB-BC58-9297916C0771}" type="parTrans" cxnId="{1128A2C5-C0E0-4696-9571-1DEB16F95482}">
      <dgm:prSet/>
      <dgm:spPr/>
      <dgm:t>
        <a:bodyPr/>
        <a:lstStyle/>
        <a:p>
          <a:endParaRPr lang="en-US"/>
        </a:p>
      </dgm:t>
    </dgm:pt>
    <dgm:pt modelId="{B5E3222E-B459-4F51-AC9D-C4205018B39E}" type="sibTrans" cxnId="{1128A2C5-C0E0-4696-9571-1DEB16F95482}">
      <dgm:prSet/>
      <dgm:spPr/>
      <dgm:t>
        <a:bodyPr/>
        <a:lstStyle/>
        <a:p>
          <a:endParaRPr lang="en-US"/>
        </a:p>
      </dgm:t>
    </dgm:pt>
    <dgm:pt modelId="{7B0BB503-C1A4-4BB9-BB0B-9BCBECFE5793}">
      <dgm:prSet/>
      <dgm:spPr/>
      <dgm:t>
        <a:bodyPr/>
        <a:lstStyle/>
        <a:p>
          <a:r>
            <a:rPr lang="en-US" altLang="zh-CN"/>
            <a:t>C</a:t>
          </a:r>
          <a:r>
            <a:rPr lang="en"/>
            <a:t>arried out in a nearly automatic fashion due to the promise of "self-service" in the cloud computing. </a:t>
          </a:r>
          <a:endParaRPr lang="en-US"/>
        </a:p>
      </dgm:t>
    </dgm:pt>
    <dgm:pt modelId="{DBE438F9-07DF-48F5-9985-B9CFD3D4F9D0}" type="parTrans" cxnId="{6D44A9C5-C1A4-4022-8D3E-57D0B5C56884}">
      <dgm:prSet/>
      <dgm:spPr/>
      <dgm:t>
        <a:bodyPr/>
        <a:lstStyle/>
        <a:p>
          <a:endParaRPr lang="en-US"/>
        </a:p>
      </dgm:t>
    </dgm:pt>
    <dgm:pt modelId="{1FB144AE-C95A-4154-91E4-8F121930EE06}" type="sibTrans" cxnId="{6D44A9C5-C1A4-4022-8D3E-57D0B5C56884}">
      <dgm:prSet/>
      <dgm:spPr/>
      <dgm:t>
        <a:bodyPr/>
        <a:lstStyle/>
        <a:p>
          <a:endParaRPr lang="en-US"/>
        </a:p>
      </dgm:t>
    </dgm:pt>
    <dgm:pt modelId="{20209FF8-5D93-D848-8130-AF239FEB90F1}" type="pres">
      <dgm:prSet presAssocID="{949E900D-BA96-4F22-83FD-00717F49D9A3}" presName="linear" presStyleCnt="0">
        <dgm:presLayoutVars>
          <dgm:animLvl val="lvl"/>
          <dgm:resizeHandles val="exact"/>
        </dgm:presLayoutVars>
      </dgm:prSet>
      <dgm:spPr/>
    </dgm:pt>
    <dgm:pt modelId="{088936D6-9D8D-9B4A-A3CB-C63ECDFE8C66}" type="pres">
      <dgm:prSet presAssocID="{0692333E-84AE-4AE3-9311-413D64B630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F976BC-A657-6247-8117-DEB10E85EFC6}" type="pres">
      <dgm:prSet presAssocID="{FE0E4D03-E191-42D7-9438-C3C35B38F093}" presName="spacer" presStyleCnt="0"/>
      <dgm:spPr/>
    </dgm:pt>
    <dgm:pt modelId="{0F3770D5-A256-A046-90FA-F5A549F3D5EF}" type="pres">
      <dgm:prSet presAssocID="{6D1ED1B5-B64B-47C5-B57F-9336FC8257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EF4A8D-BBFE-7345-9CF7-A1868638AF87}" type="pres">
      <dgm:prSet presAssocID="{B5E3222E-B459-4F51-AC9D-C4205018B39E}" presName="spacer" presStyleCnt="0"/>
      <dgm:spPr/>
    </dgm:pt>
    <dgm:pt modelId="{BA0C6DA2-BC1B-8242-A627-EBE22EF0BD9A}" type="pres">
      <dgm:prSet presAssocID="{7B0BB503-C1A4-4BB9-BB0B-9BCBECFE579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1486C3F-979B-864C-84A0-BE71EB5EDC28}" type="presOf" srcId="{7B0BB503-C1A4-4BB9-BB0B-9BCBECFE5793}" destId="{BA0C6DA2-BC1B-8242-A627-EBE22EF0BD9A}" srcOrd="0" destOrd="0" presId="urn:microsoft.com/office/officeart/2005/8/layout/vList2"/>
    <dgm:cxn modelId="{D9FB7546-9DE6-DE45-AA5A-8308CD2A7AA0}" type="presOf" srcId="{0692333E-84AE-4AE3-9311-413D64B63042}" destId="{088936D6-9D8D-9B4A-A3CB-C63ECDFE8C66}" srcOrd="0" destOrd="0" presId="urn:microsoft.com/office/officeart/2005/8/layout/vList2"/>
    <dgm:cxn modelId="{C12DE058-AA0C-BD4B-B60F-B3EF78001A04}" type="presOf" srcId="{949E900D-BA96-4F22-83FD-00717F49D9A3}" destId="{20209FF8-5D93-D848-8130-AF239FEB90F1}" srcOrd="0" destOrd="0" presId="urn:microsoft.com/office/officeart/2005/8/layout/vList2"/>
    <dgm:cxn modelId="{1128A2C5-C0E0-4696-9571-1DEB16F95482}" srcId="{949E900D-BA96-4F22-83FD-00717F49D9A3}" destId="{6D1ED1B5-B64B-47C5-B57F-9336FC8257FC}" srcOrd="1" destOrd="0" parTransId="{C43EBA91-AB74-49AB-BC58-9297916C0771}" sibTransId="{B5E3222E-B459-4F51-AC9D-C4205018B39E}"/>
    <dgm:cxn modelId="{6D44A9C5-C1A4-4022-8D3E-57D0B5C56884}" srcId="{949E900D-BA96-4F22-83FD-00717F49D9A3}" destId="{7B0BB503-C1A4-4BB9-BB0B-9BCBECFE5793}" srcOrd="2" destOrd="0" parTransId="{DBE438F9-07DF-48F5-9985-B9CFD3D4F9D0}" sibTransId="{1FB144AE-C95A-4154-91E4-8F121930EE06}"/>
    <dgm:cxn modelId="{F2F81CE9-1611-440E-BB84-D4FBFA944FAA}" srcId="{949E900D-BA96-4F22-83FD-00717F49D9A3}" destId="{0692333E-84AE-4AE3-9311-413D64B63042}" srcOrd="0" destOrd="0" parTransId="{D796C3CD-506D-4483-9ABB-EF998CFE66CE}" sibTransId="{FE0E4D03-E191-42D7-9438-C3C35B38F093}"/>
    <dgm:cxn modelId="{593A84F6-8C0E-364B-87F8-B412B5DE2E17}" type="presOf" srcId="{6D1ED1B5-B64B-47C5-B57F-9336FC8257FC}" destId="{0F3770D5-A256-A046-90FA-F5A549F3D5EF}" srcOrd="0" destOrd="0" presId="urn:microsoft.com/office/officeart/2005/8/layout/vList2"/>
    <dgm:cxn modelId="{7EB340B7-8BB4-3B49-A0B6-0EC25C0723CF}" type="presParOf" srcId="{20209FF8-5D93-D848-8130-AF239FEB90F1}" destId="{088936D6-9D8D-9B4A-A3CB-C63ECDFE8C66}" srcOrd="0" destOrd="0" presId="urn:microsoft.com/office/officeart/2005/8/layout/vList2"/>
    <dgm:cxn modelId="{398F3F1E-94E1-0145-A7A9-7EFEA8B45260}" type="presParOf" srcId="{20209FF8-5D93-D848-8130-AF239FEB90F1}" destId="{E6F976BC-A657-6247-8117-DEB10E85EFC6}" srcOrd="1" destOrd="0" presId="urn:microsoft.com/office/officeart/2005/8/layout/vList2"/>
    <dgm:cxn modelId="{B7F7C9BD-FC35-1141-A811-B8D79B21A835}" type="presParOf" srcId="{20209FF8-5D93-D848-8130-AF239FEB90F1}" destId="{0F3770D5-A256-A046-90FA-F5A549F3D5EF}" srcOrd="2" destOrd="0" presId="urn:microsoft.com/office/officeart/2005/8/layout/vList2"/>
    <dgm:cxn modelId="{F05575D4-6E78-1F46-B569-523407818A9C}" type="presParOf" srcId="{20209FF8-5D93-D848-8130-AF239FEB90F1}" destId="{40EF4A8D-BBFE-7345-9CF7-A1868638AF87}" srcOrd="3" destOrd="0" presId="urn:microsoft.com/office/officeart/2005/8/layout/vList2"/>
    <dgm:cxn modelId="{5FBD6C1B-A45D-BF48-94DB-FC6F63552773}" type="presParOf" srcId="{20209FF8-5D93-D848-8130-AF239FEB90F1}" destId="{BA0C6DA2-BC1B-8242-A627-EBE22EF0BD9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7A708AB-1325-4401-9755-BE66AC60A2B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921F02D-3771-4BF0-AB05-B1886A3091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E7B3F484-0235-4ED4-AE7B-1633E4B9D344}" type="parTrans" cxnId="{571A736F-953D-4FBF-951C-80E05D9A42D6}">
      <dgm:prSet/>
      <dgm:spPr/>
      <dgm:t>
        <a:bodyPr/>
        <a:lstStyle/>
        <a:p>
          <a:endParaRPr lang="en-US"/>
        </a:p>
      </dgm:t>
    </dgm:pt>
    <dgm:pt modelId="{EBD3F76E-B895-4FF7-91AD-837BF172C7FA}" type="sibTrans" cxnId="{571A736F-953D-4FBF-951C-80E05D9A42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010FE6-FCF8-4B74-98E0-B363CC4A65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CLOUD,</a:t>
          </a:r>
          <a:r>
            <a:rPr lang="zh-CN" b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SOC, AND GRID </a:t>
          </a:r>
        </a:p>
      </dgm:t>
    </dgm:pt>
    <dgm:pt modelId="{B9028A8A-9788-4D52-9CD2-231D83C14583}" type="parTrans" cxnId="{133E415C-EC49-480C-92BF-960C79A8945E}">
      <dgm:prSet/>
      <dgm:spPr/>
      <dgm:t>
        <a:bodyPr/>
        <a:lstStyle/>
        <a:p>
          <a:endParaRPr lang="en-US"/>
        </a:p>
      </dgm:t>
    </dgm:pt>
    <dgm:pt modelId="{898E2C88-527D-46D9-810D-E3D69AA249A2}" type="sibTrans" cxnId="{133E415C-EC49-480C-92BF-960C79A8945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AD007C-7D5B-4A62-9750-E17F65E588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CHALLENGES </a:t>
          </a:r>
        </a:p>
      </dgm:t>
    </dgm:pt>
    <dgm:pt modelId="{4397C21D-E38F-4946-A904-9A6A79E84B64}" type="parTrans" cxnId="{66F1D4C6-C4F8-4D85-AA43-5692C79B6846}">
      <dgm:prSet/>
      <dgm:spPr/>
      <dgm:t>
        <a:bodyPr/>
        <a:lstStyle/>
        <a:p>
          <a:endParaRPr lang="en-US"/>
        </a:p>
      </dgm:t>
    </dgm:pt>
    <dgm:pt modelId="{70DB0BFA-6ECA-4F1A-8753-1114D4BE714E}" type="sibTrans" cxnId="{66F1D4C6-C4F8-4D85-AA43-5692C79B68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4BC039-A934-4CC5-BCF8-628151D0DA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ISSUE</a:t>
          </a:r>
        </a:p>
      </dgm:t>
    </dgm:pt>
    <dgm:pt modelId="{064E2AAC-A8A9-4782-8188-E7CC68603AC7}" type="parTrans" cxnId="{CAF89F87-82E4-43C8-BD99-393819915E9A}">
      <dgm:prSet/>
      <dgm:spPr/>
      <dgm:t>
        <a:bodyPr/>
        <a:lstStyle/>
        <a:p>
          <a:endParaRPr lang="en-US"/>
        </a:p>
      </dgm:t>
    </dgm:pt>
    <dgm:pt modelId="{292F1027-EDFF-48C8-A3C6-FB94D0895763}" type="sibTrans" cxnId="{CAF89F87-82E4-43C8-BD99-393819915E9A}">
      <dgm:prSet/>
      <dgm:spPr/>
      <dgm:t>
        <a:bodyPr/>
        <a:lstStyle/>
        <a:p>
          <a:endParaRPr lang="en-US"/>
        </a:p>
      </dgm:t>
    </dgm:pt>
    <dgm:pt modelId="{4EC09B10-BB64-4266-BF04-5D3865720220}" type="pres">
      <dgm:prSet presAssocID="{87A708AB-1325-4401-9755-BE66AC60A2B4}" presName="root" presStyleCnt="0">
        <dgm:presLayoutVars>
          <dgm:dir/>
          <dgm:resizeHandles val="exact"/>
        </dgm:presLayoutVars>
      </dgm:prSet>
      <dgm:spPr/>
    </dgm:pt>
    <dgm:pt modelId="{382C3275-5309-4819-B39C-828CD0630B74}" type="pres">
      <dgm:prSet presAssocID="{7921F02D-3771-4BF0-AB05-B1886A30912E}" presName="compNode" presStyleCnt="0"/>
      <dgm:spPr/>
    </dgm:pt>
    <dgm:pt modelId="{EDE2A258-67F5-4A91-BEA7-9BD936F40F0B}" type="pres">
      <dgm:prSet presAssocID="{7921F02D-3771-4BF0-AB05-B1886A30912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D71B00B-18CB-41C1-BFFD-2BF7459924F6}" type="pres">
      <dgm:prSet presAssocID="{7921F02D-3771-4BF0-AB05-B1886A3091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E213DCD-97B3-4FA9-A20E-5789F5470DB1}" type="pres">
      <dgm:prSet presAssocID="{7921F02D-3771-4BF0-AB05-B1886A30912E}" presName="spaceRect" presStyleCnt="0"/>
      <dgm:spPr/>
    </dgm:pt>
    <dgm:pt modelId="{F6B7F733-A5F2-4E72-8EBF-64D111098273}" type="pres">
      <dgm:prSet presAssocID="{7921F02D-3771-4BF0-AB05-B1886A30912E}" presName="textRect" presStyleLbl="revTx" presStyleIdx="0" presStyleCnt="4">
        <dgm:presLayoutVars>
          <dgm:chMax val="1"/>
          <dgm:chPref val="1"/>
        </dgm:presLayoutVars>
      </dgm:prSet>
      <dgm:spPr/>
    </dgm:pt>
    <dgm:pt modelId="{D51B4BC1-AA31-4E59-BCB4-FF8FA77FA263}" type="pres">
      <dgm:prSet presAssocID="{EBD3F76E-B895-4FF7-91AD-837BF172C7FA}" presName="sibTrans" presStyleCnt="0"/>
      <dgm:spPr/>
    </dgm:pt>
    <dgm:pt modelId="{329575A9-4406-44D4-9057-27805BD9FB3D}" type="pres">
      <dgm:prSet presAssocID="{BB010FE6-FCF8-4B74-98E0-B363CC4A65F7}" presName="compNode" presStyleCnt="0"/>
      <dgm:spPr/>
    </dgm:pt>
    <dgm:pt modelId="{48489594-45B5-49FF-A785-2C908D750905}" type="pres">
      <dgm:prSet presAssocID="{BB010FE6-FCF8-4B74-98E0-B363CC4A65F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C78DEB9-BE84-44A7-9EFA-9BCF9AC341ED}" type="pres">
      <dgm:prSet presAssocID="{BB010FE6-FCF8-4B74-98E0-B363CC4A65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F926EED2-67E7-442B-8834-8A35DA3AFF64}" type="pres">
      <dgm:prSet presAssocID="{BB010FE6-FCF8-4B74-98E0-B363CC4A65F7}" presName="spaceRect" presStyleCnt="0"/>
      <dgm:spPr/>
    </dgm:pt>
    <dgm:pt modelId="{2409F0E9-4D1B-444B-8433-9F77D5CEC3AB}" type="pres">
      <dgm:prSet presAssocID="{BB010FE6-FCF8-4B74-98E0-B363CC4A65F7}" presName="textRect" presStyleLbl="revTx" presStyleIdx="1" presStyleCnt="4">
        <dgm:presLayoutVars>
          <dgm:chMax val="1"/>
          <dgm:chPref val="1"/>
        </dgm:presLayoutVars>
      </dgm:prSet>
      <dgm:spPr/>
    </dgm:pt>
    <dgm:pt modelId="{50150A55-93F3-4F07-A10C-9AD5E0949C96}" type="pres">
      <dgm:prSet presAssocID="{898E2C88-527D-46D9-810D-E3D69AA249A2}" presName="sibTrans" presStyleCnt="0"/>
      <dgm:spPr/>
    </dgm:pt>
    <dgm:pt modelId="{9D4DE4BC-F608-490E-A984-425717CCE28B}" type="pres">
      <dgm:prSet presAssocID="{85AD007C-7D5B-4A62-9750-E17F65E5884F}" presName="compNode" presStyleCnt="0"/>
      <dgm:spPr/>
    </dgm:pt>
    <dgm:pt modelId="{754DA836-82AA-4CA1-9785-61E2EE59F993}" type="pres">
      <dgm:prSet presAssocID="{85AD007C-7D5B-4A62-9750-E17F65E5884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AEEBCD9-C341-41D0-8EC2-713063AEAD25}" type="pres">
      <dgm:prSet presAssocID="{85AD007C-7D5B-4A62-9750-E17F65E588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5225BCD1-50AD-454C-B160-A86F087DC7F3}" type="pres">
      <dgm:prSet presAssocID="{85AD007C-7D5B-4A62-9750-E17F65E5884F}" presName="spaceRect" presStyleCnt="0"/>
      <dgm:spPr/>
    </dgm:pt>
    <dgm:pt modelId="{3BDB0759-D670-4A35-AFCF-0AF8352D3848}" type="pres">
      <dgm:prSet presAssocID="{85AD007C-7D5B-4A62-9750-E17F65E5884F}" presName="textRect" presStyleLbl="revTx" presStyleIdx="2" presStyleCnt="4">
        <dgm:presLayoutVars>
          <dgm:chMax val="1"/>
          <dgm:chPref val="1"/>
        </dgm:presLayoutVars>
      </dgm:prSet>
      <dgm:spPr/>
    </dgm:pt>
    <dgm:pt modelId="{769F4FD6-C5A0-4C5A-82FB-6DD76D0C9153}" type="pres">
      <dgm:prSet presAssocID="{70DB0BFA-6ECA-4F1A-8753-1114D4BE714E}" presName="sibTrans" presStyleCnt="0"/>
      <dgm:spPr/>
    </dgm:pt>
    <dgm:pt modelId="{0EE0C751-1723-4BAF-9AF7-794E8A620EA7}" type="pres">
      <dgm:prSet presAssocID="{194BC039-A934-4CC5-BCF8-628151D0DA6D}" presName="compNode" presStyleCnt="0"/>
      <dgm:spPr/>
    </dgm:pt>
    <dgm:pt modelId="{23713A27-78F6-4242-AB89-42D66A2ED22E}" type="pres">
      <dgm:prSet presAssocID="{194BC039-A934-4CC5-BCF8-628151D0DA6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B4EF34D-8618-4F8F-92FD-44B1C69D3B94}" type="pres">
      <dgm:prSet presAssocID="{194BC039-A934-4CC5-BCF8-628151D0DA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C1ACC02-BD2A-4530-B27A-3BFA9ED7B9D6}" type="pres">
      <dgm:prSet presAssocID="{194BC039-A934-4CC5-BCF8-628151D0DA6D}" presName="spaceRect" presStyleCnt="0"/>
      <dgm:spPr/>
    </dgm:pt>
    <dgm:pt modelId="{B6C3CD71-1CB5-4A29-B5BE-317FED77687F}" type="pres">
      <dgm:prSet presAssocID="{194BC039-A934-4CC5-BCF8-628151D0DA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6E0382B-5197-4A41-B411-6E637782615C}" type="presOf" srcId="{BB010FE6-FCF8-4B74-98E0-B363CC4A65F7}" destId="{2409F0E9-4D1B-444B-8433-9F77D5CEC3AB}" srcOrd="0" destOrd="0" presId="urn:microsoft.com/office/officeart/2018/5/layout/IconLeafLabelList"/>
    <dgm:cxn modelId="{133E415C-EC49-480C-92BF-960C79A8945E}" srcId="{87A708AB-1325-4401-9755-BE66AC60A2B4}" destId="{BB010FE6-FCF8-4B74-98E0-B363CC4A65F7}" srcOrd="1" destOrd="0" parTransId="{B9028A8A-9788-4D52-9CD2-231D83C14583}" sibTransId="{898E2C88-527D-46D9-810D-E3D69AA249A2}"/>
    <dgm:cxn modelId="{7E879D62-8B40-6543-8F2D-5C7B4F99A3FF}" type="presOf" srcId="{194BC039-A934-4CC5-BCF8-628151D0DA6D}" destId="{B6C3CD71-1CB5-4A29-B5BE-317FED77687F}" srcOrd="0" destOrd="0" presId="urn:microsoft.com/office/officeart/2018/5/layout/IconLeafLabelList"/>
    <dgm:cxn modelId="{52D51B65-73C5-7644-A9D3-28F4BF3D114C}" type="presOf" srcId="{85AD007C-7D5B-4A62-9750-E17F65E5884F}" destId="{3BDB0759-D670-4A35-AFCF-0AF8352D3848}" srcOrd="0" destOrd="0" presId="urn:microsoft.com/office/officeart/2018/5/layout/IconLeafLabelList"/>
    <dgm:cxn modelId="{571A736F-953D-4FBF-951C-80E05D9A42D6}" srcId="{87A708AB-1325-4401-9755-BE66AC60A2B4}" destId="{7921F02D-3771-4BF0-AB05-B1886A30912E}" srcOrd="0" destOrd="0" parTransId="{E7B3F484-0235-4ED4-AE7B-1633E4B9D344}" sibTransId="{EBD3F76E-B895-4FF7-91AD-837BF172C7FA}"/>
    <dgm:cxn modelId="{CB96CE71-7E2C-C34F-84BD-C84D51BEDEAF}" type="presOf" srcId="{7921F02D-3771-4BF0-AB05-B1886A30912E}" destId="{F6B7F733-A5F2-4E72-8EBF-64D111098273}" srcOrd="0" destOrd="0" presId="urn:microsoft.com/office/officeart/2018/5/layout/IconLeafLabelList"/>
    <dgm:cxn modelId="{CAF89F87-82E4-43C8-BD99-393819915E9A}" srcId="{87A708AB-1325-4401-9755-BE66AC60A2B4}" destId="{194BC039-A934-4CC5-BCF8-628151D0DA6D}" srcOrd="3" destOrd="0" parTransId="{064E2AAC-A8A9-4782-8188-E7CC68603AC7}" sibTransId="{292F1027-EDFF-48C8-A3C6-FB94D0895763}"/>
    <dgm:cxn modelId="{BBB612C6-43E0-984A-AEFC-A135CAB254F8}" type="presOf" srcId="{87A708AB-1325-4401-9755-BE66AC60A2B4}" destId="{4EC09B10-BB64-4266-BF04-5D3865720220}" srcOrd="0" destOrd="0" presId="urn:microsoft.com/office/officeart/2018/5/layout/IconLeafLabelList"/>
    <dgm:cxn modelId="{66F1D4C6-C4F8-4D85-AA43-5692C79B6846}" srcId="{87A708AB-1325-4401-9755-BE66AC60A2B4}" destId="{85AD007C-7D5B-4A62-9750-E17F65E5884F}" srcOrd="2" destOrd="0" parTransId="{4397C21D-E38F-4946-A904-9A6A79E84B64}" sibTransId="{70DB0BFA-6ECA-4F1A-8753-1114D4BE714E}"/>
    <dgm:cxn modelId="{755C37C1-2AD5-D248-807B-D3A9916FC0D6}" type="presParOf" srcId="{4EC09B10-BB64-4266-BF04-5D3865720220}" destId="{382C3275-5309-4819-B39C-828CD0630B74}" srcOrd="0" destOrd="0" presId="urn:microsoft.com/office/officeart/2018/5/layout/IconLeafLabelList"/>
    <dgm:cxn modelId="{2321A37C-A643-414C-B58A-196C68C0DAEF}" type="presParOf" srcId="{382C3275-5309-4819-B39C-828CD0630B74}" destId="{EDE2A258-67F5-4A91-BEA7-9BD936F40F0B}" srcOrd="0" destOrd="0" presId="urn:microsoft.com/office/officeart/2018/5/layout/IconLeafLabelList"/>
    <dgm:cxn modelId="{62F5589D-EF0F-2342-AEC1-545E26C4CFD8}" type="presParOf" srcId="{382C3275-5309-4819-B39C-828CD0630B74}" destId="{1D71B00B-18CB-41C1-BFFD-2BF7459924F6}" srcOrd="1" destOrd="0" presId="urn:microsoft.com/office/officeart/2018/5/layout/IconLeafLabelList"/>
    <dgm:cxn modelId="{6BE6334A-C4E6-3D4C-8B7D-A5E0AF74473C}" type="presParOf" srcId="{382C3275-5309-4819-B39C-828CD0630B74}" destId="{DE213DCD-97B3-4FA9-A20E-5789F5470DB1}" srcOrd="2" destOrd="0" presId="urn:microsoft.com/office/officeart/2018/5/layout/IconLeafLabelList"/>
    <dgm:cxn modelId="{832426F1-9800-9345-812E-2DFEB18E1A86}" type="presParOf" srcId="{382C3275-5309-4819-B39C-828CD0630B74}" destId="{F6B7F733-A5F2-4E72-8EBF-64D111098273}" srcOrd="3" destOrd="0" presId="urn:microsoft.com/office/officeart/2018/5/layout/IconLeafLabelList"/>
    <dgm:cxn modelId="{C4B62302-AA58-274E-9048-B35DB290C3E5}" type="presParOf" srcId="{4EC09B10-BB64-4266-BF04-5D3865720220}" destId="{D51B4BC1-AA31-4E59-BCB4-FF8FA77FA263}" srcOrd="1" destOrd="0" presId="urn:microsoft.com/office/officeart/2018/5/layout/IconLeafLabelList"/>
    <dgm:cxn modelId="{9686FF1B-679E-8446-8A36-F46B8B2CD252}" type="presParOf" srcId="{4EC09B10-BB64-4266-BF04-5D3865720220}" destId="{329575A9-4406-44D4-9057-27805BD9FB3D}" srcOrd="2" destOrd="0" presId="urn:microsoft.com/office/officeart/2018/5/layout/IconLeafLabelList"/>
    <dgm:cxn modelId="{C1AE2DC6-41A4-0C4B-9B5D-EA9B72B2E531}" type="presParOf" srcId="{329575A9-4406-44D4-9057-27805BD9FB3D}" destId="{48489594-45B5-49FF-A785-2C908D750905}" srcOrd="0" destOrd="0" presId="urn:microsoft.com/office/officeart/2018/5/layout/IconLeafLabelList"/>
    <dgm:cxn modelId="{626A1EEA-A282-4C4E-B81A-0D3C627FF8C6}" type="presParOf" srcId="{329575A9-4406-44D4-9057-27805BD9FB3D}" destId="{7C78DEB9-BE84-44A7-9EFA-9BCF9AC341ED}" srcOrd="1" destOrd="0" presId="urn:microsoft.com/office/officeart/2018/5/layout/IconLeafLabelList"/>
    <dgm:cxn modelId="{87B6F85E-D3E2-B048-B3E9-D60E9198C159}" type="presParOf" srcId="{329575A9-4406-44D4-9057-27805BD9FB3D}" destId="{F926EED2-67E7-442B-8834-8A35DA3AFF64}" srcOrd="2" destOrd="0" presId="urn:microsoft.com/office/officeart/2018/5/layout/IconLeafLabelList"/>
    <dgm:cxn modelId="{D62DD0D5-A9FE-8E47-8F93-A7C3F2E9DBB3}" type="presParOf" srcId="{329575A9-4406-44D4-9057-27805BD9FB3D}" destId="{2409F0E9-4D1B-444B-8433-9F77D5CEC3AB}" srcOrd="3" destOrd="0" presId="urn:microsoft.com/office/officeart/2018/5/layout/IconLeafLabelList"/>
    <dgm:cxn modelId="{36472EB7-A74F-E846-93F7-094FCF7D154C}" type="presParOf" srcId="{4EC09B10-BB64-4266-BF04-5D3865720220}" destId="{50150A55-93F3-4F07-A10C-9AD5E0949C96}" srcOrd="3" destOrd="0" presId="urn:microsoft.com/office/officeart/2018/5/layout/IconLeafLabelList"/>
    <dgm:cxn modelId="{16C0BA07-6C90-344D-A024-2EEA712071E0}" type="presParOf" srcId="{4EC09B10-BB64-4266-BF04-5D3865720220}" destId="{9D4DE4BC-F608-490E-A984-425717CCE28B}" srcOrd="4" destOrd="0" presId="urn:microsoft.com/office/officeart/2018/5/layout/IconLeafLabelList"/>
    <dgm:cxn modelId="{9CC4E85A-B7FD-8E4A-8598-82E09E20C640}" type="presParOf" srcId="{9D4DE4BC-F608-490E-A984-425717CCE28B}" destId="{754DA836-82AA-4CA1-9785-61E2EE59F993}" srcOrd="0" destOrd="0" presId="urn:microsoft.com/office/officeart/2018/5/layout/IconLeafLabelList"/>
    <dgm:cxn modelId="{B99AF1C5-CF16-8749-8DE0-642E6C35F265}" type="presParOf" srcId="{9D4DE4BC-F608-490E-A984-425717CCE28B}" destId="{7AEEBCD9-C341-41D0-8EC2-713063AEAD25}" srcOrd="1" destOrd="0" presId="urn:microsoft.com/office/officeart/2018/5/layout/IconLeafLabelList"/>
    <dgm:cxn modelId="{ED633895-F361-A842-8424-36183B208492}" type="presParOf" srcId="{9D4DE4BC-F608-490E-A984-425717CCE28B}" destId="{5225BCD1-50AD-454C-B160-A86F087DC7F3}" srcOrd="2" destOrd="0" presId="urn:microsoft.com/office/officeart/2018/5/layout/IconLeafLabelList"/>
    <dgm:cxn modelId="{15B608C9-292B-BE43-8214-7E25CBF744C8}" type="presParOf" srcId="{9D4DE4BC-F608-490E-A984-425717CCE28B}" destId="{3BDB0759-D670-4A35-AFCF-0AF8352D3848}" srcOrd="3" destOrd="0" presId="urn:microsoft.com/office/officeart/2018/5/layout/IconLeafLabelList"/>
    <dgm:cxn modelId="{DEB81231-3F36-054F-8156-4A47470B08F4}" type="presParOf" srcId="{4EC09B10-BB64-4266-BF04-5D3865720220}" destId="{769F4FD6-C5A0-4C5A-82FB-6DD76D0C9153}" srcOrd="5" destOrd="0" presId="urn:microsoft.com/office/officeart/2018/5/layout/IconLeafLabelList"/>
    <dgm:cxn modelId="{9E7C9544-81A3-364D-8ED3-16EF0D648409}" type="presParOf" srcId="{4EC09B10-BB64-4266-BF04-5D3865720220}" destId="{0EE0C751-1723-4BAF-9AF7-794E8A620EA7}" srcOrd="6" destOrd="0" presId="urn:microsoft.com/office/officeart/2018/5/layout/IconLeafLabelList"/>
    <dgm:cxn modelId="{934512F0-DA7B-FC42-A46C-6496A448B652}" type="presParOf" srcId="{0EE0C751-1723-4BAF-9AF7-794E8A620EA7}" destId="{23713A27-78F6-4242-AB89-42D66A2ED22E}" srcOrd="0" destOrd="0" presId="urn:microsoft.com/office/officeart/2018/5/layout/IconLeafLabelList"/>
    <dgm:cxn modelId="{1676E318-DDFB-7D41-8181-10D6CAB26E46}" type="presParOf" srcId="{0EE0C751-1723-4BAF-9AF7-794E8A620EA7}" destId="{6B4EF34D-8618-4F8F-92FD-44B1C69D3B94}" srcOrd="1" destOrd="0" presId="urn:microsoft.com/office/officeart/2018/5/layout/IconLeafLabelList"/>
    <dgm:cxn modelId="{BD4B9BEA-3B58-5B40-8B83-516E2E3DD825}" type="presParOf" srcId="{0EE0C751-1723-4BAF-9AF7-794E8A620EA7}" destId="{8C1ACC02-BD2A-4530-B27A-3BFA9ED7B9D6}" srcOrd="2" destOrd="0" presId="urn:microsoft.com/office/officeart/2018/5/layout/IconLeafLabelList"/>
    <dgm:cxn modelId="{77DC2E29-C4A3-3744-ADFF-B6DEFCEC82DD}" type="presParOf" srcId="{0EE0C751-1723-4BAF-9AF7-794E8A620EA7}" destId="{B6C3CD71-1CB5-4A29-B5BE-317FED77687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1B93812-0390-4A50-818E-3924854D0519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F26D7A0-D404-4C95-BCF7-A95A03E72ADA}">
      <dgm:prSet/>
      <dgm:spPr/>
      <dgm:t>
        <a:bodyPr/>
        <a:lstStyle/>
        <a:p>
          <a:r>
            <a:rPr lang="en-US"/>
            <a:t>Intermediary Layer </a:t>
          </a:r>
        </a:p>
      </dgm:t>
    </dgm:pt>
    <dgm:pt modelId="{A174CF7D-3ADD-40E8-A29A-98F8D8BE888E}" type="parTrans" cxnId="{50250933-6468-41CD-94D0-B659D712CC2B}">
      <dgm:prSet/>
      <dgm:spPr/>
      <dgm:t>
        <a:bodyPr/>
        <a:lstStyle/>
        <a:p>
          <a:endParaRPr lang="en-US"/>
        </a:p>
      </dgm:t>
    </dgm:pt>
    <dgm:pt modelId="{C24B66E9-7219-4660-9C97-342454EF8FC8}" type="sibTrans" cxnId="{50250933-6468-41CD-94D0-B659D712CC2B}">
      <dgm:prSet/>
      <dgm:spPr/>
      <dgm:t>
        <a:bodyPr/>
        <a:lstStyle/>
        <a:p>
          <a:endParaRPr lang="en-US"/>
        </a:p>
      </dgm:t>
    </dgm:pt>
    <dgm:pt modelId="{EEBC1956-7DCD-4A7C-8F48-337ADB95B5EE}">
      <dgm:prSet/>
      <dgm:spPr/>
      <dgm:t>
        <a:bodyPr/>
        <a:lstStyle/>
        <a:p>
          <a:r>
            <a:rPr lang="en-US"/>
            <a:t>Standard </a:t>
          </a:r>
        </a:p>
      </dgm:t>
    </dgm:pt>
    <dgm:pt modelId="{3CD60485-1F41-49A5-9EFE-C08C36D38748}" type="parTrans" cxnId="{7D406413-61D9-410F-BEC0-063C625699DF}">
      <dgm:prSet/>
      <dgm:spPr/>
      <dgm:t>
        <a:bodyPr/>
        <a:lstStyle/>
        <a:p>
          <a:endParaRPr lang="en-US"/>
        </a:p>
      </dgm:t>
    </dgm:pt>
    <dgm:pt modelId="{2F7CBEBB-FD21-4111-8ADA-68C666D3A924}" type="sibTrans" cxnId="{7D406413-61D9-410F-BEC0-063C625699DF}">
      <dgm:prSet/>
      <dgm:spPr/>
      <dgm:t>
        <a:bodyPr/>
        <a:lstStyle/>
        <a:p>
          <a:endParaRPr lang="en-US"/>
        </a:p>
      </dgm:t>
    </dgm:pt>
    <dgm:pt modelId="{323C785C-169B-4A37-B446-13BC1CC98D3B}">
      <dgm:prSet/>
      <dgm:spPr/>
      <dgm:t>
        <a:bodyPr/>
        <a:lstStyle/>
        <a:p>
          <a:r>
            <a:rPr lang="en-US"/>
            <a:t>Open API </a:t>
          </a:r>
        </a:p>
      </dgm:t>
    </dgm:pt>
    <dgm:pt modelId="{9E1814AC-05A5-49A3-B841-D1E7B2CD4486}" type="parTrans" cxnId="{EF80914D-4973-4657-8061-95F7AE244166}">
      <dgm:prSet/>
      <dgm:spPr/>
      <dgm:t>
        <a:bodyPr/>
        <a:lstStyle/>
        <a:p>
          <a:endParaRPr lang="en-US"/>
        </a:p>
      </dgm:t>
    </dgm:pt>
    <dgm:pt modelId="{2376FDEB-6547-4AA1-AC52-B676F32B5DCC}" type="sibTrans" cxnId="{EF80914D-4973-4657-8061-95F7AE244166}">
      <dgm:prSet/>
      <dgm:spPr/>
      <dgm:t>
        <a:bodyPr/>
        <a:lstStyle/>
        <a:p>
          <a:endParaRPr lang="en-US"/>
        </a:p>
      </dgm:t>
    </dgm:pt>
    <dgm:pt modelId="{57D20CB9-2AB1-4DC5-B9D3-91086FEF419B}">
      <dgm:prSet/>
      <dgm:spPr/>
      <dgm:t>
        <a:bodyPr/>
        <a:lstStyle/>
        <a:p>
          <a:r>
            <a:rPr lang="en-US"/>
            <a:t>SaaS Interoperability </a:t>
          </a:r>
        </a:p>
      </dgm:t>
    </dgm:pt>
    <dgm:pt modelId="{6564683F-685C-404F-AA2F-98A8E6BFF39B}" type="parTrans" cxnId="{C079C504-4746-4E36-87FD-F88FD455F2EA}">
      <dgm:prSet/>
      <dgm:spPr/>
      <dgm:t>
        <a:bodyPr/>
        <a:lstStyle/>
        <a:p>
          <a:endParaRPr lang="en-US"/>
        </a:p>
      </dgm:t>
    </dgm:pt>
    <dgm:pt modelId="{B3C089D1-03A5-4CA7-8328-0F27BAAE3303}" type="sibTrans" cxnId="{C079C504-4746-4E36-87FD-F88FD455F2EA}">
      <dgm:prSet/>
      <dgm:spPr/>
      <dgm:t>
        <a:bodyPr/>
        <a:lstStyle/>
        <a:p>
          <a:endParaRPr lang="en-US"/>
        </a:p>
      </dgm:t>
    </dgm:pt>
    <dgm:pt modelId="{02EE53A1-1ED9-9346-9E20-EE15A2C109DC}" type="pres">
      <dgm:prSet presAssocID="{01B93812-0390-4A50-818E-3924854D0519}" presName="matrix" presStyleCnt="0">
        <dgm:presLayoutVars>
          <dgm:chMax val="1"/>
          <dgm:dir/>
          <dgm:resizeHandles val="exact"/>
        </dgm:presLayoutVars>
      </dgm:prSet>
      <dgm:spPr/>
    </dgm:pt>
    <dgm:pt modelId="{87894687-DB9F-9147-B576-5B62A8645AF8}" type="pres">
      <dgm:prSet presAssocID="{01B93812-0390-4A50-818E-3924854D0519}" presName="diamond" presStyleLbl="bgShp" presStyleIdx="0" presStyleCnt="1"/>
      <dgm:spPr/>
    </dgm:pt>
    <dgm:pt modelId="{62475060-366D-054F-B5D7-41F3FE15480A}" type="pres">
      <dgm:prSet presAssocID="{01B93812-0390-4A50-818E-3924854D05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BC49E5-BBCC-8843-880B-ACAB5880DCCC}" type="pres">
      <dgm:prSet presAssocID="{01B93812-0390-4A50-818E-3924854D05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9BCFF7-12A5-B74E-904E-AF34353621D8}" type="pres">
      <dgm:prSet presAssocID="{01B93812-0390-4A50-818E-3924854D05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2F34EED-839D-7D42-B447-19F72136B613}" type="pres">
      <dgm:prSet presAssocID="{01B93812-0390-4A50-818E-3924854D05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079C504-4746-4E36-87FD-F88FD455F2EA}" srcId="{01B93812-0390-4A50-818E-3924854D0519}" destId="{57D20CB9-2AB1-4DC5-B9D3-91086FEF419B}" srcOrd="3" destOrd="0" parTransId="{6564683F-685C-404F-AA2F-98A8E6BFF39B}" sibTransId="{B3C089D1-03A5-4CA7-8328-0F27BAAE3303}"/>
    <dgm:cxn modelId="{7D406413-61D9-410F-BEC0-063C625699DF}" srcId="{01B93812-0390-4A50-818E-3924854D0519}" destId="{EEBC1956-7DCD-4A7C-8F48-337ADB95B5EE}" srcOrd="1" destOrd="0" parTransId="{3CD60485-1F41-49A5-9EFE-C08C36D38748}" sibTransId="{2F7CBEBB-FD21-4111-8ADA-68C666D3A924}"/>
    <dgm:cxn modelId="{3B926924-E5C9-E346-82E5-CE87A5E1062B}" type="presOf" srcId="{1F26D7A0-D404-4C95-BCF7-A95A03E72ADA}" destId="{62475060-366D-054F-B5D7-41F3FE15480A}" srcOrd="0" destOrd="0" presId="urn:microsoft.com/office/officeart/2005/8/layout/matrix3"/>
    <dgm:cxn modelId="{50250933-6468-41CD-94D0-B659D712CC2B}" srcId="{01B93812-0390-4A50-818E-3924854D0519}" destId="{1F26D7A0-D404-4C95-BCF7-A95A03E72ADA}" srcOrd="0" destOrd="0" parTransId="{A174CF7D-3ADD-40E8-A29A-98F8D8BE888E}" sibTransId="{C24B66E9-7219-4660-9C97-342454EF8FC8}"/>
    <dgm:cxn modelId="{EF80914D-4973-4657-8061-95F7AE244166}" srcId="{01B93812-0390-4A50-818E-3924854D0519}" destId="{323C785C-169B-4A37-B446-13BC1CC98D3B}" srcOrd="2" destOrd="0" parTransId="{9E1814AC-05A5-49A3-B841-D1E7B2CD4486}" sibTransId="{2376FDEB-6547-4AA1-AC52-B676F32B5DCC}"/>
    <dgm:cxn modelId="{D69593B5-6C21-8F4F-9166-967C5DA31745}" type="presOf" srcId="{01B93812-0390-4A50-818E-3924854D0519}" destId="{02EE53A1-1ED9-9346-9E20-EE15A2C109DC}" srcOrd="0" destOrd="0" presId="urn:microsoft.com/office/officeart/2005/8/layout/matrix3"/>
    <dgm:cxn modelId="{341C34BF-1621-DB42-9FDD-91E09CECA849}" type="presOf" srcId="{323C785C-169B-4A37-B446-13BC1CC98D3B}" destId="{D39BCFF7-12A5-B74E-904E-AF34353621D8}" srcOrd="0" destOrd="0" presId="urn:microsoft.com/office/officeart/2005/8/layout/matrix3"/>
    <dgm:cxn modelId="{16A16ECF-6EBD-9E43-8E58-95337D92AA96}" type="presOf" srcId="{57D20CB9-2AB1-4DC5-B9D3-91086FEF419B}" destId="{42F34EED-839D-7D42-B447-19F72136B613}" srcOrd="0" destOrd="0" presId="urn:microsoft.com/office/officeart/2005/8/layout/matrix3"/>
    <dgm:cxn modelId="{71C5BBF9-7B8A-0D46-8919-88983B2EE231}" type="presOf" srcId="{EEBC1956-7DCD-4A7C-8F48-337ADB95B5EE}" destId="{94BC49E5-BBCC-8843-880B-ACAB5880DCCC}" srcOrd="0" destOrd="0" presId="urn:microsoft.com/office/officeart/2005/8/layout/matrix3"/>
    <dgm:cxn modelId="{E3F1D41D-5ACC-3646-82B9-B46109627631}" type="presParOf" srcId="{02EE53A1-1ED9-9346-9E20-EE15A2C109DC}" destId="{87894687-DB9F-9147-B576-5B62A8645AF8}" srcOrd="0" destOrd="0" presId="urn:microsoft.com/office/officeart/2005/8/layout/matrix3"/>
    <dgm:cxn modelId="{F17DBC0E-ECBC-B044-9B3D-B2DC8DF555BD}" type="presParOf" srcId="{02EE53A1-1ED9-9346-9E20-EE15A2C109DC}" destId="{62475060-366D-054F-B5D7-41F3FE15480A}" srcOrd="1" destOrd="0" presId="urn:microsoft.com/office/officeart/2005/8/layout/matrix3"/>
    <dgm:cxn modelId="{783EE11F-3D46-904C-8353-980DDAA9E0CD}" type="presParOf" srcId="{02EE53A1-1ED9-9346-9E20-EE15A2C109DC}" destId="{94BC49E5-BBCC-8843-880B-ACAB5880DCCC}" srcOrd="2" destOrd="0" presId="urn:microsoft.com/office/officeart/2005/8/layout/matrix3"/>
    <dgm:cxn modelId="{DA5ECD8D-2499-A54B-885D-AC82BC0F3E45}" type="presParOf" srcId="{02EE53A1-1ED9-9346-9E20-EE15A2C109DC}" destId="{D39BCFF7-12A5-B74E-904E-AF34353621D8}" srcOrd="3" destOrd="0" presId="urn:microsoft.com/office/officeart/2005/8/layout/matrix3"/>
    <dgm:cxn modelId="{7B79C692-86E3-2241-868A-516CF480A2A7}" type="presParOf" srcId="{02EE53A1-1ED9-9346-9E20-EE15A2C109DC}" destId="{42F34EED-839D-7D42-B447-19F72136B61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2A258-67F5-4A91-BEA7-9BD936F40F0B}">
      <dsp:nvSpPr>
        <dsp:cNvPr id="0" name=""/>
        <dsp:cNvSpPr/>
      </dsp:nvSpPr>
      <dsp:spPr>
        <a:xfrm>
          <a:off x="34178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1B00B-18CB-41C1-BFFD-2BF7459924F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7F733-A5F2-4E72-8EBF-64D111098273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  <a:endParaRPr lang="en-US" sz="1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92" y="2524067"/>
        <a:ext cx="1741992" cy="696796"/>
      </dsp:txXfrm>
    </dsp:sp>
    <dsp:sp modelId="{48489594-45B5-49FF-A785-2C908D750905}">
      <dsp:nvSpPr>
        <dsp:cNvPr id="0" name=""/>
        <dsp:cNvSpPr/>
      </dsp:nvSpPr>
      <dsp:spPr>
        <a:xfrm>
          <a:off x="238862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8DEB9-BE84-44A7-9EFA-9BCF9AC341ED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9F0E9-4D1B-444B-8433-9F77D5CEC3AB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CLOUD,</a:t>
          </a:r>
          <a:r>
            <a:rPr lang="zh-CN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SOC, AND GRID </a:t>
          </a:r>
        </a:p>
      </dsp:txBody>
      <dsp:txXfrm>
        <a:off x="2048933" y="2524067"/>
        <a:ext cx="1741992" cy="696796"/>
      </dsp:txXfrm>
    </dsp:sp>
    <dsp:sp modelId="{754DA836-82AA-4CA1-9785-61E2EE59F993}">
      <dsp:nvSpPr>
        <dsp:cNvPr id="0" name=""/>
        <dsp:cNvSpPr/>
      </dsp:nvSpPr>
      <dsp:spPr>
        <a:xfrm>
          <a:off x="4435462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EBCD9-C341-41D0-8EC2-713063AEAD25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B0759-D670-4A35-AFCF-0AF8352D3848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</a:t>
          </a:r>
        </a:p>
      </dsp:txBody>
      <dsp:txXfrm>
        <a:off x="4095774" y="2524067"/>
        <a:ext cx="1741992" cy="696796"/>
      </dsp:txXfrm>
    </dsp:sp>
    <dsp:sp modelId="{23713A27-78F6-4242-AB89-42D66A2ED22E}">
      <dsp:nvSpPr>
        <dsp:cNvPr id="0" name=""/>
        <dsp:cNvSpPr/>
      </dsp:nvSpPr>
      <dsp:spPr>
        <a:xfrm>
          <a:off x="6482303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EF34D-8618-4F8F-92FD-44B1C69D3B94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3CD71-1CB5-4A29-B5BE-317FED77687F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ISSUE</a:t>
          </a:r>
        </a:p>
      </dsp:txBody>
      <dsp:txXfrm>
        <a:off x="6142615" y="2524067"/>
        <a:ext cx="1741992" cy="696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C0400-D80E-0B4B-ACD3-7BDE07932058}">
      <dsp:nvSpPr>
        <dsp:cNvPr id="0" name=""/>
        <dsp:cNvSpPr/>
      </dsp:nvSpPr>
      <dsp:spPr>
        <a:xfrm>
          <a:off x="2695" y="1154017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On-demand self-service</a:t>
          </a:r>
        </a:p>
      </dsp:txBody>
      <dsp:txXfrm>
        <a:off x="2695" y="1930472"/>
        <a:ext cx="1459501" cy="1225981"/>
      </dsp:txXfrm>
    </dsp:sp>
    <dsp:sp modelId="{3FF58E7B-4100-B447-BB12-C5A921B16C71}">
      <dsp:nvSpPr>
        <dsp:cNvPr id="0" name=""/>
        <dsp:cNvSpPr/>
      </dsp:nvSpPr>
      <dsp:spPr>
        <a:xfrm>
          <a:off x="425951" y="1358348"/>
          <a:ext cx="612990" cy="6129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1</a:t>
          </a:r>
        </a:p>
      </dsp:txBody>
      <dsp:txXfrm>
        <a:off x="515721" y="1448118"/>
        <a:ext cx="433450" cy="433450"/>
      </dsp:txXfrm>
    </dsp:sp>
    <dsp:sp modelId="{EC7507DD-9477-0847-BE7D-24169F264653}">
      <dsp:nvSpPr>
        <dsp:cNvPr id="0" name=""/>
        <dsp:cNvSpPr/>
      </dsp:nvSpPr>
      <dsp:spPr>
        <a:xfrm>
          <a:off x="2695" y="3197248"/>
          <a:ext cx="1459501" cy="72"/>
        </a:xfrm>
        <a:prstGeom prst="rect">
          <a:avLst/>
        </a:prstGeom>
        <a:solidFill>
          <a:schemeClr val="accent2">
            <a:hueOff val="-161707"/>
            <a:satOff val="-9325"/>
            <a:lumOff val="959"/>
            <a:alphaOff val="0"/>
          </a:schemeClr>
        </a:solidFill>
        <a:ln w="12700" cap="flat" cmpd="sng" algn="ctr">
          <a:solidFill>
            <a:schemeClr val="accent2">
              <a:hueOff val="-161707"/>
              <a:satOff val="-9325"/>
              <a:lumOff val="9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4B98B-4E1F-974D-B28E-35F95B072961}">
      <dsp:nvSpPr>
        <dsp:cNvPr id="0" name=""/>
        <dsp:cNvSpPr/>
      </dsp:nvSpPr>
      <dsp:spPr>
        <a:xfrm>
          <a:off x="1608147" y="1154017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Broad network access</a:t>
          </a:r>
        </a:p>
      </dsp:txBody>
      <dsp:txXfrm>
        <a:off x="1608147" y="1930472"/>
        <a:ext cx="1459501" cy="1225981"/>
      </dsp:txXfrm>
    </dsp:sp>
    <dsp:sp modelId="{8866A551-82F1-D549-935E-13022328C48C}">
      <dsp:nvSpPr>
        <dsp:cNvPr id="0" name=""/>
        <dsp:cNvSpPr/>
      </dsp:nvSpPr>
      <dsp:spPr>
        <a:xfrm>
          <a:off x="2031402" y="1358348"/>
          <a:ext cx="612990" cy="612990"/>
        </a:xfrm>
        <a:prstGeom prst="ellipse">
          <a:avLst/>
        </a:prstGeom>
        <a:solidFill>
          <a:schemeClr val="accent2">
            <a:hueOff val="-323414"/>
            <a:satOff val="-18651"/>
            <a:lumOff val="1917"/>
            <a:alphaOff val="0"/>
          </a:schemeClr>
        </a:solidFill>
        <a:ln w="12700" cap="flat" cmpd="sng" algn="ctr">
          <a:solidFill>
            <a:schemeClr val="accent2">
              <a:hueOff val="-323414"/>
              <a:satOff val="-18651"/>
              <a:lumOff val="19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2</a:t>
          </a:r>
        </a:p>
      </dsp:txBody>
      <dsp:txXfrm>
        <a:off x="2121172" y="1448118"/>
        <a:ext cx="433450" cy="433450"/>
      </dsp:txXfrm>
    </dsp:sp>
    <dsp:sp modelId="{C523328C-36FB-1B41-A578-7CFDD5E3029B}">
      <dsp:nvSpPr>
        <dsp:cNvPr id="0" name=""/>
        <dsp:cNvSpPr/>
      </dsp:nvSpPr>
      <dsp:spPr>
        <a:xfrm>
          <a:off x="1608147" y="3197248"/>
          <a:ext cx="1459501" cy="72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BA55E-36EF-584B-9B25-935C9E820352}">
      <dsp:nvSpPr>
        <dsp:cNvPr id="0" name=""/>
        <dsp:cNvSpPr/>
      </dsp:nvSpPr>
      <dsp:spPr>
        <a:xfrm>
          <a:off x="3213599" y="1154017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Resource pooling</a:t>
          </a:r>
        </a:p>
      </dsp:txBody>
      <dsp:txXfrm>
        <a:off x="3213599" y="1930472"/>
        <a:ext cx="1459501" cy="1225981"/>
      </dsp:txXfrm>
    </dsp:sp>
    <dsp:sp modelId="{E5A32221-A195-334A-A980-C08B20416FD3}">
      <dsp:nvSpPr>
        <dsp:cNvPr id="0" name=""/>
        <dsp:cNvSpPr/>
      </dsp:nvSpPr>
      <dsp:spPr>
        <a:xfrm>
          <a:off x="3636854" y="1358348"/>
          <a:ext cx="612990" cy="612990"/>
        </a:xfrm>
        <a:prstGeom prst="ellipse">
          <a:avLst/>
        </a:prstGeom>
        <a:solidFill>
          <a:schemeClr val="accent2">
            <a:hueOff val="-646828"/>
            <a:satOff val="-37301"/>
            <a:lumOff val="3835"/>
            <a:alphaOff val="0"/>
          </a:schemeClr>
        </a:solidFill>
        <a:ln w="12700" cap="flat" cmpd="sng" algn="ctr">
          <a:solidFill>
            <a:schemeClr val="accent2">
              <a:hueOff val="-646828"/>
              <a:satOff val="-37301"/>
              <a:lumOff val="38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3</a:t>
          </a:r>
        </a:p>
      </dsp:txBody>
      <dsp:txXfrm>
        <a:off x="3726624" y="1448118"/>
        <a:ext cx="433450" cy="433450"/>
      </dsp:txXfrm>
    </dsp:sp>
    <dsp:sp modelId="{5E0FF61F-0CA2-724F-98FA-8EA12B137113}">
      <dsp:nvSpPr>
        <dsp:cNvPr id="0" name=""/>
        <dsp:cNvSpPr/>
      </dsp:nvSpPr>
      <dsp:spPr>
        <a:xfrm>
          <a:off x="3213599" y="3197248"/>
          <a:ext cx="1459501" cy="72"/>
        </a:xfrm>
        <a:prstGeom prst="rect">
          <a:avLst/>
        </a:prstGeom>
        <a:solidFill>
          <a:schemeClr val="accent2">
            <a:hueOff val="-808535"/>
            <a:satOff val="-46627"/>
            <a:lumOff val="4793"/>
            <a:alphaOff val="0"/>
          </a:schemeClr>
        </a:solidFill>
        <a:ln w="12700" cap="flat" cmpd="sng" algn="ctr">
          <a:solidFill>
            <a:schemeClr val="accent2">
              <a:hueOff val="-808535"/>
              <a:satOff val="-46627"/>
              <a:lumOff val="47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32ABF-6D4A-DD4C-A442-B6F06EE1496E}">
      <dsp:nvSpPr>
        <dsp:cNvPr id="0" name=""/>
        <dsp:cNvSpPr/>
      </dsp:nvSpPr>
      <dsp:spPr>
        <a:xfrm>
          <a:off x="4819050" y="1154017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Rapid elasticity</a:t>
          </a:r>
        </a:p>
      </dsp:txBody>
      <dsp:txXfrm>
        <a:off x="4819050" y="1930472"/>
        <a:ext cx="1459501" cy="1225981"/>
      </dsp:txXfrm>
    </dsp:sp>
    <dsp:sp modelId="{E41F1048-DE92-024E-8D04-A982E5EFEADE}">
      <dsp:nvSpPr>
        <dsp:cNvPr id="0" name=""/>
        <dsp:cNvSpPr/>
      </dsp:nvSpPr>
      <dsp:spPr>
        <a:xfrm>
          <a:off x="5242306" y="1358348"/>
          <a:ext cx="612990" cy="612990"/>
        </a:xfrm>
        <a:prstGeom prst="ellips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4</a:t>
          </a:r>
        </a:p>
      </dsp:txBody>
      <dsp:txXfrm>
        <a:off x="5332076" y="1448118"/>
        <a:ext cx="433450" cy="433450"/>
      </dsp:txXfrm>
    </dsp:sp>
    <dsp:sp modelId="{E3EE1ABE-69C9-954D-BF17-FF33808B5283}">
      <dsp:nvSpPr>
        <dsp:cNvPr id="0" name=""/>
        <dsp:cNvSpPr/>
      </dsp:nvSpPr>
      <dsp:spPr>
        <a:xfrm>
          <a:off x="4819050" y="3197248"/>
          <a:ext cx="1459501" cy="72"/>
        </a:xfrm>
        <a:prstGeom prst="rect">
          <a:avLst/>
        </a:prstGeom>
        <a:solidFill>
          <a:schemeClr val="accent2">
            <a:hueOff val="-1131949"/>
            <a:satOff val="-65277"/>
            <a:lumOff val="6711"/>
            <a:alphaOff val="0"/>
          </a:schemeClr>
        </a:solidFill>
        <a:ln w="12700" cap="flat" cmpd="sng" algn="ctr">
          <a:solidFill>
            <a:schemeClr val="accent2">
              <a:hueOff val="-1131949"/>
              <a:satOff val="-65277"/>
              <a:lumOff val="67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C3CBE-0ED0-0248-B375-CF10D68129C4}">
      <dsp:nvSpPr>
        <dsp:cNvPr id="0" name=""/>
        <dsp:cNvSpPr/>
      </dsp:nvSpPr>
      <dsp:spPr>
        <a:xfrm>
          <a:off x="6424502" y="1154017"/>
          <a:ext cx="1459501" cy="2043302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330200" rIns="113788" bIns="330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Measured Service</a:t>
          </a:r>
        </a:p>
      </dsp:txBody>
      <dsp:txXfrm>
        <a:off x="6424502" y="1930472"/>
        <a:ext cx="1459501" cy="1225981"/>
      </dsp:txXfrm>
    </dsp:sp>
    <dsp:sp modelId="{E8049B7B-4C52-5A49-9685-6D8525AE691A}">
      <dsp:nvSpPr>
        <dsp:cNvPr id="0" name=""/>
        <dsp:cNvSpPr/>
      </dsp:nvSpPr>
      <dsp:spPr>
        <a:xfrm>
          <a:off x="6847758" y="1358348"/>
          <a:ext cx="612990" cy="612990"/>
        </a:xfrm>
        <a:prstGeom prst="ellipse">
          <a:avLst/>
        </a:prstGeom>
        <a:solidFill>
          <a:schemeClr val="accent2">
            <a:hueOff val="-1293656"/>
            <a:satOff val="-74603"/>
            <a:lumOff val="7669"/>
            <a:alphaOff val="0"/>
          </a:schemeClr>
        </a:solidFill>
        <a:ln w="12700" cap="flat" cmpd="sng" algn="ctr">
          <a:solidFill>
            <a:schemeClr val="accent2">
              <a:hueOff val="-1293656"/>
              <a:satOff val="-74603"/>
              <a:lumOff val="76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791" tIns="12700" rIns="4779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5</a:t>
          </a:r>
        </a:p>
      </dsp:txBody>
      <dsp:txXfrm>
        <a:off x="6937528" y="1448118"/>
        <a:ext cx="433450" cy="433450"/>
      </dsp:txXfrm>
    </dsp:sp>
    <dsp:sp modelId="{E2C78630-8965-E448-AA77-28CD0E722F53}">
      <dsp:nvSpPr>
        <dsp:cNvPr id="0" name=""/>
        <dsp:cNvSpPr/>
      </dsp:nvSpPr>
      <dsp:spPr>
        <a:xfrm>
          <a:off x="6424502" y="3197248"/>
          <a:ext cx="1459501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C0400-D80E-0B4B-ACD3-7BDE07932058}">
      <dsp:nvSpPr>
        <dsp:cNvPr id="0" name=""/>
        <dsp:cNvSpPr/>
      </dsp:nvSpPr>
      <dsp:spPr>
        <a:xfrm>
          <a:off x="2310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i="1" kern="1200"/>
            <a:t>Software as a Service </a:t>
          </a:r>
          <a:r>
            <a:rPr lang="en" sz="2000" kern="1200"/>
            <a:t>(SaaS)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10" y="1867718"/>
        <a:ext cx="1833041" cy="1539754"/>
      </dsp:txXfrm>
    </dsp:sp>
    <dsp:sp modelId="{3FF58E7B-4100-B447-BB12-C5A921B16C71}">
      <dsp:nvSpPr>
        <dsp:cNvPr id="0" name=""/>
        <dsp:cNvSpPr/>
      </dsp:nvSpPr>
      <dsp:spPr>
        <a:xfrm>
          <a:off x="533892" y="1149165"/>
          <a:ext cx="769877" cy="769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</a:t>
          </a:r>
        </a:p>
      </dsp:txBody>
      <dsp:txXfrm>
        <a:off x="646638" y="1261911"/>
        <a:ext cx="544385" cy="544385"/>
      </dsp:txXfrm>
    </dsp:sp>
    <dsp:sp modelId="{EC7507DD-9477-0847-BE7D-24169F264653}">
      <dsp:nvSpPr>
        <dsp:cNvPr id="0" name=""/>
        <dsp:cNvSpPr/>
      </dsp:nvSpPr>
      <dsp:spPr>
        <a:xfrm>
          <a:off x="2310" y="3458726"/>
          <a:ext cx="1833041" cy="72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accent2">
              <a:hueOff val="-207909"/>
              <a:satOff val="-11990"/>
              <a:lumOff val="12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4B98B-4E1F-974D-B28E-35F95B072961}">
      <dsp:nvSpPr>
        <dsp:cNvPr id="0" name=""/>
        <dsp:cNvSpPr/>
      </dsp:nvSpPr>
      <dsp:spPr>
        <a:xfrm>
          <a:off x="2018656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i="1" kern="1200"/>
            <a:t>Platform as a Service </a:t>
          </a:r>
          <a:r>
            <a:rPr lang="en" sz="2000" kern="1200"/>
            <a:t>(PaaS)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18656" y="1867718"/>
        <a:ext cx="1833041" cy="1539754"/>
      </dsp:txXfrm>
    </dsp:sp>
    <dsp:sp modelId="{8866A551-82F1-D549-935E-13022328C48C}">
      <dsp:nvSpPr>
        <dsp:cNvPr id="0" name=""/>
        <dsp:cNvSpPr/>
      </dsp:nvSpPr>
      <dsp:spPr>
        <a:xfrm>
          <a:off x="2550238" y="1149165"/>
          <a:ext cx="769877" cy="769877"/>
        </a:xfrm>
        <a:prstGeom prst="ellipse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accent2">
              <a:hueOff val="-415818"/>
              <a:satOff val="-23979"/>
              <a:lumOff val="24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2662984" y="1261911"/>
        <a:ext cx="544385" cy="544385"/>
      </dsp:txXfrm>
    </dsp:sp>
    <dsp:sp modelId="{C523328C-36FB-1B41-A578-7CFDD5E3029B}">
      <dsp:nvSpPr>
        <dsp:cNvPr id="0" name=""/>
        <dsp:cNvSpPr/>
      </dsp:nvSpPr>
      <dsp:spPr>
        <a:xfrm>
          <a:off x="2018656" y="3458726"/>
          <a:ext cx="1833041" cy="72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accent2">
              <a:hueOff val="-623727"/>
              <a:satOff val="-35969"/>
              <a:lumOff val="36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BA55E-36EF-584B-9B25-935C9E820352}">
      <dsp:nvSpPr>
        <dsp:cNvPr id="0" name=""/>
        <dsp:cNvSpPr/>
      </dsp:nvSpPr>
      <dsp:spPr>
        <a:xfrm>
          <a:off x="4035002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i="1" kern="1200"/>
            <a:t>Infrastructure as a Service </a:t>
          </a:r>
          <a:r>
            <a:rPr lang="en" sz="2000" kern="1200"/>
            <a:t>(IaaS)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35002" y="1867718"/>
        <a:ext cx="1833041" cy="1539754"/>
      </dsp:txXfrm>
    </dsp:sp>
    <dsp:sp modelId="{E5A32221-A195-334A-A980-C08B20416FD3}">
      <dsp:nvSpPr>
        <dsp:cNvPr id="0" name=""/>
        <dsp:cNvSpPr/>
      </dsp:nvSpPr>
      <dsp:spPr>
        <a:xfrm>
          <a:off x="4566584" y="1149165"/>
          <a:ext cx="769877" cy="769877"/>
        </a:xfrm>
        <a:prstGeom prst="ellipse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accent2">
              <a:hueOff val="-831636"/>
              <a:satOff val="-47959"/>
              <a:lumOff val="49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</a:p>
      </dsp:txBody>
      <dsp:txXfrm>
        <a:off x="4679330" y="1261911"/>
        <a:ext cx="544385" cy="544385"/>
      </dsp:txXfrm>
    </dsp:sp>
    <dsp:sp modelId="{5E0FF61F-0CA2-724F-98FA-8EA12B137113}">
      <dsp:nvSpPr>
        <dsp:cNvPr id="0" name=""/>
        <dsp:cNvSpPr/>
      </dsp:nvSpPr>
      <dsp:spPr>
        <a:xfrm>
          <a:off x="4035002" y="3458726"/>
          <a:ext cx="1833041" cy="72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accent2">
              <a:hueOff val="-1039545"/>
              <a:satOff val="-59949"/>
              <a:lumOff val="6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32ABF-6D4A-DD4C-A442-B6F06EE1496E}">
      <dsp:nvSpPr>
        <dsp:cNvPr id="0" name=""/>
        <dsp:cNvSpPr/>
      </dsp:nvSpPr>
      <dsp:spPr>
        <a:xfrm>
          <a:off x="6051347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i="1" kern="1200"/>
            <a:t>Data storage as a Service </a:t>
          </a:r>
          <a:r>
            <a:rPr lang="en" sz="2000" kern="1200"/>
            <a:t>(</a:t>
          </a:r>
          <a:r>
            <a:rPr lang="en" sz="2000" kern="1200" err="1"/>
            <a:t>DaaS</a:t>
          </a:r>
          <a:r>
            <a:rPr lang="en" sz="2000" kern="1200"/>
            <a:t>)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51347" y="1867718"/>
        <a:ext cx="1833041" cy="1539754"/>
      </dsp:txXfrm>
    </dsp:sp>
    <dsp:sp modelId="{E41F1048-DE92-024E-8D04-A982E5EFEADE}">
      <dsp:nvSpPr>
        <dsp:cNvPr id="0" name=""/>
        <dsp:cNvSpPr/>
      </dsp:nvSpPr>
      <dsp:spPr>
        <a:xfrm>
          <a:off x="6582929" y="1149165"/>
          <a:ext cx="769877" cy="769877"/>
        </a:xfrm>
        <a:prstGeom prst="ellipse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accent2">
              <a:hueOff val="-1247454"/>
              <a:satOff val="-71938"/>
              <a:lumOff val="73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6695675" y="1261911"/>
        <a:ext cx="544385" cy="544385"/>
      </dsp:txXfrm>
    </dsp:sp>
    <dsp:sp modelId="{E3EE1ABE-69C9-954D-BF17-FF33808B5283}">
      <dsp:nvSpPr>
        <dsp:cNvPr id="0" name=""/>
        <dsp:cNvSpPr/>
      </dsp:nvSpPr>
      <dsp:spPr>
        <a:xfrm>
          <a:off x="6051347" y="3458726"/>
          <a:ext cx="1833041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C0400-D80E-0B4B-ACD3-7BDE07932058}">
      <dsp:nvSpPr>
        <dsp:cNvPr id="0" name=""/>
        <dsp:cNvSpPr/>
      </dsp:nvSpPr>
      <dsp:spPr>
        <a:xfrm>
          <a:off x="2310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i="1" kern="1200"/>
            <a:t>Private cloud </a:t>
          </a:r>
          <a:r>
            <a:rPr lang="en" sz="2000" kern="1200"/>
            <a:t>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10" y="1867718"/>
        <a:ext cx="1833041" cy="1539754"/>
      </dsp:txXfrm>
    </dsp:sp>
    <dsp:sp modelId="{3FF58E7B-4100-B447-BB12-C5A921B16C71}">
      <dsp:nvSpPr>
        <dsp:cNvPr id="0" name=""/>
        <dsp:cNvSpPr/>
      </dsp:nvSpPr>
      <dsp:spPr>
        <a:xfrm>
          <a:off x="533892" y="1149165"/>
          <a:ext cx="769877" cy="769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</a:t>
          </a:r>
        </a:p>
      </dsp:txBody>
      <dsp:txXfrm>
        <a:off x="646638" y="1261911"/>
        <a:ext cx="544385" cy="544385"/>
      </dsp:txXfrm>
    </dsp:sp>
    <dsp:sp modelId="{EC7507DD-9477-0847-BE7D-24169F264653}">
      <dsp:nvSpPr>
        <dsp:cNvPr id="0" name=""/>
        <dsp:cNvSpPr/>
      </dsp:nvSpPr>
      <dsp:spPr>
        <a:xfrm>
          <a:off x="2310" y="3458726"/>
          <a:ext cx="1833041" cy="72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accent2">
              <a:hueOff val="-207909"/>
              <a:satOff val="-11990"/>
              <a:lumOff val="12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4B98B-4E1F-974D-B28E-35F95B072961}">
      <dsp:nvSpPr>
        <dsp:cNvPr id="0" name=""/>
        <dsp:cNvSpPr/>
      </dsp:nvSpPr>
      <dsp:spPr>
        <a:xfrm>
          <a:off x="2018656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i="1" kern="1200"/>
            <a:t>Community cloud </a:t>
          </a:r>
          <a:r>
            <a:rPr lang="en" sz="2000" kern="1200"/>
            <a:t>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18656" y="1867718"/>
        <a:ext cx="1833041" cy="1539754"/>
      </dsp:txXfrm>
    </dsp:sp>
    <dsp:sp modelId="{8866A551-82F1-D549-935E-13022328C48C}">
      <dsp:nvSpPr>
        <dsp:cNvPr id="0" name=""/>
        <dsp:cNvSpPr/>
      </dsp:nvSpPr>
      <dsp:spPr>
        <a:xfrm>
          <a:off x="2550238" y="1149165"/>
          <a:ext cx="769877" cy="769877"/>
        </a:xfrm>
        <a:prstGeom prst="ellipse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accent2">
              <a:hueOff val="-415818"/>
              <a:satOff val="-23979"/>
              <a:lumOff val="24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2662984" y="1261911"/>
        <a:ext cx="544385" cy="544385"/>
      </dsp:txXfrm>
    </dsp:sp>
    <dsp:sp modelId="{C523328C-36FB-1B41-A578-7CFDD5E3029B}">
      <dsp:nvSpPr>
        <dsp:cNvPr id="0" name=""/>
        <dsp:cNvSpPr/>
      </dsp:nvSpPr>
      <dsp:spPr>
        <a:xfrm>
          <a:off x="2018656" y="3458726"/>
          <a:ext cx="1833041" cy="72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accent2">
              <a:hueOff val="-623727"/>
              <a:satOff val="-35969"/>
              <a:lumOff val="36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BA55E-36EF-584B-9B25-935C9E820352}">
      <dsp:nvSpPr>
        <dsp:cNvPr id="0" name=""/>
        <dsp:cNvSpPr/>
      </dsp:nvSpPr>
      <dsp:spPr>
        <a:xfrm>
          <a:off x="4035002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i="1" kern="1200"/>
            <a:t>Public cloud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35002" y="1867718"/>
        <a:ext cx="1833041" cy="1539754"/>
      </dsp:txXfrm>
    </dsp:sp>
    <dsp:sp modelId="{E5A32221-A195-334A-A980-C08B20416FD3}">
      <dsp:nvSpPr>
        <dsp:cNvPr id="0" name=""/>
        <dsp:cNvSpPr/>
      </dsp:nvSpPr>
      <dsp:spPr>
        <a:xfrm>
          <a:off x="4566584" y="1149165"/>
          <a:ext cx="769877" cy="769877"/>
        </a:xfrm>
        <a:prstGeom prst="ellipse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accent2">
              <a:hueOff val="-831636"/>
              <a:satOff val="-47959"/>
              <a:lumOff val="49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</a:p>
      </dsp:txBody>
      <dsp:txXfrm>
        <a:off x="4679330" y="1261911"/>
        <a:ext cx="544385" cy="544385"/>
      </dsp:txXfrm>
    </dsp:sp>
    <dsp:sp modelId="{5E0FF61F-0CA2-724F-98FA-8EA12B137113}">
      <dsp:nvSpPr>
        <dsp:cNvPr id="0" name=""/>
        <dsp:cNvSpPr/>
      </dsp:nvSpPr>
      <dsp:spPr>
        <a:xfrm>
          <a:off x="4035002" y="3458726"/>
          <a:ext cx="1833041" cy="72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accent2">
              <a:hueOff val="-1039545"/>
              <a:satOff val="-59949"/>
              <a:lumOff val="6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32ABF-6D4A-DD4C-A442-B6F06EE1496E}">
      <dsp:nvSpPr>
        <dsp:cNvPr id="0" name=""/>
        <dsp:cNvSpPr/>
      </dsp:nvSpPr>
      <dsp:spPr>
        <a:xfrm>
          <a:off x="6051347" y="89253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i="1" kern="1200"/>
            <a:t>Hybrid cloud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51347" y="1867718"/>
        <a:ext cx="1833041" cy="1539754"/>
      </dsp:txXfrm>
    </dsp:sp>
    <dsp:sp modelId="{E41F1048-DE92-024E-8D04-A982E5EFEADE}">
      <dsp:nvSpPr>
        <dsp:cNvPr id="0" name=""/>
        <dsp:cNvSpPr/>
      </dsp:nvSpPr>
      <dsp:spPr>
        <a:xfrm>
          <a:off x="6582929" y="1149165"/>
          <a:ext cx="769877" cy="769877"/>
        </a:xfrm>
        <a:prstGeom prst="ellipse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accent2">
              <a:hueOff val="-1247454"/>
              <a:satOff val="-71938"/>
              <a:lumOff val="73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6695675" y="1261911"/>
        <a:ext cx="544385" cy="544385"/>
      </dsp:txXfrm>
    </dsp:sp>
    <dsp:sp modelId="{E3EE1ABE-69C9-954D-BF17-FF33808B5283}">
      <dsp:nvSpPr>
        <dsp:cNvPr id="0" name=""/>
        <dsp:cNvSpPr/>
      </dsp:nvSpPr>
      <dsp:spPr>
        <a:xfrm>
          <a:off x="6051347" y="3458726"/>
          <a:ext cx="1833041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465461-6599-D84E-94F1-3AA1A86DDDBF}">
      <dsp:nvSpPr>
        <dsp:cNvPr id="0" name=""/>
        <dsp:cNvSpPr/>
      </dsp:nvSpPr>
      <dsp:spPr>
        <a:xfrm>
          <a:off x="5493" y="296443"/>
          <a:ext cx="2377848" cy="26890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Public</a:t>
          </a:r>
          <a:r>
            <a:rPr lang="en-US" sz="2400" kern="1200"/>
            <a:t>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still uses computing resources pooled </a:t>
          </a:r>
        </a:p>
      </dsp:txBody>
      <dsp:txXfrm>
        <a:off x="5493" y="296443"/>
        <a:ext cx="2377848" cy="2689012"/>
      </dsp:txXfrm>
    </dsp:sp>
    <dsp:sp modelId="{00D0519D-B328-3B47-B1F8-5983C9A6B1B3}">
      <dsp:nvSpPr>
        <dsp:cNvPr id="0" name=""/>
        <dsp:cNvSpPr/>
      </dsp:nvSpPr>
      <dsp:spPr>
        <a:xfrm>
          <a:off x="2431198" y="1519449"/>
          <a:ext cx="356677" cy="243000"/>
        </a:xfrm>
        <a:prstGeom prst="rightArrow">
          <a:avLst>
            <a:gd name="adj1" fmla="val 50000"/>
            <a:gd name="adj2" fmla="val 5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CE07C91-204B-744C-8143-7EA79E2B633E}">
      <dsp:nvSpPr>
        <dsp:cNvPr id="0" name=""/>
        <dsp:cNvSpPr/>
      </dsp:nvSpPr>
      <dsp:spPr>
        <a:xfrm>
          <a:off x="2835731" y="296443"/>
          <a:ext cx="2377848" cy="26890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/>
            <a:t>A</a:t>
          </a:r>
          <a:r>
            <a:rPr lang="en-US" sz="2400" b="1" kern="1200"/>
            <a:t> </a:t>
          </a:r>
          <a:r>
            <a:rPr lang="en-US" altLang="zh-CN" sz="2400" b="1" kern="1200"/>
            <a:t>bridge</a:t>
          </a:r>
          <a:r>
            <a:rPr lang="en-US" sz="2400" b="1" kern="1200"/>
            <a:t>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between an organization’s existing IT infrastructure and the public cloud</a:t>
          </a:r>
          <a:endParaRPr lang="en-US" sz="1800" kern="1200"/>
        </a:p>
      </dsp:txBody>
      <dsp:txXfrm>
        <a:off x="2835731" y="296443"/>
        <a:ext cx="2377848" cy="2689012"/>
      </dsp:txXfrm>
    </dsp:sp>
    <dsp:sp modelId="{43521B42-11D5-5E40-818C-98889904E92C}">
      <dsp:nvSpPr>
        <dsp:cNvPr id="0" name=""/>
        <dsp:cNvSpPr/>
      </dsp:nvSpPr>
      <dsp:spPr>
        <a:xfrm>
          <a:off x="5261436" y="1519449"/>
          <a:ext cx="356677" cy="243000"/>
        </a:xfrm>
        <a:prstGeom prst="rightArrow">
          <a:avLst>
            <a:gd name="adj1" fmla="val 50000"/>
            <a:gd name="adj2" fmla="val 5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662E08E-85D0-A842-B188-51A322CDA23A}">
      <dsp:nvSpPr>
        <dsp:cNvPr id="0" name=""/>
        <dsp:cNvSpPr/>
      </dsp:nvSpPr>
      <dsp:spPr>
        <a:xfrm>
          <a:off x="5665970" y="296443"/>
          <a:ext cx="2377848" cy="26890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/>
            <a:t>Virtually private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0" kern="1200"/>
            <a:t>the connection through VPN</a:t>
          </a:r>
          <a:endParaRPr lang="en-US" sz="2000" b="0" kern="120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dedicate a set of 'isolated' resources to the VPC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/>
            <a:t>pay-per-use</a:t>
          </a:r>
          <a:endParaRPr lang="en-US" sz="2000" kern="1200"/>
        </a:p>
      </dsp:txBody>
      <dsp:txXfrm>
        <a:off x="5665970" y="296443"/>
        <a:ext cx="2377848" cy="26890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2A258-67F5-4A91-BEA7-9BD936F40F0B}">
      <dsp:nvSpPr>
        <dsp:cNvPr id="0" name=""/>
        <dsp:cNvSpPr/>
      </dsp:nvSpPr>
      <dsp:spPr>
        <a:xfrm>
          <a:off x="34178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1B00B-18CB-41C1-BFFD-2BF7459924F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7F733-A5F2-4E72-8EBF-64D111098273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092" y="2524067"/>
        <a:ext cx="1741992" cy="696796"/>
      </dsp:txXfrm>
    </dsp:sp>
    <dsp:sp modelId="{48489594-45B5-49FF-A785-2C908D750905}">
      <dsp:nvSpPr>
        <dsp:cNvPr id="0" name=""/>
        <dsp:cNvSpPr/>
      </dsp:nvSpPr>
      <dsp:spPr>
        <a:xfrm>
          <a:off x="238862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8DEB9-BE84-44A7-9EFA-9BCF9AC341ED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9F0E9-4D1B-444B-8433-9F77D5CEC3AB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CLOUD,</a:t>
          </a:r>
          <a:r>
            <a:rPr lang="zh-CN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SOC, AND GRID </a:t>
          </a:r>
        </a:p>
      </dsp:txBody>
      <dsp:txXfrm>
        <a:off x="2048933" y="2524067"/>
        <a:ext cx="1741992" cy="696796"/>
      </dsp:txXfrm>
    </dsp:sp>
    <dsp:sp modelId="{754DA836-82AA-4CA1-9785-61E2EE59F993}">
      <dsp:nvSpPr>
        <dsp:cNvPr id="0" name=""/>
        <dsp:cNvSpPr/>
      </dsp:nvSpPr>
      <dsp:spPr>
        <a:xfrm>
          <a:off x="4435462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EBCD9-C341-41D0-8EC2-713063AEAD25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B0759-D670-4A35-AFCF-0AF8352D3848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</a:t>
          </a:r>
        </a:p>
      </dsp:txBody>
      <dsp:txXfrm>
        <a:off x="4095774" y="2524067"/>
        <a:ext cx="1741992" cy="696796"/>
      </dsp:txXfrm>
    </dsp:sp>
    <dsp:sp modelId="{23713A27-78F6-4242-AB89-42D66A2ED22E}">
      <dsp:nvSpPr>
        <dsp:cNvPr id="0" name=""/>
        <dsp:cNvSpPr/>
      </dsp:nvSpPr>
      <dsp:spPr>
        <a:xfrm>
          <a:off x="6482303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EF34D-8618-4F8F-92FD-44B1C69D3B94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3CD71-1CB5-4A29-B5BE-317FED77687F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ISSUE</a:t>
          </a:r>
        </a:p>
      </dsp:txBody>
      <dsp:txXfrm>
        <a:off x="6142615" y="2524067"/>
        <a:ext cx="1741992" cy="6967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2E029-8F06-CF45-8EF5-98453AB1E1A6}">
      <dsp:nvSpPr>
        <dsp:cNvPr id="0" name=""/>
        <dsp:cNvSpPr/>
      </dsp:nvSpPr>
      <dsp:spPr>
        <a:xfrm>
          <a:off x="573201" y="0"/>
          <a:ext cx="6496285" cy="3617845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AFA02-B578-8742-8AFE-A87BD3586C3C}">
      <dsp:nvSpPr>
        <dsp:cNvPr id="0" name=""/>
        <dsp:cNvSpPr/>
      </dsp:nvSpPr>
      <dsp:spPr>
        <a:xfrm>
          <a:off x="8209" y="1085353"/>
          <a:ext cx="2459990" cy="14471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kern="1200"/>
            <a:t>Cloud and Service-Oriented Computing</a:t>
          </a:r>
          <a:endParaRPr lang="en-US" sz="2500" kern="1200"/>
        </a:p>
      </dsp:txBody>
      <dsp:txXfrm>
        <a:off x="78852" y="1155996"/>
        <a:ext cx="2318704" cy="1305852"/>
      </dsp:txXfrm>
    </dsp:sp>
    <dsp:sp modelId="{D77F42A8-27B5-9F42-8FB8-938BB56B260F}">
      <dsp:nvSpPr>
        <dsp:cNvPr id="0" name=""/>
        <dsp:cNvSpPr/>
      </dsp:nvSpPr>
      <dsp:spPr>
        <a:xfrm>
          <a:off x="2591349" y="1085353"/>
          <a:ext cx="2459990" cy="1447138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kern="1200"/>
            <a:t>Cloud and Grid Computing </a:t>
          </a:r>
          <a:endParaRPr lang="en-US" sz="2500" kern="1200"/>
        </a:p>
      </dsp:txBody>
      <dsp:txXfrm>
        <a:off x="2661992" y="1155996"/>
        <a:ext cx="2318704" cy="1305852"/>
      </dsp:txXfrm>
    </dsp:sp>
    <dsp:sp modelId="{7BEA9F3A-F878-324E-940E-0CAB33B2F618}">
      <dsp:nvSpPr>
        <dsp:cNvPr id="0" name=""/>
        <dsp:cNvSpPr/>
      </dsp:nvSpPr>
      <dsp:spPr>
        <a:xfrm>
          <a:off x="5174488" y="1085353"/>
          <a:ext cx="2459990" cy="1447138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kern="1200"/>
            <a:t>Cloud and High Performance Computing </a:t>
          </a:r>
          <a:endParaRPr lang="en-US" sz="2500" kern="1200"/>
        </a:p>
      </dsp:txBody>
      <dsp:txXfrm>
        <a:off x="5245131" y="1155996"/>
        <a:ext cx="2318704" cy="13058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E0F63-6D17-9B40-B66D-64076A1DAC1D}">
      <dsp:nvSpPr>
        <dsp:cNvPr id="0" name=""/>
        <dsp:cNvSpPr/>
      </dsp:nvSpPr>
      <dsp:spPr>
        <a:xfrm rot="5400000">
          <a:off x="4513935" y="-1462414"/>
          <a:ext cx="1698041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Service Description for Cloud Services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Service Discovery for Cloud Services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Service Composition for Cloud Service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Service Management for Cloud Service</a:t>
          </a:r>
        </a:p>
      </dsp:txBody>
      <dsp:txXfrm rot="-5400000">
        <a:off x="2839212" y="295201"/>
        <a:ext cx="4964596" cy="1532257"/>
      </dsp:txXfrm>
    </dsp:sp>
    <dsp:sp modelId="{8EDD4FB2-D1E2-CC44-B454-B2D8613C198F}">
      <dsp:nvSpPr>
        <dsp:cNvPr id="0" name=""/>
        <dsp:cNvSpPr/>
      </dsp:nvSpPr>
      <dsp:spPr>
        <a:xfrm>
          <a:off x="0" y="53"/>
          <a:ext cx="2839212" cy="2122552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Advances in SOC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700" kern="1200"/>
            <a:t> </a:t>
          </a:r>
          <a:r>
            <a:rPr lang="en-US" altLang="zh-CN" sz="2700" kern="1200">
              <a:solidFill>
                <a:schemeClr val="accent2"/>
              </a:solidFill>
            </a:rPr>
            <a:t>benefit</a:t>
          </a:r>
          <a:r>
            <a:rPr lang="en-US" altLang="zh-CN" sz="2700" kern="1200"/>
            <a:t> Cloud Computing </a:t>
          </a:r>
          <a:r>
            <a:rPr lang="en-US" sz="2700" kern="1200"/>
            <a:t> </a:t>
          </a:r>
        </a:p>
      </dsp:txBody>
      <dsp:txXfrm>
        <a:off x="103614" y="103667"/>
        <a:ext cx="2631984" cy="1915324"/>
      </dsp:txXfrm>
    </dsp:sp>
    <dsp:sp modelId="{066285A7-F499-2C4A-8323-ED494B49B832}">
      <dsp:nvSpPr>
        <dsp:cNvPr id="0" name=""/>
        <dsp:cNvSpPr/>
      </dsp:nvSpPr>
      <dsp:spPr>
        <a:xfrm rot="5400000">
          <a:off x="4513935" y="766264"/>
          <a:ext cx="1698041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Cloud for Web Service Development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Cloud for Web Service Testing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Cloud for Web Service Deployment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Cloud for Service Process Enactment</a:t>
          </a:r>
        </a:p>
      </dsp:txBody>
      <dsp:txXfrm rot="-5400000">
        <a:off x="2839212" y="2523879"/>
        <a:ext cx="4964596" cy="1532257"/>
      </dsp:txXfrm>
    </dsp:sp>
    <dsp:sp modelId="{5852ADD2-7824-154F-B1F7-FCC107142985}">
      <dsp:nvSpPr>
        <dsp:cNvPr id="0" name=""/>
        <dsp:cNvSpPr/>
      </dsp:nvSpPr>
      <dsp:spPr>
        <a:xfrm>
          <a:off x="0" y="2228732"/>
          <a:ext cx="2839212" cy="2122552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Cloud computing </a:t>
          </a:r>
          <a:r>
            <a:rPr lang="en-US" sz="2700" kern="1200">
              <a:solidFill>
                <a:schemeClr val="accent2"/>
              </a:solidFill>
            </a:rPr>
            <a:t>benefit</a:t>
          </a:r>
          <a:r>
            <a:rPr lang="en-US" sz="2700" kern="1200"/>
            <a:t> Service Oriented Computing</a:t>
          </a:r>
        </a:p>
      </dsp:txBody>
      <dsp:txXfrm>
        <a:off x="103614" y="2332346"/>
        <a:ext cx="2631984" cy="19153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EE9CE-8875-8542-9E9F-10C2550922BF}">
      <dsp:nvSpPr>
        <dsp:cNvPr id="0" name=""/>
        <dsp:cNvSpPr/>
      </dsp:nvSpPr>
      <dsp:spPr>
        <a:xfrm>
          <a:off x="0" y="41859"/>
          <a:ext cx="7886700" cy="67158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1" kern="1200"/>
            <a:t>Service Description for Cloud Services</a:t>
          </a:r>
          <a:r>
            <a:rPr lang="en-US" sz="2800" kern="1200"/>
            <a:t>. </a:t>
          </a:r>
        </a:p>
      </dsp:txBody>
      <dsp:txXfrm>
        <a:off x="32784" y="74643"/>
        <a:ext cx="7821132" cy="606012"/>
      </dsp:txXfrm>
    </dsp:sp>
    <dsp:sp modelId="{B40F259B-7D23-FF45-9D62-A0526B13BB75}">
      <dsp:nvSpPr>
        <dsp:cNvPr id="0" name=""/>
        <dsp:cNvSpPr/>
      </dsp:nvSpPr>
      <dsp:spPr>
        <a:xfrm>
          <a:off x="0" y="713439"/>
          <a:ext cx="7886700" cy="1420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Web Services Description Language (WSDL) and the REST protocol </a:t>
          </a:r>
          <a:r>
            <a:rPr lang="zh-CN" altLang="en-US" sz="2200" kern="1200"/>
            <a:t>：</a:t>
          </a:r>
          <a:r>
            <a:rPr lang="en-US" sz="2200" kern="1200"/>
            <a:t>two widely used interface languages to describe Web services.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 They have been utilized to describe Cloud API specification. </a:t>
          </a:r>
        </a:p>
      </dsp:txBody>
      <dsp:txXfrm>
        <a:off x="0" y="713439"/>
        <a:ext cx="7886700" cy="1420020"/>
      </dsp:txXfrm>
    </dsp:sp>
    <dsp:sp modelId="{BECD9340-863C-C140-846E-FB8F7E11AB67}">
      <dsp:nvSpPr>
        <dsp:cNvPr id="0" name=""/>
        <dsp:cNvSpPr/>
      </dsp:nvSpPr>
      <dsp:spPr>
        <a:xfrm>
          <a:off x="0" y="2133459"/>
          <a:ext cx="7886700" cy="671580"/>
        </a:xfrm>
        <a:prstGeom prst="roundRect">
          <a:avLst/>
        </a:prstGeom>
        <a:solidFill>
          <a:schemeClr val="accent1">
            <a:shade val="80000"/>
            <a:hueOff val="116428"/>
            <a:satOff val="-2085"/>
            <a:lumOff val="88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Service Discovery for Cloud Services</a:t>
          </a:r>
        </a:p>
      </dsp:txBody>
      <dsp:txXfrm>
        <a:off x="32784" y="2166243"/>
        <a:ext cx="7821132" cy="606012"/>
      </dsp:txXfrm>
    </dsp:sp>
    <dsp:sp modelId="{A96B4CBE-8584-F14E-9A84-11A4ACCA2C74}">
      <dsp:nvSpPr>
        <dsp:cNvPr id="0" name=""/>
        <dsp:cNvSpPr/>
      </dsp:nvSpPr>
      <dsp:spPr>
        <a:xfrm>
          <a:off x="0" y="2885678"/>
          <a:ext cx="7886700" cy="671580"/>
        </a:xfrm>
        <a:prstGeom prst="roundRect">
          <a:avLst/>
        </a:prstGeom>
        <a:solidFill>
          <a:schemeClr val="accent1">
            <a:shade val="80000"/>
            <a:hueOff val="232855"/>
            <a:satOff val="-4171"/>
            <a:lumOff val="17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Service Composition for Cloud Service</a:t>
          </a:r>
        </a:p>
      </dsp:txBody>
      <dsp:txXfrm>
        <a:off x="32784" y="2918462"/>
        <a:ext cx="7821132" cy="606012"/>
      </dsp:txXfrm>
    </dsp:sp>
    <dsp:sp modelId="{123CDD00-CC99-3E44-BFA4-318CEBC62DE1}">
      <dsp:nvSpPr>
        <dsp:cNvPr id="0" name=""/>
        <dsp:cNvSpPr/>
      </dsp:nvSpPr>
      <dsp:spPr>
        <a:xfrm>
          <a:off x="0" y="3637899"/>
          <a:ext cx="7886700" cy="671580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Service Management for Cloud Service</a:t>
          </a:r>
        </a:p>
      </dsp:txBody>
      <dsp:txXfrm>
        <a:off x="32784" y="3670683"/>
        <a:ext cx="7821132" cy="6060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EE9CE-8875-8542-9E9F-10C2550922BF}">
      <dsp:nvSpPr>
        <dsp:cNvPr id="0" name=""/>
        <dsp:cNvSpPr/>
      </dsp:nvSpPr>
      <dsp:spPr>
        <a:xfrm>
          <a:off x="0" y="53873"/>
          <a:ext cx="7886700" cy="74353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i="1" kern="1200"/>
            <a:t>Service Description for Cloud Services</a:t>
          </a:r>
          <a:r>
            <a:rPr lang="en-US" sz="3100" kern="1200"/>
            <a:t>. </a:t>
          </a:r>
        </a:p>
      </dsp:txBody>
      <dsp:txXfrm>
        <a:off x="36296" y="90169"/>
        <a:ext cx="7814108" cy="670943"/>
      </dsp:txXfrm>
    </dsp:sp>
    <dsp:sp modelId="{BECD9340-863C-C140-846E-FB8F7E11AB67}">
      <dsp:nvSpPr>
        <dsp:cNvPr id="0" name=""/>
        <dsp:cNvSpPr/>
      </dsp:nvSpPr>
      <dsp:spPr>
        <a:xfrm>
          <a:off x="0" y="886688"/>
          <a:ext cx="7886700" cy="743535"/>
        </a:xfrm>
        <a:prstGeom prst="roundRect">
          <a:avLst/>
        </a:prstGeom>
        <a:solidFill>
          <a:schemeClr val="accent1">
            <a:shade val="80000"/>
            <a:hueOff val="116428"/>
            <a:satOff val="-2085"/>
            <a:lumOff val="88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Service Discovery for Cloud Services</a:t>
          </a:r>
        </a:p>
      </dsp:txBody>
      <dsp:txXfrm>
        <a:off x="36296" y="922984"/>
        <a:ext cx="7814108" cy="670943"/>
      </dsp:txXfrm>
    </dsp:sp>
    <dsp:sp modelId="{183CDDAF-B851-9049-B52A-9876048E4728}">
      <dsp:nvSpPr>
        <dsp:cNvPr id="0" name=""/>
        <dsp:cNvSpPr/>
      </dsp:nvSpPr>
      <dsp:spPr>
        <a:xfrm>
          <a:off x="0" y="1630223"/>
          <a:ext cx="7886700" cy="1090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" sz="2400" kern="1200"/>
            <a:t>Various service discovery models can be leveraged for cloud resource discovery, selection and service-level agreement verification. </a:t>
          </a:r>
          <a:endParaRPr lang="en-US" sz="2400" kern="1200"/>
        </a:p>
      </dsp:txBody>
      <dsp:txXfrm>
        <a:off x="0" y="1630223"/>
        <a:ext cx="7886700" cy="1090890"/>
      </dsp:txXfrm>
    </dsp:sp>
    <dsp:sp modelId="{A96B4CBE-8584-F14E-9A84-11A4ACCA2C74}">
      <dsp:nvSpPr>
        <dsp:cNvPr id="0" name=""/>
        <dsp:cNvSpPr/>
      </dsp:nvSpPr>
      <dsp:spPr>
        <a:xfrm>
          <a:off x="0" y="2721114"/>
          <a:ext cx="7886700" cy="743535"/>
        </a:xfrm>
        <a:prstGeom prst="roundRect">
          <a:avLst/>
        </a:prstGeom>
        <a:solidFill>
          <a:schemeClr val="accent1">
            <a:shade val="80000"/>
            <a:hueOff val="232855"/>
            <a:satOff val="-4171"/>
            <a:lumOff val="17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Service Composition for Cloud Service</a:t>
          </a:r>
        </a:p>
      </dsp:txBody>
      <dsp:txXfrm>
        <a:off x="36296" y="2757410"/>
        <a:ext cx="7814108" cy="670943"/>
      </dsp:txXfrm>
    </dsp:sp>
    <dsp:sp modelId="{123CDD00-CC99-3E44-BFA4-318CEBC62DE1}">
      <dsp:nvSpPr>
        <dsp:cNvPr id="0" name=""/>
        <dsp:cNvSpPr/>
      </dsp:nvSpPr>
      <dsp:spPr>
        <a:xfrm>
          <a:off x="0" y="3553929"/>
          <a:ext cx="7886700" cy="743535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Service Management for Cloud Service</a:t>
          </a:r>
        </a:p>
      </dsp:txBody>
      <dsp:txXfrm>
        <a:off x="36296" y="3590225"/>
        <a:ext cx="7814108" cy="67094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EE9CE-8875-8542-9E9F-10C2550922BF}">
      <dsp:nvSpPr>
        <dsp:cNvPr id="0" name=""/>
        <dsp:cNvSpPr/>
      </dsp:nvSpPr>
      <dsp:spPr>
        <a:xfrm>
          <a:off x="0" y="10674"/>
          <a:ext cx="7886700" cy="69556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i="1" kern="1200"/>
            <a:t>Service Description for Cloud Services</a:t>
          </a:r>
          <a:r>
            <a:rPr lang="en-US" sz="2900" kern="1200"/>
            <a:t>. </a:t>
          </a:r>
        </a:p>
      </dsp:txBody>
      <dsp:txXfrm>
        <a:off x="33955" y="44629"/>
        <a:ext cx="7818790" cy="627655"/>
      </dsp:txXfrm>
    </dsp:sp>
    <dsp:sp modelId="{BECD9340-863C-C140-846E-FB8F7E11AB67}">
      <dsp:nvSpPr>
        <dsp:cNvPr id="0" name=""/>
        <dsp:cNvSpPr/>
      </dsp:nvSpPr>
      <dsp:spPr>
        <a:xfrm>
          <a:off x="0" y="789759"/>
          <a:ext cx="7886700" cy="695565"/>
        </a:xfrm>
        <a:prstGeom prst="roundRect">
          <a:avLst/>
        </a:prstGeom>
        <a:solidFill>
          <a:schemeClr val="accent1">
            <a:shade val="80000"/>
            <a:hueOff val="116428"/>
            <a:satOff val="-2085"/>
            <a:lumOff val="88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Service Discovery for Cloud Services</a:t>
          </a:r>
        </a:p>
      </dsp:txBody>
      <dsp:txXfrm>
        <a:off x="33955" y="823714"/>
        <a:ext cx="7818790" cy="627655"/>
      </dsp:txXfrm>
    </dsp:sp>
    <dsp:sp modelId="{A96B4CBE-8584-F14E-9A84-11A4ACCA2C74}">
      <dsp:nvSpPr>
        <dsp:cNvPr id="0" name=""/>
        <dsp:cNvSpPr/>
      </dsp:nvSpPr>
      <dsp:spPr>
        <a:xfrm>
          <a:off x="0" y="1568844"/>
          <a:ext cx="7886700" cy="695565"/>
        </a:xfrm>
        <a:prstGeom prst="roundRect">
          <a:avLst/>
        </a:prstGeom>
        <a:solidFill>
          <a:schemeClr val="accent1">
            <a:shade val="80000"/>
            <a:hueOff val="232855"/>
            <a:satOff val="-4171"/>
            <a:lumOff val="17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Service Composition for Cloud Service</a:t>
          </a:r>
        </a:p>
      </dsp:txBody>
      <dsp:txXfrm>
        <a:off x="33955" y="1602799"/>
        <a:ext cx="7818790" cy="627655"/>
      </dsp:txXfrm>
    </dsp:sp>
    <dsp:sp modelId="{CE2CC37A-26F3-8547-9A22-64113D29C860}">
      <dsp:nvSpPr>
        <dsp:cNvPr id="0" name=""/>
        <dsp:cNvSpPr/>
      </dsp:nvSpPr>
      <dsp:spPr>
        <a:xfrm>
          <a:off x="0" y="2264409"/>
          <a:ext cx="7886700" cy="1380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" sz="2300" kern="1200"/>
            <a:t>Since Web services are born to compose business applications, a great deal of research in this area can be leveraged for cloud services integration, collaboration, composition. </a:t>
          </a:r>
          <a:endParaRPr lang="en-US" sz="2300" kern="1200"/>
        </a:p>
      </dsp:txBody>
      <dsp:txXfrm>
        <a:off x="0" y="2264409"/>
        <a:ext cx="7886700" cy="1380689"/>
      </dsp:txXfrm>
    </dsp:sp>
    <dsp:sp modelId="{123CDD00-CC99-3E44-BFA4-318CEBC62DE1}">
      <dsp:nvSpPr>
        <dsp:cNvPr id="0" name=""/>
        <dsp:cNvSpPr/>
      </dsp:nvSpPr>
      <dsp:spPr>
        <a:xfrm>
          <a:off x="0" y="3645099"/>
          <a:ext cx="7886700" cy="695565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Service Management for Cloud Service</a:t>
          </a:r>
        </a:p>
      </dsp:txBody>
      <dsp:txXfrm>
        <a:off x="33955" y="3679054"/>
        <a:ext cx="7818790" cy="62765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EE9CE-8875-8542-9E9F-10C2550922BF}">
      <dsp:nvSpPr>
        <dsp:cNvPr id="0" name=""/>
        <dsp:cNvSpPr/>
      </dsp:nvSpPr>
      <dsp:spPr>
        <a:xfrm>
          <a:off x="0" y="9233"/>
          <a:ext cx="7886700" cy="74353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i="1" kern="1200"/>
            <a:t>Service Description for Cloud Services</a:t>
          </a:r>
          <a:r>
            <a:rPr lang="en-US" sz="3100" kern="1200"/>
            <a:t>. </a:t>
          </a:r>
        </a:p>
      </dsp:txBody>
      <dsp:txXfrm>
        <a:off x="36296" y="45529"/>
        <a:ext cx="7814108" cy="670943"/>
      </dsp:txXfrm>
    </dsp:sp>
    <dsp:sp modelId="{BECD9340-863C-C140-846E-FB8F7E11AB67}">
      <dsp:nvSpPr>
        <dsp:cNvPr id="0" name=""/>
        <dsp:cNvSpPr/>
      </dsp:nvSpPr>
      <dsp:spPr>
        <a:xfrm>
          <a:off x="0" y="842048"/>
          <a:ext cx="7886700" cy="743535"/>
        </a:xfrm>
        <a:prstGeom prst="roundRect">
          <a:avLst/>
        </a:prstGeom>
        <a:solidFill>
          <a:schemeClr val="accent1">
            <a:shade val="80000"/>
            <a:hueOff val="116428"/>
            <a:satOff val="-2085"/>
            <a:lumOff val="88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Service Discovery for Cloud Services</a:t>
          </a:r>
        </a:p>
      </dsp:txBody>
      <dsp:txXfrm>
        <a:off x="36296" y="878344"/>
        <a:ext cx="7814108" cy="670943"/>
      </dsp:txXfrm>
    </dsp:sp>
    <dsp:sp modelId="{A96B4CBE-8584-F14E-9A84-11A4ACCA2C74}">
      <dsp:nvSpPr>
        <dsp:cNvPr id="0" name=""/>
        <dsp:cNvSpPr/>
      </dsp:nvSpPr>
      <dsp:spPr>
        <a:xfrm>
          <a:off x="0" y="1674863"/>
          <a:ext cx="7886700" cy="743535"/>
        </a:xfrm>
        <a:prstGeom prst="roundRect">
          <a:avLst/>
        </a:prstGeom>
        <a:solidFill>
          <a:schemeClr val="accent1">
            <a:shade val="80000"/>
            <a:hueOff val="232855"/>
            <a:satOff val="-4171"/>
            <a:lumOff val="17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Service Composition for Cloud Service</a:t>
          </a:r>
        </a:p>
      </dsp:txBody>
      <dsp:txXfrm>
        <a:off x="36296" y="1711159"/>
        <a:ext cx="7814108" cy="670943"/>
      </dsp:txXfrm>
    </dsp:sp>
    <dsp:sp modelId="{123CDD00-CC99-3E44-BFA4-318CEBC62DE1}">
      <dsp:nvSpPr>
        <dsp:cNvPr id="0" name=""/>
        <dsp:cNvSpPr/>
      </dsp:nvSpPr>
      <dsp:spPr>
        <a:xfrm>
          <a:off x="0" y="2507678"/>
          <a:ext cx="7886700" cy="743535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Service Management for Cloud Service</a:t>
          </a:r>
        </a:p>
      </dsp:txBody>
      <dsp:txXfrm>
        <a:off x="36296" y="2543974"/>
        <a:ext cx="7814108" cy="670943"/>
      </dsp:txXfrm>
    </dsp:sp>
    <dsp:sp modelId="{41F27B3D-94DF-464A-9DB6-4C83F0ACF459}">
      <dsp:nvSpPr>
        <dsp:cNvPr id="0" name=""/>
        <dsp:cNvSpPr/>
      </dsp:nvSpPr>
      <dsp:spPr>
        <a:xfrm>
          <a:off x="0" y="3251214"/>
          <a:ext cx="7886700" cy="1090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" sz="2400" kern="1200"/>
            <a:t>Research and practices in SOA governance and services management can be adapted and reused in the cloud infrastructure management. </a:t>
          </a:r>
          <a:endParaRPr lang="en-US" sz="2400" kern="1200"/>
        </a:p>
      </dsp:txBody>
      <dsp:txXfrm>
        <a:off x="0" y="3251214"/>
        <a:ext cx="7886700" cy="109089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F3D2A-ADDA-4646-B0AB-B2BE344E9694}">
      <dsp:nvSpPr>
        <dsp:cNvPr id="0" name=""/>
        <dsp:cNvSpPr/>
      </dsp:nvSpPr>
      <dsp:spPr>
        <a:xfrm>
          <a:off x="1400426" y="874867"/>
          <a:ext cx="2623956" cy="17501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4912" rIns="184912" bIns="184912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altLang="zh-CN" sz="2600" b="1" kern="1200"/>
            <a:t>aim to achieve </a:t>
          </a:r>
          <a:r>
            <a:rPr lang="en" altLang="zh-CN" sz="2600" b="1" i="1" kern="1200"/>
            <a:t>resource virtualization </a:t>
          </a:r>
          <a:endParaRPr lang="zh-CN" altLang="en-US" sz="2600" b="1" kern="1200"/>
        </a:p>
      </dsp:txBody>
      <dsp:txXfrm>
        <a:off x="1820259" y="874867"/>
        <a:ext cx="2204123" cy="1750178"/>
      </dsp:txXfrm>
    </dsp:sp>
    <dsp:sp modelId="{0ADAA79A-F2A8-2848-AE0B-02B7D6FA5723}">
      <dsp:nvSpPr>
        <dsp:cNvPr id="0" name=""/>
        <dsp:cNvSpPr/>
      </dsp:nvSpPr>
      <dsp:spPr>
        <a:xfrm>
          <a:off x="982" y="175145"/>
          <a:ext cx="1749304" cy="1749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altLang="zh-CN" sz="2500" kern="1200"/>
            <a:t>Similarity</a:t>
          </a:r>
          <a:endParaRPr lang="zh-CN" altLang="en-US" sz="2500" kern="1200"/>
        </a:p>
      </dsp:txBody>
      <dsp:txXfrm>
        <a:off x="257162" y="431325"/>
        <a:ext cx="1236944" cy="123694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B906C-B5E7-C043-9846-BDB29D6F3E61}">
      <dsp:nvSpPr>
        <dsp:cNvPr id="0" name=""/>
        <dsp:cNvSpPr/>
      </dsp:nvSpPr>
      <dsp:spPr>
        <a:xfrm rot="5400000">
          <a:off x="-355917" y="1539141"/>
          <a:ext cx="2399836" cy="28974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EC27B-2558-D545-BA13-54E5A97B401E}">
      <dsp:nvSpPr>
        <dsp:cNvPr id="0" name=""/>
        <dsp:cNvSpPr/>
      </dsp:nvSpPr>
      <dsp:spPr>
        <a:xfrm>
          <a:off x="192777" y="2590"/>
          <a:ext cx="3219375" cy="19316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Grid </a:t>
          </a:r>
          <a:r>
            <a:rPr lang="zh-CN" altLang="en-US" sz="2000" kern="1200"/>
            <a:t>：</a:t>
          </a:r>
          <a:r>
            <a:rPr lang="en-US" sz="2000" kern="1200"/>
            <a:t>the “</a:t>
          </a:r>
          <a:r>
            <a:rPr lang="en-US" sz="2000" b="1" kern="1200"/>
            <a:t>resource sharing</a:t>
          </a:r>
          <a:r>
            <a:rPr lang="en-US" sz="2000" kern="1200"/>
            <a:t>”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Cloud </a:t>
          </a:r>
          <a:r>
            <a:rPr lang="zh-CN" altLang="en-US" sz="2000" kern="1200"/>
            <a:t>：</a:t>
          </a:r>
          <a:r>
            <a:rPr lang="en-US" altLang="zh-CN" sz="2000" kern="1200"/>
            <a:t>allocates resources to different running instances</a:t>
          </a:r>
          <a:endParaRPr lang="en-US" sz="2000" kern="1200"/>
        </a:p>
      </dsp:txBody>
      <dsp:txXfrm>
        <a:off x="249352" y="59165"/>
        <a:ext cx="3106225" cy="1818475"/>
      </dsp:txXfrm>
    </dsp:sp>
    <dsp:sp modelId="{2B9CE836-4855-D043-866D-C03DB944C483}">
      <dsp:nvSpPr>
        <dsp:cNvPr id="0" name=""/>
        <dsp:cNvSpPr/>
      </dsp:nvSpPr>
      <dsp:spPr>
        <a:xfrm>
          <a:off x="851347" y="2746407"/>
          <a:ext cx="4267074" cy="28974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6D927-0579-0E46-9C94-880BA401ACA8}">
      <dsp:nvSpPr>
        <dsp:cNvPr id="0" name=""/>
        <dsp:cNvSpPr/>
      </dsp:nvSpPr>
      <dsp:spPr>
        <a:xfrm>
          <a:off x="192777" y="2417122"/>
          <a:ext cx="3219375" cy="19316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Grid </a:t>
          </a:r>
          <a:r>
            <a:rPr lang="zh-CN" altLang="en-US" sz="2000" kern="1200"/>
            <a:t>：</a:t>
          </a:r>
          <a:r>
            <a:rPr lang="en-US" sz="2000" kern="1200"/>
            <a:t> </a:t>
          </a:r>
          <a:r>
            <a:rPr lang="en-US" sz="2000" b="1" kern="1200"/>
            <a:t>maximum</a:t>
          </a:r>
          <a:r>
            <a:rPr lang="en-US" sz="2000" kern="1200"/>
            <a:t> computing capacity for </a:t>
          </a:r>
          <a:r>
            <a:rPr lang="en-US" sz="2000" b="1" kern="1200"/>
            <a:t>a huge task</a:t>
          </a:r>
          <a:r>
            <a:rPr lang="en-US" sz="2000" kern="1200"/>
            <a:t> through resource sharing.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Cloud </a:t>
          </a:r>
          <a:r>
            <a:rPr lang="zh-CN" altLang="en-US" sz="2000" kern="1200"/>
            <a:t>：</a:t>
          </a:r>
          <a:r>
            <a:rPr lang="en-US" sz="2000" b="1" kern="1200"/>
            <a:t>small-to-medium tasks</a:t>
          </a:r>
          <a:endParaRPr lang="en-US" sz="2000" kern="1200"/>
        </a:p>
      </dsp:txBody>
      <dsp:txXfrm>
        <a:off x="249352" y="2473697"/>
        <a:ext cx="3106225" cy="1818475"/>
      </dsp:txXfrm>
    </dsp:sp>
    <dsp:sp modelId="{CAE47DF2-42BE-3C4B-B413-ECA2E8A8353D}">
      <dsp:nvSpPr>
        <dsp:cNvPr id="0" name=""/>
        <dsp:cNvSpPr/>
      </dsp:nvSpPr>
      <dsp:spPr>
        <a:xfrm rot="16200000">
          <a:off x="3925851" y="1539141"/>
          <a:ext cx="2399836" cy="28974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063DE-99A6-494C-9819-A798578F27FB}">
      <dsp:nvSpPr>
        <dsp:cNvPr id="0" name=""/>
        <dsp:cNvSpPr/>
      </dsp:nvSpPr>
      <dsp:spPr>
        <a:xfrm>
          <a:off x="4474546" y="2417122"/>
          <a:ext cx="3219375" cy="19316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Grid </a:t>
          </a:r>
          <a:r>
            <a:rPr lang="zh-CN" altLang="en-US" sz="2000" kern="1200"/>
            <a:t>：</a:t>
          </a:r>
          <a:r>
            <a:rPr lang="en-US" sz="2000" kern="1200"/>
            <a:t> </a:t>
          </a:r>
          <a:r>
            <a:rPr lang="en-US" sz="2000" b="1" kern="1200"/>
            <a:t>re-usability</a:t>
          </a:r>
          <a:r>
            <a:rPr lang="en-US" sz="2000" kern="1200"/>
            <a:t> for (scientific) high performance computing. Cloud </a:t>
          </a:r>
          <a:r>
            <a:rPr lang="zh-CN" altLang="en-US" sz="2000" kern="1200"/>
            <a:t>：</a:t>
          </a:r>
          <a:r>
            <a:rPr lang="en-US" sz="2000" kern="1200"/>
            <a:t>computing is directly pulled by </a:t>
          </a:r>
          <a:r>
            <a:rPr lang="en-US" sz="2000" b="1" kern="1200"/>
            <a:t>immediate user needs</a:t>
          </a:r>
          <a:endParaRPr lang="en-US" sz="2000" kern="1200"/>
        </a:p>
      </dsp:txBody>
      <dsp:txXfrm>
        <a:off x="4531121" y="2473697"/>
        <a:ext cx="3106225" cy="1818475"/>
      </dsp:txXfrm>
    </dsp:sp>
    <dsp:sp modelId="{D09AEAF9-8482-D446-B743-81C6EB44E757}">
      <dsp:nvSpPr>
        <dsp:cNvPr id="0" name=""/>
        <dsp:cNvSpPr/>
      </dsp:nvSpPr>
      <dsp:spPr>
        <a:xfrm>
          <a:off x="4474546" y="2590"/>
          <a:ext cx="3219375" cy="19316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Grid</a:t>
          </a:r>
          <a:r>
            <a:rPr lang="zh-CN" altLang="en-US" sz="2000" kern="1200"/>
            <a:t>：</a:t>
          </a:r>
          <a:r>
            <a:rPr lang="en-US" sz="2000" kern="1200"/>
            <a:t>achieve </a:t>
          </a:r>
          <a:r>
            <a:rPr lang="en-US" sz="2000" b="1" kern="1200"/>
            <a:t>maximum computing</a:t>
          </a:r>
          <a:r>
            <a:rPr lang="en-US" sz="2000" kern="1200"/>
            <a:t>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Cloud</a:t>
          </a:r>
          <a:r>
            <a:rPr lang="zh-CN" altLang="en-US" sz="2000" kern="1200"/>
            <a:t>：</a:t>
          </a:r>
          <a:r>
            <a:rPr lang="en-US" sz="2000" b="1" kern="1200"/>
            <a:t>optimizing the overall computing capacity</a:t>
          </a:r>
          <a:r>
            <a:rPr lang="en-US" sz="2000" kern="1200"/>
            <a:t>. </a:t>
          </a:r>
        </a:p>
      </dsp:txBody>
      <dsp:txXfrm>
        <a:off x="4531121" y="59165"/>
        <a:ext cx="3106225" cy="181847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BBE3E-521F-4A08-8F18-964D97D0EF58}">
      <dsp:nvSpPr>
        <dsp:cNvPr id="0" name=""/>
        <dsp:cNvSpPr/>
      </dsp:nvSpPr>
      <dsp:spPr>
        <a:xfrm>
          <a:off x="4430" y="0"/>
          <a:ext cx="4261550" cy="50965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4000" kern="1200"/>
            <a:t>High-performance computing (HPC) </a:t>
          </a:r>
          <a:r>
            <a:rPr kumimoji="1" lang="zh-CN" altLang="en-US" sz="4000" kern="1200"/>
            <a:t>：</a:t>
          </a:r>
          <a:endParaRPr lang="zh-CN" altLang="en-US" sz="4000" kern="1200"/>
        </a:p>
      </dsp:txBody>
      <dsp:txXfrm>
        <a:off x="4430" y="0"/>
        <a:ext cx="4261550" cy="1528950"/>
      </dsp:txXfrm>
    </dsp:sp>
    <dsp:sp modelId="{0707899A-DF27-49EF-87E6-E78205B6A5D2}">
      <dsp:nvSpPr>
        <dsp:cNvPr id="0" name=""/>
        <dsp:cNvSpPr/>
      </dsp:nvSpPr>
      <dsp:spPr>
        <a:xfrm>
          <a:off x="430585" y="1529915"/>
          <a:ext cx="3409240" cy="589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/>
            <a:t>solve advanced (scientific) computation problems. </a:t>
          </a:r>
        </a:p>
      </dsp:txBody>
      <dsp:txXfrm>
        <a:off x="447854" y="1547184"/>
        <a:ext cx="3374702" cy="555056"/>
      </dsp:txXfrm>
    </dsp:sp>
    <dsp:sp modelId="{5C4FEDDE-9919-4289-B952-54235B70039A}">
      <dsp:nvSpPr>
        <dsp:cNvPr id="0" name=""/>
        <dsp:cNvSpPr/>
      </dsp:nvSpPr>
      <dsp:spPr>
        <a:xfrm>
          <a:off x="430585" y="2210216"/>
          <a:ext cx="3409240" cy="589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/>
            <a:t>widely used for scientific tasks</a:t>
          </a:r>
        </a:p>
      </dsp:txBody>
      <dsp:txXfrm>
        <a:off x="447854" y="2227485"/>
        <a:ext cx="3374702" cy="555056"/>
      </dsp:txXfrm>
    </dsp:sp>
    <dsp:sp modelId="{F5EC0AE8-2078-4DA0-9EF8-0766CD44E9EB}">
      <dsp:nvSpPr>
        <dsp:cNvPr id="0" name=""/>
        <dsp:cNvSpPr/>
      </dsp:nvSpPr>
      <dsp:spPr>
        <a:xfrm>
          <a:off x="430585" y="2890517"/>
          <a:ext cx="3409240" cy="589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/>
            <a:t>parallelization </a:t>
          </a:r>
        </a:p>
      </dsp:txBody>
      <dsp:txXfrm>
        <a:off x="447854" y="2907786"/>
        <a:ext cx="3374702" cy="555056"/>
      </dsp:txXfrm>
    </dsp:sp>
    <dsp:sp modelId="{26DC0974-CE5D-472F-8F0E-90B00415B86B}">
      <dsp:nvSpPr>
        <dsp:cNvPr id="0" name=""/>
        <dsp:cNvSpPr/>
      </dsp:nvSpPr>
      <dsp:spPr>
        <a:xfrm>
          <a:off x="430585" y="3570818"/>
          <a:ext cx="3409240" cy="589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/>
            <a:t>capacity is often fixed</a:t>
          </a:r>
        </a:p>
      </dsp:txBody>
      <dsp:txXfrm>
        <a:off x="447854" y="3588087"/>
        <a:ext cx="3374702" cy="555056"/>
      </dsp:txXfrm>
    </dsp:sp>
    <dsp:sp modelId="{0E980174-3B80-4536-91CE-8D6D8F25A335}">
      <dsp:nvSpPr>
        <dsp:cNvPr id="0" name=""/>
        <dsp:cNvSpPr/>
      </dsp:nvSpPr>
      <dsp:spPr>
        <a:xfrm>
          <a:off x="430585" y="4251119"/>
          <a:ext cx="3409240" cy="589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800" kern="1200"/>
            <a:t>enhance the performance of a specific scientific application </a:t>
          </a:r>
        </a:p>
      </dsp:txBody>
      <dsp:txXfrm>
        <a:off x="447854" y="4268388"/>
        <a:ext cx="3374702" cy="555056"/>
      </dsp:txXfrm>
    </dsp:sp>
    <dsp:sp modelId="{0C2C6A2A-271B-4446-8C89-AB0A793C089E}">
      <dsp:nvSpPr>
        <dsp:cNvPr id="0" name=""/>
        <dsp:cNvSpPr/>
      </dsp:nvSpPr>
      <dsp:spPr>
        <a:xfrm>
          <a:off x="4585596" y="0"/>
          <a:ext cx="4261550" cy="50965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altLang="zh-CN" sz="4000" kern="1200">
              <a:latin typeface="Times New Roman" panose="02020603050405020304" pitchFamily="18" charset="0"/>
              <a:cs typeface="Times New Roman" panose="02020603050405020304" pitchFamily="18" charset="0"/>
            </a:rPr>
            <a:t>Cloud </a:t>
          </a:r>
          <a:r>
            <a:rPr kumimoji="1" lang="en" altLang="zh-CN" sz="4000" kern="1200"/>
            <a:t>computing</a:t>
          </a:r>
          <a:endParaRPr lang="en" altLang="zh-CN" sz="4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85596" y="0"/>
        <a:ext cx="4261550" cy="1528950"/>
      </dsp:txXfrm>
    </dsp:sp>
    <dsp:sp modelId="{2D17A7F1-2EDE-4915-A63A-42FA33F3E672}">
      <dsp:nvSpPr>
        <dsp:cNvPr id="0" name=""/>
        <dsp:cNvSpPr/>
      </dsp:nvSpPr>
      <dsp:spPr>
        <a:xfrm>
          <a:off x="5011751" y="1529075"/>
          <a:ext cx="3409240" cy="742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900" kern="1200"/>
            <a:t>highly complicated state and data dependencies </a:t>
          </a:r>
        </a:p>
      </dsp:txBody>
      <dsp:txXfrm>
        <a:off x="5033497" y="1550821"/>
        <a:ext cx="3365748" cy="698959"/>
      </dsp:txXfrm>
    </dsp:sp>
    <dsp:sp modelId="{D56CABBF-E116-4753-8F9D-200D8133B934}">
      <dsp:nvSpPr>
        <dsp:cNvPr id="0" name=""/>
        <dsp:cNvSpPr/>
      </dsp:nvSpPr>
      <dsp:spPr>
        <a:xfrm>
          <a:off x="5011751" y="2385750"/>
          <a:ext cx="3409240" cy="742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900" kern="1200"/>
            <a:t>amongst many business applications</a:t>
          </a:r>
        </a:p>
      </dsp:txBody>
      <dsp:txXfrm>
        <a:off x="5033497" y="2407496"/>
        <a:ext cx="3365748" cy="698959"/>
      </dsp:txXfrm>
    </dsp:sp>
    <dsp:sp modelId="{09D2EF34-7D8C-4482-A2BA-EC73AF130042}">
      <dsp:nvSpPr>
        <dsp:cNvPr id="0" name=""/>
        <dsp:cNvSpPr/>
      </dsp:nvSpPr>
      <dsp:spPr>
        <a:xfrm>
          <a:off x="5011751" y="3242426"/>
          <a:ext cx="3409240" cy="742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900" kern="1200"/>
            <a:t>focuses on enhancing the overall system performance as a whole</a:t>
          </a:r>
        </a:p>
      </dsp:txBody>
      <dsp:txXfrm>
        <a:off x="5033497" y="3264172"/>
        <a:ext cx="3365748" cy="698959"/>
      </dsp:txXfrm>
    </dsp:sp>
    <dsp:sp modelId="{B80DE135-2D8A-4AE3-BEC6-CEBD84C5BFCF}">
      <dsp:nvSpPr>
        <dsp:cNvPr id="0" name=""/>
        <dsp:cNvSpPr/>
      </dsp:nvSpPr>
      <dsp:spPr>
        <a:xfrm>
          <a:off x="5011751" y="4099101"/>
          <a:ext cx="3409240" cy="7424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900" kern="1200"/>
            <a:t>self- service</a:t>
          </a:r>
        </a:p>
      </dsp:txBody>
      <dsp:txXfrm>
        <a:off x="5033497" y="4120847"/>
        <a:ext cx="3365748" cy="69895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2A258-67F5-4A91-BEA7-9BD936F40F0B}">
      <dsp:nvSpPr>
        <dsp:cNvPr id="0" name=""/>
        <dsp:cNvSpPr/>
      </dsp:nvSpPr>
      <dsp:spPr>
        <a:xfrm>
          <a:off x="34178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1B00B-18CB-41C1-BFFD-2BF7459924F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7F733-A5F2-4E72-8EBF-64D111098273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092" y="2524067"/>
        <a:ext cx="1741992" cy="696796"/>
      </dsp:txXfrm>
    </dsp:sp>
    <dsp:sp modelId="{48489594-45B5-49FF-A785-2C908D750905}">
      <dsp:nvSpPr>
        <dsp:cNvPr id="0" name=""/>
        <dsp:cNvSpPr/>
      </dsp:nvSpPr>
      <dsp:spPr>
        <a:xfrm>
          <a:off x="238862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8DEB9-BE84-44A7-9EFA-9BCF9AC341ED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9F0E9-4D1B-444B-8433-9F77D5CEC3AB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CLOUD,</a:t>
          </a:r>
          <a:r>
            <a:rPr lang="zh-CN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SOC, AND GRID </a:t>
          </a:r>
        </a:p>
      </dsp:txBody>
      <dsp:txXfrm>
        <a:off x="2048933" y="2524067"/>
        <a:ext cx="1741992" cy="696796"/>
      </dsp:txXfrm>
    </dsp:sp>
    <dsp:sp modelId="{754DA836-82AA-4CA1-9785-61E2EE59F993}">
      <dsp:nvSpPr>
        <dsp:cNvPr id="0" name=""/>
        <dsp:cNvSpPr/>
      </dsp:nvSpPr>
      <dsp:spPr>
        <a:xfrm>
          <a:off x="4435462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EBCD9-C341-41D0-8EC2-713063AEAD25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B0759-D670-4A35-AFCF-0AF8352D3848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</a:t>
          </a:r>
        </a:p>
      </dsp:txBody>
      <dsp:txXfrm>
        <a:off x="4095774" y="2524067"/>
        <a:ext cx="1741992" cy="696796"/>
      </dsp:txXfrm>
    </dsp:sp>
    <dsp:sp modelId="{23713A27-78F6-4242-AB89-42D66A2ED22E}">
      <dsp:nvSpPr>
        <dsp:cNvPr id="0" name=""/>
        <dsp:cNvSpPr/>
      </dsp:nvSpPr>
      <dsp:spPr>
        <a:xfrm>
          <a:off x="6482303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EF34D-8618-4F8F-92FD-44B1C69D3B94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3CD71-1CB5-4A29-B5BE-317FED77687F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ISSUE</a:t>
          </a:r>
        </a:p>
      </dsp:txBody>
      <dsp:txXfrm>
        <a:off x="6142615" y="2524067"/>
        <a:ext cx="1741992" cy="69679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860A7-AFFC-5D42-901B-633D3356A44E}">
      <dsp:nvSpPr>
        <dsp:cNvPr id="0" name=""/>
        <dsp:cNvSpPr/>
      </dsp:nvSpPr>
      <dsp:spPr>
        <a:xfrm>
          <a:off x="2167133" y="269347"/>
          <a:ext cx="3655123" cy="3655123"/>
        </a:xfrm>
        <a:prstGeom prst="pie">
          <a:avLst>
            <a:gd name="adj1" fmla="val 16200000"/>
            <a:gd name="adj2" fmla="val 205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Security</a:t>
          </a:r>
        </a:p>
      </dsp:txBody>
      <dsp:txXfrm>
        <a:off x="4073890" y="883756"/>
        <a:ext cx="1174861" cy="783240"/>
      </dsp:txXfrm>
    </dsp:sp>
    <dsp:sp modelId="{0C33CD25-B4D8-D742-96E3-57CA5D0C2091}">
      <dsp:nvSpPr>
        <dsp:cNvPr id="0" name=""/>
        <dsp:cNvSpPr/>
      </dsp:nvSpPr>
      <dsp:spPr>
        <a:xfrm>
          <a:off x="2198463" y="366817"/>
          <a:ext cx="3655123" cy="3655123"/>
        </a:xfrm>
        <a:prstGeom prst="pie">
          <a:avLst>
            <a:gd name="adj1" fmla="val 20520000"/>
            <a:gd name="adj2" fmla="val 324000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Costing model</a:t>
          </a:r>
        </a:p>
      </dsp:txBody>
      <dsp:txXfrm>
        <a:off x="4552537" y="2036861"/>
        <a:ext cx="1087834" cy="870267"/>
      </dsp:txXfrm>
    </dsp:sp>
    <dsp:sp modelId="{A82E3E4C-4DFA-8640-8258-5BA5851FE40D}">
      <dsp:nvSpPr>
        <dsp:cNvPr id="0" name=""/>
        <dsp:cNvSpPr/>
      </dsp:nvSpPr>
      <dsp:spPr>
        <a:xfrm>
          <a:off x="2115788" y="426866"/>
          <a:ext cx="3655123" cy="3655123"/>
        </a:xfrm>
        <a:prstGeom prst="pie">
          <a:avLst>
            <a:gd name="adj1" fmla="val 3240000"/>
            <a:gd name="adj2" fmla="val 756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Charging model</a:t>
          </a:r>
        </a:p>
      </dsp:txBody>
      <dsp:txXfrm>
        <a:off x="3421189" y="2994155"/>
        <a:ext cx="1044321" cy="957294"/>
      </dsp:txXfrm>
    </dsp:sp>
    <dsp:sp modelId="{6146A354-7BC2-C04A-8222-FE89AADB77C9}">
      <dsp:nvSpPr>
        <dsp:cNvPr id="0" name=""/>
        <dsp:cNvSpPr/>
      </dsp:nvSpPr>
      <dsp:spPr>
        <a:xfrm>
          <a:off x="2033112" y="366817"/>
          <a:ext cx="3655123" cy="3655123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Service Level Agreement </a:t>
          </a:r>
        </a:p>
      </dsp:txBody>
      <dsp:txXfrm>
        <a:off x="2246328" y="2036861"/>
        <a:ext cx="1087834" cy="870267"/>
      </dsp:txXfrm>
    </dsp:sp>
    <dsp:sp modelId="{B62693B2-D9EB-9D40-AC14-563B50628256}">
      <dsp:nvSpPr>
        <dsp:cNvPr id="0" name=""/>
        <dsp:cNvSpPr/>
      </dsp:nvSpPr>
      <dsp:spPr>
        <a:xfrm>
          <a:off x="2064442" y="269347"/>
          <a:ext cx="3655123" cy="3655123"/>
        </a:xfrm>
        <a:prstGeom prst="pie">
          <a:avLst>
            <a:gd name="adj1" fmla="val 11880000"/>
            <a:gd name="adj2" fmla="val 1620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What to migrate </a:t>
          </a:r>
        </a:p>
      </dsp:txBody>
      <dsp:txXfrm>
        <a:off x="2637948" y="883756"/>
        <a:ext cx="1174861" cy="783240"/>
      </dsp:txXfrm>
    </dsp:sp>
    <dsp:sp modelId="{2F303779-2034-2A40-BB52-82F61D4B08AD}">
      <dsp:nvSpPr>
        <dsp:cNvPr id="0" name=""/>
        <dsp:cNvSpPr/>
      </dsp:nvSpPr>
      <dsp:spPr>
        <a:xfrm>
          <a:off x="1940692" y="43078"/>
          <a:ext cx="4107663" cy="4107663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21626-6743-384A-9E48-5040318FAE6A}">
      <dsp:nvSpPr>
        <dsp:cNvPr id="0" name=""/>
        <dsp:cNvSpPr/>
      </dsp:nvSpPr>
      <dsp:spPr>
        <a:xfrm>
          <a:off x="1972446" y="140516"/>
          <a:ext cx="4107663" cy="4107663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552EA-4B4A-3445-8B81-5FE5FD470FAD}">
      <dsp:nvSpPr>
        <dsp:cNvPr id="0" name=""/>
        <dsp:cNvSpPr/>
      </dsp:nvSpPr>
      <dsp:spPr>
        <a:xfrm>
          <a:off x="1889518" y="200748"/>
          <a:ext cx="4107663" cy="4107663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111F4-C9F6-F243-A6AC-01F96B90D7C0}">
      <dsp:nvSpPr>
        <dsp:cNvPr id="0" name=""/>
        <dsp:cNvSpPr/>
      </dsp:nvSpPr>
      <dsp:spPr>
        <a:xfrm>
          <a:off x="1806590" y="140516"/>
          <a:ext cx="4107663" cy="4107663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0133A-972E-E74F-A503-4AEAF8F23466}">
      <dsp:nvSpPr>
        <dsp:cNvPr id="0" name=""/>
        <dsp:cNvSpPr/>
      </dsp:nvSpPr>
      <dsp:spPr>
        <a:xfrm>
          <a:off x="1838344" y="43078"/>
          <a:ext cx="4107663" cy="4107663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F0461-10CD-5F4A-9DF9-065CEC53363A}">
      <dsp:nvSpPr>
        <dsp:cNvPr id="0" name=""/>
        <dsp:cNvSpPr/>
      </dsp:nvSpPr>
      <dsp:spPr>
        <a:xfrm>
          <a:off x="0" y="41544"/>
          <a:ext cx="7886700" cy="137475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putting your data, running your software at someone else's hard disk using someone else's CPU appears daunting to many. </a:t>
          </a:r>
        </a:p>
      </dsp:txBody>
      <dsp:txXfrm>
        <a:off x="67110" y="108654"/>
        <a:ext cx="7752480" cy="1240530"/>
      </dsp:txXfrm>
    </dsp:sp>
    <dsp:sp modelId="{E853761F-BAB9-6540-A620-30793D551EF6}">
      <dsp:nvSpPr>
        <dsp:cNvPr id="0" name=""/>
        <dsp:cNvSpPr/>
      </dsp:nvSpPr>
      <dsp:spPr>
        <a:xfrm>
          <a:off x="0" y="1488294"/>
          <a:ext cx="7886700" cy="1374750"/>
        </a:xfrm>
        <a:prstGeom prst="roundRect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Well-known security issues such as data loss, phishing, </a:t>
          </a:r>
        </a:p>
      </dsp:txBody>
      <dsp:txXfrm>
        <a:off x="67110" y="1555404"/>
        <a:ext cx="7752480" cy="1240530"/>
      </dsp:txXfrm>
    </dsp:sp>
    <dsp:sp modelId="{16E173A8-3F36-0246-922E-59017C083DC1}">
      <dsp:nvSpPr>
        <dsp:cNvPr id="0" name=""/>
        <dsp:cNvSpPr/>
      </dsp:nvSpPr>
      <dsp:spPr>
        <a:xfrm>
          <a:off x="0" y="2935044"/>
          <a:ext cx="7886700" cy="1374750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multi-tenancy , pooled computing introduced new security challenges</a:t>
          </a:r>
        </a:p>
      </dsp:txBody>
      <dsp:txXfrm>
        <a:off x="67110" y="3002154"/>
        <a:ext cx="7752480" cy="124053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6E333-1A8D-124C-93ED-09B1B983D33D}">
      <dsp:nvSpPr>
        <dsp:cNvPr id="0" name=""/>
        <dsp:cNvSpPr/>
      </dsp:nvSpPr>
      <dsp:spPr>
        <a:xfrm>
          <a:off x="0" y="232775"/>
          <a:ext cx="7962996" cy="15663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Cloud often provides more reliable infrastructure services at a relatively cheaper price for hackers to start an attack.</a:t>
          </a:r>
        </a:p>
      </dsp:txBody>
      <dsp:txXfrm>
        <a:off x="76462" y="309237"/>
        <a:ext cx="7810072" cy="1413413"/>
      </dsp:txXfrm>
    </dsp:sp>
    <dsp:sp modelId="{5BC678D0-74A4-FD48-97B0-7E5B7F3FAFCF}">
      <dsp:nvSpPr>
        <dsp:cNvPr id="0" name=""/>
        <dsp:cNvSpPr/>
      </dsp:nvSpPr>
      <dsp:spPr>
        <a:xfrm>
          <a:off x="0" y="1850953"/>
          <a:ext cx="7962996" cy="15663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shared resources (hard disk, data, VM) on the same physical machine invites unexpected side channels between a malicious resource and a regular resource </a:t>
          </a:r>
        </a:p>
      </dsp:txBody>
      <dsp:txXfrm>
        <a:off x="76462" y="1927415"/>
        <a:ext cx="7810072" cy="1413413"/>
      </dsp:txXfrm>
    </dsp:sp>
    <dsp:sp modelId="{13A627ED-3A17-654B-86B8-425AA7134089}">
      <dsp:nvSpPr>
        <dsp:cNvPr id="0" name=""/>
        <dsp:cNvSpPr/>
      </dsp:nvSpPr>
      <dsp:spPr>
        <a:xfrm>
          <a:off x="0" y="3469130"/>
          <a:ext cx="7962996" cy="15663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issue of "reputation fate-sharing" will severely damage the reputation of many good Cloud "citizens" who happen to, unfortunately, share the computing resources with their fellow tenant - a notorious user with a criminal mind. Since they may share the same network address, any bad conduct will be attributed to all the users without differentiating real </a:t>
          </a:r>
          <a:r>
            <a:rPr lang="en-US" sz="1800" kern="1200" err="1"/>
            <a:t>subverters</a:t>
          </a:r>
          <a:r>
            <a:rPr lang="en-US" sz="1800" kern="1200"/>
            <a:t> from normal users. </a:t>
          </a:r>
        </a:p>
      </dsp:txBody>
      <dsp:txXfrm>
        <a:off x="76462" y="3545592"/>
        <a:ext cx="7810072" cy="141341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24A63-2EEE-4D75-B10F-55200AA74583}">
      <dsp:nvSpPr>
        <dsp:cNvPr id="0" name=""/>
        <dsp:cNvSpPr/>
      </dsp:nvSpPr>
      <dsp:spPr>
        <a:xfrm>
          <a:off x="0" y="5320"/>
          <a:ext cx="5108316" cy="1132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1A3C2CF-B240-4259-9A10-03302F1F310D}">
      <dsp:nvSpPr>
        <dsp:cNvPr id="0" name=""/>
        <dsp:cNvSpPr/>
      </dsp:nvSpPr>
      <dsp:spPr>
        <a:xfrm>
          <a:off x="342451" y="260036"/>
          <a:ext cx="623247" cy="6226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B84F29-512B-4D4B-8E44-F19B3E40E1AD}">
      <dsp:nvSpPr>
        <dsp:cNvPr id="0" name=""/>
        <dsp:cNvSpPr/>
      </dsp:nvSpPr>
      <dsp:spPr>
        <a:xfrm>
          <a:off x="1308150" y="5320"/>
          <a:ext cx="3741066" cy="123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43" tIns="131043" rIns="131043" bIns="13104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/>
            <a:t>T</a:t>
          </a:r>
          <a:r>
            <a:rPr lang="en-US" sz="2000" kern="1200"/>
            <a:t>he tradeoffs amongst computation, communication, and integration. </a:t>
          </a:r>
        </a:p>
      </dsp:txBody>
      <dsp:txXfrm>
        <a:off x="1308150" y="5320"/>
        <a:ext cx="3741066" cy="1238202"/>
      </dsp:txXfrm>
    </dsp:sp>
    <dsp:sp modelId="{CB50A6C1-8132-4240-94E5-C9328E19E256}">
      <dsp:nvSpPr>
        <dsp:cNvPr id="0" name=""/>
        <dsp:cNvSpPr/>
      </dsp:nvSpPr>
      <dsp:spPr>
        <a:xfrm>
          <a:off x="0" y="1553073"/>
          <a:ext cx="5108316" cy="1132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B9BF952-5CD2-400D-A3E6-E79AFF80191C}">
      <dsp:nvSpPr>
        <dsp:cNvPr id="0" name=""/>
        <dsp:cNvSpPr/>
      </dsp:nvSpPr>
      <dsp:spPr>
        <a:xfrm>
          <a:off x="342451" y="1807789"/>
          <a:ext cx="623247" cy="6226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6B7C07-1D18-48A9-B24E-CBCCD60938BA}">
      <dsp:nvSpPr>
        <dsp:cNvPr id="0" name=""/>
        <dsp:cNvSpPr/>
      </dsp:nvSpPr>
      <dsp:spPr>
        <a:xfrm>
          <a:off x="1308150" y="1553073"/>
          <a:ext cx="3741066" cy="123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43" tIns="131043" rIns="131043" bIns="13104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/>
            <a:t>T</a:t>
          </a:r>
          <a:r>
            <a:rPr lang="en-US" sz="2000" kern="1200"/>
            <a:t>he cost of transferring an organization's data to and from the public and community Cloud </a:t>
          </a:r>
        </a:p>
      </dsp:txBody>
      <dsp:txXfrm>
        <a:off x="1308150" y="1553073"/>
        <a:ext cx="3741066" cy="1238202"/>
      </dsp:txXfrm>
    </dsp:sp>
    <dsp:sp modelId="{FFDB76C0-70F7-4C64-B6F6-A39607C26680}">
      <dsp:nvSpPr>
        <dsp:cNvPr id="0" name=""/>
        <dsp:cNvSpPr/>
      </dsp:nvSpPr>
      <dsp:spPr>
        <a:xfrm>
          <a:off x="0" y="3100826"/>
          <a:ext cx="5108316" cy="1132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AC183A7-BB6A-4F3E-BC68-70EA9433D377}">
      <dsp:nvSpPr>
        <dsp:cNvPr id="0" name=""/>
        <dsp:cNvSpPr/>
      </dsp:nvSpPr>
      <dsp:spPr>
        <a:xfrm>
          <a:off x="342451" y="3355542"/>
          <a:ext cx="623247" cy="6226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F20B8A-A3F3-4925-A146-0B569D3AEC44}">
      <dsp:nvSpPr>
        <dsp:cNvPr id="0" name=""/>
        <dsp:cNvSpPr/>
      </dsp:nvSpPr>
      <dsp:spPr>
        <a:xfrm>
          <a:off x="1308150" y="3100826"/>
          <a:ext cx="3741066" cy="123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43" tIns="131043" rIns="131043" bIns="13104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"Put the computation near the data“</a:t>
          </a:r>
        </a:p>
        <a:p>
          <a:pPr marL="0" lvl="0" indent="0" algn="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by Gray </a:t>
          </a:r>
        </a:p>
      </dsp:txBody>
      <dsp:txXfrm>
        <a:off x="1308150" y="3100826"/>
        <a:ext cx="3741066" cy="1238202"/>
      </dsp:txXfrm>
    </dsp:sp>
    <dsp:sp modelId="{AD0A1BBE-5D96-4CDE-91A5-75EB420D5AA3}">
      <dsp:nvSpPr>
        <dsp:cNvPr id="0" name=""/>
        <dsp:cNvSpPr/>
      </dsp:nvSpPr>
      <dsp:spPr>
        <a:xfrm>
          <a:off x="0" y="4648580"/>
          <a:ext cx="5108316" cy="1132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2A91627-70D0-4962-8F6E-55336FF82226}">
      <dsp:nvSpPr>
        <dsp:cNvPr id="0" name=""/>
        <dsp:cNvSpPr/>
      </dsp:nvSpPr>
      <dsp:spPr>
        <a:xfrm>
          <a:off x="342451" y="4903296"/>
          <a:ext cx="623247" cy="6226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8847C-4BED-435A-9369-33D79EC802AD}">
      <dsp:nvSpPr>
        <dsp:cNvPr id="0" name=""/>
        <dsp:cNvSpPr/>
      </dsp:nvSpPr>
      <dsp:spPr>
        <a:xfrm>
          <a:off x="1308150" y="4648580"/>
          <a:ext cx="3741066" cy="123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43" tIns="131043" rIns="131043" bIns="13104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000" kern="1200"/>
            <a:t>different clouds often use proprietary protocols and interfaces</a:t>
          </a:r>
          <a:endParaRPr lang="en-US" sz="2000" kern="1200"/>
        </a:p>
      </dsp:txBody>
      <dsp:txXfrm>
        <a:off x="1308150" y="4648580"/>
        <a:ext cx="3741066" cy="123820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38B0E-A179-438B-9326-BC5C806F7DEF}">
      <dsp:nvSpPr>
        <dsp:cNvPr id="0" name=""/>
        <dsp:cNvSpPr/>
      </dsp:nvSpPr>
      <dsp:spPr>
        <a:xfrm>
          <a:off x="0" y="80956"/>
          <a:ext cx="8080309" cy="10822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500" kern="1200"/>
            <a:t>the elastic resource pool has made the cost analysis a lot more complicated</a:t>
          </a:r>
          <a:endParaRPr lang="en-US" sz="2500" kern="1200"/>
        </a:p>
      </dsp:txBody>
      <dsp:txXfrm>
        <a:off x="52831" y="133787"/>
        <a:ext cx="7974647" cy="976588"/>
      </dsp:txXfrm>
    </dsp:sp>
    <dsp:sp modelId="{A4BDDB1C-E098-4B5B-9840-5FAC86C21AD6}">
      <dsp:nvSpPr>
        <dsp:cNvPr id="0" name=""/>
        <dsp:cNvSpPr/>
      </dsp:nvSpPr>
      <dsp:spPr>
        <a:xfrm>
          <a:off x="0" y="1235206"/>
          <a:ext cx="8080309" cy="108225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500" b="1" kern="1200"/>
            <a:t>unit</a:t>
          </a:r>
          <a:r>
            <a:rPr lang="en" sz="2500" kern="1200"/>
            <a:t> of cost analysis</a:t>
          </a:r>
          <a:r>
            <a:rPr lang="zh-CN" altLang="en-US" sz="2500" kern="1200"/>
            <a:t>：</a:t>
          </a:r>
          <a:r>
            <a:rPr lang="en" sz="2500" kern="1200"/>
            <a:t>instantiated virtual machin</a:t>
          </a:r>
          <a:r>
            <a:rPr lang="en-US" altLang="zh-CN" sz="2500" kern="1200"/>
            <a:t>e</a:t>
          </a:r>
          <a:endParaRPr lang="en-US" sz="2500" kern="1200"/>
        </a:p>
      </dsp:txBody>
      <dsp:txXfrm>
        <a:off x="52831" y="1288037"/>
        <a:ext cx="7974647" cy="976588"/>
      </dsp:txXfrm>
    </dsp:sp>
    <dsp:sp modelId="{8D3B7109-FAD4-431D-A554-D273B288BF77}">
      <dsp:nvSpPr>
        <dsp:cNvPr id="0" name=""/>
        <dsp:cNvSpPr/>
      </dsp:nvSpPr>
      <dsp:spPr>
        <a:xfrm>
          <a:off x="0" y="2389456"/>
          <a:ext cx="8080309" cy="108225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500" kern="1200"/>
            <a:t>software licenses, virtual network usage, node and hypervisor management overhead, and so on. </a:t>
          </a:r>
          <a:endParaRPr lang="en-US" sz="2500" kern="1200"/>
        </a:p>
      </dsp:txBody>
      <dsp:txXfrm>
        <a:off x="52831" y="2442287"/>
        <a:ext cx="7974647" cy="976588"/>
      </dsp:txXfrm>
    </dsp:sp>
    <dsp:sp modelId="{9CC3B5B8-19F1-435F-ACAE-5E60F6E528E5}">
      <dsp:nvSpPr>
        <dsp:cNvPr id="0" name=""/>
        <dsp:cNvSpPr/>
      </dsp:nvSpPr>
      <dsp:spPr>
        <a:xfrm>
          <a:off x="0" y="3543706"/>
          <a:ext cx="8080309" cy="10822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500" kern="1200"/>
            <a:t>a strategic and viable charging model for SaaS provider is crucial </a:t>
          </a:r>
          <a:endParaRPr lang="en-US" sz="2500" b="1" kern="1200"/>
        </a:p>
      </dsp:txBody>
      <dsp:txXfrm>
        <a:off x="52831" y="3596537"/>
        <a:ext cx="7974647" cy="97658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936D6-9D8D-9B4A-A3CB-C63ECDFE8C66}">
      <dsp:nvSpPr>
        <dsp:cNvPr id="0" name=""/>
        <dsp:cNvSpPr/>
      </dsp:nvSpPr>
      <dsp:spPr>
        <a:xfrm>
          <a:off x="0" y="7926"/>
          <a:ext cx="7886700" cy="140100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/>
            <a:t>I</a:t>
          </a:r>
          <a:r>
            <a:rPr lang="en" sz="2300" kern="1200"/>
            <a:t>t is vital for consumers to obtain guarantees from providers on service delivery. </a:t>
          </a:r>
          <a:endParaRPr lang="en-US" sz="2300" kern="1200"/>
        </a:p>
      </dsp:txBody>
      <dsp:txXfrm>
        <a:off x="68391" y="76317"/>
        <a:ext cx="7749918" cy="1264219"/>
      </dsp:txXfrm>
    </dsp:sp>
    <dsp:sp modelId="{0F3770D5-A256-A046-90FA-F5A549F3D5EF}">
      <dsp:nvSpPr>
        <dsp:cNvPr id="0" name=""/>
        <dsp:cNvSpPr/>
      </dsp:nvSpPr>
      <dsp:spPr>
        <a:xfrm>
          <a:off x="0" y="1475168"/>
          <a:ext cx="7886700" cy="1401001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300" kern="1200"/>
            <a:t>Service Level Agreements (SLAs) negotiated between the providers and consumers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300" kern="1200"/>
            <a:t>tradeoffs between expressiveness and complicatedness</a:t>
          </a:r>
          <a:endParaRPr lang="en-US" sz="2300" kern="1200"/>
        </a:p>
      </dsp:txBody>
      <dsp:txXfrm>
        <a:off x="68391" y="1543559"/>
        <a:ext cx="7749918" cy="1264219"/>
      </dsp:txXfrm>
    </dsp:sp>
    <dsp:sp modelId="{BA0C6DA2-BC1B-8242-A627-EBE22EF0BD9A}">
      <dsp:nvSpPr>
        <dsp:cNvPr id="0" name=""/>
        <dsp:cNvSpPr/>
      </dsp:nvSpPr>
      <dsp:spPr>
        <a:xfrm>
          <a:off x="0" y="2942409"/>
          <a:ext cx="7886700" cy="1401001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/>
            <a:t>C</a:t>
          </a:r>
          <a:r>
            <a:rPr lang="en" sz="2300" kern="1200"/>
            <a:t>arried out in a nearly automatic fashion due to the promise of "self-service" in the cloud computing. </a:t>
          </a:r>
          <a:endParaRPr lang="en-US" sz="2300" kern="1200"/>
        </a:p>
      </dsp:txBody>
      <dsp:txXfrm>
        <a:off x="68391" y="3010800"/>
        <a:ext cx="7749918" cy="126421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2A258-67F5-4A91-BEA7-9BD936F40F0B}">
      <dsp:nvSpPr>
        <dsp:cNvPr id="0" name=""/>
        <dsp:cNvSpPr/>
      </dsp:nvSpPr>
      <dsp:spPr>
        <a:xfrm>
          <a:off x="34178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1B00B-18CB-41C1-BFFD-2BF7459924F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7F733-A5F2-4E72-8EBF-64D111098273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092" y="2524067"/>
        <a:ext cx="1741992" cy="696796"/>
      </dsp:txXfrm>
    </dsp:sp>
    <dsp:sp modelId="{48489594-45B5-49FF-A785-2C908D750905}">
      <dsp:nvSpPr>
        <dsp:cNvPr id="0" name=""/>
        <dsp:cNvSpPr/>
      </dsp:nvSpPr>
      <dsp:spPr>
        <a:xfrm>
          <a:off x="238862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8DEB9-BE84-44A7-9EFA-9BCF9AC341ED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9F0E9-4D1B-444B-8433-9F77D5CEC3AB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CLOUD,</a:t>
          </a:r>
          <a:r>
            <a:rPr lang="zh-CN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SOC, AND GRID </a:t>
          </a:r>
        </a:p>
      </dsp:txBody>
      <dsp:txXfrm>
        <a:off x="2048933" y="2524067"/>
        <a:ext cx="1741992" cy="696796"/>
      </dsp:txXfrm>
    </dsp:sp>
    <dsp:sp modelId="{754DA836-82AA-4CA1-9785-61E2EE59F993}">
      <dsp:nvSpPr>
        <dsp:cNvPr id="0" name=""/>
        <dsp:cNvSpPr/>
      </dsp:nvSpPr>
      <dsp:spPr>
        <a:xfrm>
          <a:off x="4435462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EBCD9-C341-41D0-8EC2-713063AEAD25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B0759-D670-4A35-AFCF-0AF8352D3848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 </a:t>
          </a:r>
        </a:p>
      </dsp:txBody>
      <dsp:txXfrm>
        <a:off x="4095774" y="2524067"/>
        <a:ext cx="1741992" cy="696796"/>
      </dsp:txXfrm>
    </dsp:sp>
    <dsp:sp modelId="{23713A27-78F6-4242-AB89-42D66A2ED22E}">
      <dsp:nvSpPr>
        <dsp:cNvPr id="0" name=""/>
        <dsp:cNvSpPr/>
      </dsp:nvSpPr>
      <dsp:spPr>
        <a:xfrm>
          <a:off x="6482303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EF34D-8618-4F8F-92FD-44B1C69D3B94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3CD71-1CB5-4A29-B5BE-317FED77687F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ISSUE</a:t>
          </a:r>
        </a:p>
      </dsp:txBody>
      <dsp:txXfrm>
        <a:off x="6142615" y="2524067"/>
        <a:ext cx="1741992" cy="69679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94687-DB9F-9147-B576-5B62A8645AF8}">
      <dsp:nvSpPr>
        <dsp:cNvPr id="0" name=""/>
        <dsp:cNvSpPr/>
      </dsp:nvSpPr>
      <dsp:spPr>
        <a:xfrm>
          <a:off x="1767680" y="0"/>
          <a:ext cx="4351338" cy="435133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75060-366D-054F-B5D7-41F3FE15480A}">
      <dsp:nvSpPr>
        <dsp:cNvPr id="0" name=""/>
        <dsp:cNvSpPr/>
      </dsp:nvSpPr>
      <dsp:spPr>
        <a:xfrm>
          <a:off x="2181058" y="413377"/>
          <a:ext cx="1697021" cy="169702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Intermediary Layer </a:t>
          </a:r>
        </a:p>
      </dsp:txBody>
      <dsp:txXfrm>
        <a:off x="2263900" y="496219"/>
        <a:ext cx="1531337" cy="1531337"/>
      </dsp:txXfrm>
    </dsp:sp>
    <dsp:sp modelId="{94BC49E5-BBCC-8843-880B-ACAB5880DCCC}">
      <dsp:nvSpPr>
        <dsp:cNvPr id="0" name=""/>
        <dsp:cNvSpPr/>
      </dsp:nvSpPr>
      <dsp:spPr>
        <a:xfrm>
          <a:off x="4008620" y="413377"/>
          <a:ext cx="1697021" cy="1697021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Standard </a:t>
          </a:r>
        </a:p>
      </dsp:txBody>
      <dsp:txXfrm>
        <a:off x="4091462" y="496219"/>
        <a:ext cx="1531337" cy="1531337"/>
      </dsp:txXfrm>
    </dsp:sp>
    <dsp:sp modelId="{D39BCFF7-12A5-B74E-904E-AF34353621D8}">
      <dsp:nvSpPr>
        <dsp:cNvPr id="0" name=""/>
        <dsp:cNvSpPr/>
      </dsp:nvSpPr>
      <dsp:spPr>
        <a:xfrm>
          <a:off x="2181058" y="2240939"/>
          <a:ext cx="1697021" cy="1697021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Open API </a:t>
          </a:r>
        </a:p>
      </dsp:txBody>
      <dsp:txXfrm>
        <a:off x="2263900" y="2323781"/>
        <a:ext cx="1531337" cy="1531337"/>
      </dsp:txXfrm>
    </dsp:sp>
    <dsp:sp modelId="{42F34EED-839D-7D42-B447-19F72136B613}">
      <dsp:nvSpPr>
        <dsp:cNvPr id="0" name=""/>
        <dsp:cNvSpPr/>
      </dsp:nvSpPr>
      <dsp:spPr>
        <a:xfrm>
          <a:off x="4008620" y="2240939"/>
          <a:ext cx="1697021" cy="1697021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SaaS Interoperability </a:t>
          </a:r>
        </a:p>
      </dsp:txBody>
      <dsp:txXfrm>
        <a:off x="4091462" y="2323781"/>
        <a:ext cx="1531337" cy="1531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A5E52-DC37-4E80-A23C-95A80CB9FC0A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785E9-8BEF-433F-B5D1-DDA7A898F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介绍、云计算和其他相似概念的关系、挑战和问题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616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美国国家标准与技术研究院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176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这句话 </a:t>
            </a:r>
            <a:r>
              <a:rPr lang="en-US" altLang="zh-CN"/>
              <a:t>5</a:t>
            </a:r>
            <a:r>
              <a:rPr lang="zh-CN" altLang="en-US"/>
              <a:t>个元素</a:t>
            </a:r>
            <a:endParaRPr lang="en-US" altLang="zh-CN"/>
          </a:p>
          <a:p>
            <a:r>
              <a:rPr lang="zh-CN" altLang="en-US"/>
              <a:t>以云服务作为例子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31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按需，自助</a:t>
            </a:r>
            <a:endParaRPr lang="en-US" altLang="zh-CN"/>
          </a:p>
          <a:p>
            <a:r>
              <a:rPr lang="zh-CN" altLang="en-US"/>
              <a:t>即时的需求，不需要和别人交互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405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网络分发</a:t>
            </a:r>
            <a:endParaRPr lang="en-US" altLang="zh-CN"/>
          </a:p>
          <a:p>
            <a:r>
              <a:rPr lang="zh-CN" altLang="en-US"/>
              <a:t>不同的客户端应用</a:t>
            </a:r>
            <a:endParaRPr lang="en-US" altLang="zh-CN"/>
          </a:p>
          <a:p>
            <a:r>
              <a:rPr lang="zh-CN" altLang="en-US"/>
              <a:t>应用运行在各种各样的平台</a:t>
            </a:r>
            <a:endParaRPr lang="en-US" altLang="zh-CN"/>
          </a:p>
          <a:p>
            <a:r>
              <a:rPr lang="zh-CN" altLang="en-US"/>
              <a:t>应用还在客户端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517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资源池化， 聚集</a:t>
            </a:r>
            <a:endParaRPr lang="en-US" altLang="zh-CN"/>
          </a:p>
          <a:p>
            <a:r>
              <a:rPr lang="zh-CN" altLang="en-US"/>
              <a:t>多个客户端、虚拟模型</a:t>
            </a:r>
            <a:endParaRPr lang="en-US" altLang="zh-CN"/>
          </a:p>
          <a:p>
            <a:r>
              <a:rPr lang="zh-CN" altLang="en-US"/>
              <a:t>规模经济、个性化服务</a:t>
            </a:r>
            <a:endParaRPr lang="en-US" altLang="zh-CN"/>
          </a:p>
          <a:p>
            <a:r>
              <a:rPr lang="zh-CN" altLang="en-US"/>
              <a:t>客户看不到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049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快速的，弹性的</a:t>
            </a:r>
            <a:endParaRPr lang="en-US" altLang="zh-CN"/>
          </a:p>
          <a:p>
            <a:r>
              <a:rPr lang="zh-CN" altLang="en-US"/>
              <a:t>时间（立即的 不是持久的）</a:t>
            </a:r>
            <a:endParaRPr lang="en-US" altLang="zh-CN"/>
          </a:p>
          <a:p>
            <a:r>
              <a:rPr lang="zh-CN" altLang="en-US"/>
              <a:t>、空间 （峰值）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348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可测量性</a:t>
            </a:r>
            <a:endParaRPr lang="en-US" altLang="zh-CN"/>
          </a:p>
          <a:p>
            <a:r>
              <a:rPr lang="zh-CN" altLang="en-US"/>
              <a:t>各种都要测量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735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798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466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软件生命周期</a:t>
            </a:r>
            <a:endParaRPr lang="en-US" altLang="zh-CN"/>
          </a:p>
          <a:p>
            <a:r>
              <a:rPr lang="zh-CN" altLang="en-US"/>
              <a:t>区别：支持还在开发的软件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119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部署模型，设备归属</a:t>
            </a:r>
            <a:endParaRPr lang="en-US" altLang="zh-CN"/>
          </a:p>
          <a:p>
            <a:r>
              <a:rPr lang="zh-CN" altLang="en-US"/>
              <a:t>分别举例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735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zh-CN" altLang="en-US"/>
              <a:t>实验室内部云，所有设备都是实验室买的，内部使用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018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多个组织共用一个云设备</a:t>
            </a:r>
            <a:endParaRPr lang="en-US" altLang="zh-CN"/>
          </a:p>
          <a:p>
            <a:r>
              <a:rPr lang="zh-CN" altLang="en-US"/>
              <a:t>这个设备可以第三方，也可以。。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几个实验室共用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611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学校提供设备，校园网、</a:t>
            </a:r>
            <a:r>
              <a:rPr lang="en-US" altLang="zh-CN"/>
              <a:t>mail</a:t>
            </a:r>
            <a:r>
              <a:rPr lang="zh-CN" altLang="en-US"/>
              <a:t>点</a:t>
            </a:r>
            <a:r>
              <a:rPr lang="en-US" altLang="zh-CN" err="1"/>
              <a:t>ecust</a:t>
            </a:r>
            <a:r>
              <a:rPr lang="zh-CN" altLang="en-US"/>
              <a:t> 都属于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715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每个实验室，有自己的服务器，放着重要数据</a:t>
            </a:r>
            <a:endParaRPr lang="en-US" altLang="zh-CN"/>
          </a:p>
          <a:p>
            <a:r>
              <a:rPr lang="zh-CN" altLang="en-US"/>
              <a:t>有合用服务器，跑</a:t>
            </a:r>
            <a:r>
              <a:rPr lang="en-US" altLang="zh-CN" err="1"/>
              <a:t>gpu</a:t>
            </a:r>
            <a:r>
              <a:rPr lang="zh-CN" altLang="en-US"/>
              <a:t>代码，也用学校资源，邮箱，没必要自己搭建邮箱服务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问题：标准化、互操作性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1258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虚拟个人云：亚马逊提出</a:t>
            </a:r>
            <a:r>
              <a:rPr lang="en-US" altLang="zh-CN"/>
              <a:t>: </a:t>
            </a:r>
            <a:r>
              <a:rPr lang="zh-CN" altLang="en-US"/>
              <a:t>无缝链接</a:t>
            </a:r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708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面向服务计算</a:t>
            </a:r>
            <a:endParaRPr lang="en-US" altLang="zh-CN"/>
          </a:p>
          <a:p>
            <a:r>
              <a:rPr lang="zh-CN" altLang="en-US"/>
              <a:t>网格计算</a:t>
            </a:r>
            <a:endParaRPr lang="en-US" altLang="zh-CN"/>
          </a:p>
          <a:p>
            <a:r>
              <a:rPr lang="zh-CN" altLang="en-US"/>
              <a:t>高性能计算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790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742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服务接口语言，应用于云服务接口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1600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服务探索模型可以被应用到云服务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000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网络服务有许许多多的研究，在云服务构建的过程中都能有所运用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2888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最后是服务的管理，能直接运用于云服务的管理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3649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云计算在网页服务开发的作用：网页服务开发，能放在云上</a:t>
            </a:r>
            <a:endParaRPr lang="en-US" altLang="zh-CN"/>
          </a:p>
          <a:p>
            <a:r>
              <a:rPr lang="zh-CN" altLang="en-US"/>
              <a:t>在线编辑</a:t>
            </a:r>
            <a:r>
              <a:rPr lang="en-US" altLang="zh-CN"/>
              <a:t>App, VS</a:t>
            </a:r>
            <a:r>
              <a:rPr lang="zh-CN" altLang="en-US"/>
              <a:t>、</a:t>
            </a:r>
            <a:r>
              <a:rPr lang="en-US" altLang="zh-CN"/>
              <a:t>Google </a:t>
            </a:r>
            <a:r>
              <a:rPr lang="en-US" altLang="zh-CN" err="1"/>
              <a:t>AppEngine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082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除了开发：，测试也要</a:t>
            </a:r>
            <a:endParaRPr lang="en-US" altLang="zh-CN"/>
          </a:p>
          <a:p>
            <a:r>
              <a:rPr lang="zh-CN" altLang="en-US"/>
              <a:t>模拟请求、模拟流量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云有大量计算资源、便宜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5197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部署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9833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不同的服务集成打包很麻烦，又很频繁</a:t>
            </a:r>
            <a:endParaRPr lang="en-US" altLang="zh-CN"/>
          </a:p>
          <a:p>
            <a:r>
              <a:rPr lang="zh-CN" altLang="en-US"/>
              <a:t>云服务器，大礼包形式，创建需要的镜像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9662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网格：资源共享的计算，云计算：所有的资源都被分配到不同的实例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网格：为巨大的任务调度共享资源，实现资源的最大化，云：中小型任务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网格：尽可能最大化计算，云：优化全局计算资源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网格：资源都是复用的，共享的，云：根据用户需求，时时的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3180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高性能计算解决高级的科学计算问题</a:t>
            </a:r>
            <a:endParaRPr lang="en-US" altLang="zh-CN"/>
          </a:p>
          <a:p>
            <a:r>
              <a:rPr lang="zh-CN" altLang="en-US"/>
              <a:t>面向科学任务</a:t>
            </a:r>
            <a:endParaRPr lang="en-US" altLang="zh-CN"/>
          </a:p>
          <a:p>
            <a:r>
              <a:rPr lang="zh-CN" altLang="en-US"/>
              <a:t>大量的并行</a:t>
            </a:r>
            <a:endParaRPr lang="en-US" altLang="zh-CN"/>
          </a:p>
          <a:p>
            <a:r>
              <a:rPr lang="zh-CN" altLang="en-US"/>
              <a:t>一般所用的资源是固定的</a:t>
            </a:r>
            <a:endParaRPr lang="en-US" altLang="zh-CN"/>
          </a:p>
          <a:p>
            <a:r>
              <a:rPr lang="zh-CN" altLang="en-US"/>
              <a:t>针对科学任务优化性能</a:t>
            </a:r>
            <a:endParaRPr lang="en-US" altLang="zh-CN"/>
          </a:p>
          <a:p>
            <a:r>
              <a:rPr lang="zh-CN" altLang="en-US"/>
              <a:t>云计算：</a:t>
            </a:r>
            <a:endParaRPr lang="en-US" altLang="zh-CN"/>
          </a:p>
          <a:p>
            <a:r>
              <a:rPr lang="zh-CN" altLang="en-US"/>
              <a:t>应用在商业领域，复杂的状态、数据依赖性</a:t>
            </a:r>
            <a:endParaRPr lang="en-US" altLang="zh-CN"/>
          </a:p>
          <a:p>
            <a:r>
              <a:rPr lang="zh-CN" altLang="en-US"/>
              <a:t>解决整体性能</a:t>
            </a:r>
            <a:endParaRPr lang="en-US" altLang="zh-CN"/>
          </a:p>
          <a:p>
            <a:r>
              <a:rPr lang="zh-CN" altLang="en-US"/>
              <a:t>自助服务的特性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1117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例子：</a:t>
            </a:r>
            <a:endParaRPr lang="en-US" altLang="zh-CN"/>
          </a:p>
          <a:p>
            <a:r>
              <a:rPr lang="zh-CN" altLang="en-US"/>
              <a:t>云设施便宜又好用，那么机器人，成本</a:t>
            </a:r>
            <a:endParaRPr lang="en-US" altLang="zh-CN"/>
          </a:p>
          <a:p>
            <a:r>
              <a:rPr lang="zh-CN" altLang="en-US"/>
              <a:t>共享物理资源，侧信道</a:t>
            </a:r>
            <a:endParaRPr lang="en-US" altLang="zh-CN"/>
          </a:p>
          <a:p>
            <a:r>
              <a:rPr lang="zh-CN" altLang="en-US"/>
              <a:t>名声问题：因为资源的共享，这里典型的是</a:t>
            </a:r>
            <a:r>
              <a:rPr lang="en-US" altLang="zh-CN" err="1"/>
              <a:t>ip</a:t>
            </a:r>
            <a:r>
              <a:rPr lang="zh-CN" altLang="en-US"/>
              <a:t>地址共享，如果共享</a:t>
            </a:r>
            <a:r>
              <a:rPr lang="en-US" altLang="zh-CN" err="1"/>
              <a:t>ip</a:t>
            </a:r>
            <a:r>
              <a:rPr lang="zh-CN" altLang="en-US"/>
              <a:t>的那个人。。。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6659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必须在计算、通讯、集成之间权衡</a:t>
            </a:r>
            <a:endParaRPr kumimoji="1" lang="en-US" altLang="zh-CN"/>
          </a:p>
          <a:p>
            <a:r>
              <a:rPr kumimoji="1" lang="zh-CN" altLang="en-US"/>
              <a:t>虽然云计算节省了计算成本，但是在之前提到的混合云、社区云中，数据的迁移会提高成本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935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收费模式</a:t>
            </a:r>
            <a:endParaRPr kumimoji="1" lang="en-US" altLang="zh-CN"/>
          </a:p>
          <a:p>
            <a:r>
              <a:rPr kumimoji="1" lang="zh-CN" altLang="en-US"/>
              <a:t>资源池的使用，导致了成本分析的复杂性</a:t>
            </a:r>
            <a:endParaRPr kumimoji="1" lang="en-US" altLang="zh-CN"/>
          </a:p>
          <a:p>
            <a:r>
              <a:rPr kumimoji="1" lang="zh-CN" altLang="en-US"/>
              <a:t>在云计算中，最小单元是实例化了的虚拟机，而不是更下层的物理资源</a:t>
            </a:r>
            <a:endParaRPr kumimoji="1" lang="en-US" altLang="zh-CN"/>
          </a:p>
          <a:p>
            <a:r>
              <a:rPr kumimoji="1" lang="zh-CN" altLang="en-US"/>
              <a:t>当然，计算的内容还包括，软件授权，虚拟网络，高级的管理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4131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服务层面的协议</a:t>
            </a:r>
            <a:endParaRPr kumimoji="1" lang="en-US" altLang="zh-CN"/>
          </a:p>
          <a:p>
            <a:r>
              <a:rPr kumimoji="1" lang="zh-CN" altLang="en-US"/>
              <a:t>先解释一下：在使用前，或者 缴费前，一般都会填写（已阅，我同意那个勾）</a:t>
            </a:r>
            <a:endParaRPr kumimoji="1" lang="en-US" altLang="zh-CN"/>
          </a:p>
          <a:p>
            <a:r>
              <a:rPr kumimoji="1" lang="zh-CN" altLang="en-US"/>
              <a:t>这个是服务的保证，</a:t>
            </a:r>
            <a:endParaRPr kumimoji="1" lang="en-US" altLang="zh-CN"/>
          </a:p>
          <a:p>
            <a:r>
              <a:rPr kumimoji="1" lang="zh-CN" altLang="en-US"/>
              <a:t>需要权衡，表达能力，和复杂度</a:t>
            </a:r>
            <a:endParaRPr kumimoji="1" lang="en-US" altLang="zh-CN"/>
          </a:p>
          <a:p>
            <a:r>
              <a:rPr kumimoji="1" lang="zh-CN" altLang="en-US"/>
              <a:t>尽可能自动化的推出，基于云服务的自助性</a:t>
            </a:r>
            <a:endParaRPr kumimoji="1" lang="en-US" altLang="zh-CN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910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云计算的构成中，更多的是软件服务而不是基础的设施服务，因为核心信息还是不方便、不敢放在云服务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1359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互操作性问题的产生：每个云有自己的协议、运行方式，定义怎么和用户交互</a:t>
            </a:r>
            <a:endParaRPr lang="en-US" altLang="zh-CN"/>
          </a:p>
          <a:p>
            <a:r>
              <a:rPr lang="zh-CN" altLang="en-US"/>
              <a:t>然而在实际应用场景下，核心数据放在内部，边缘功能放在云端非常常见</a:t>
            </a:r>
            <a:endParaRPr lang="en-US" altLang="zh-CN"/>
          </a:p>
          <a:p>
            <a:r>
              <a:rPr lang="zh-CN" altLang="en-US"/>
              <a:t>实验室内部代码，又要调用学校提供的服务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204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一个方法是应用中间层，中间层负责处理好不同云服务的细节，为上层提供统一的接口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8913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一个很好的解决方法就是标准化</a:t>
            </a:r>
            <a:endParaRPr lang="en-US" altLang="zh-CN"/>
          </a:p>
          <a:p>
            <a:r>
              <a:rPr lang="zh-CN" altLang="en-US"/>
              <a:t>但这个过程比较难实行，因为制定标准容易，实施起来难</a:t>
            </a:r>
            <a:endParaRPr lang="en-US" altLang="zh-CN"/>
          </a:p>
          <a:p>
            <a:r>
              <a:rPr lang="zh-CN" altLang="en-US"/>
              <a:t>例如微软和亚马逊始终不愿意使用同一云接口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1313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2812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之前的解决方案主要针对设备服务和数据服务，那么对于软件服务该如何解决</a:t>
            </a:r>
            <a:endParaRPr lang="en-US" altLang="zh-CN"/>
          </a:p>
          <a:p>
            <a:r>
              <a:rPr lang="zh-CN" altLang="en-US"/>
              <a:t>对于相似的任务也能利用标准来统一。比如对于数据挖掘领域，有</a:t>
            </a:r>
            <a:r>
              <a:rPr lang="en-US" altLang="zh-CN"/>
              <a:t>PMML</a:t>
            </a:r>
            <a:r>
              <a:rPr lang="zh-CN" altLang="en-US"/>
              <a:t>标准，来跨系统、跨工具来交互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785E9-8BEF-433F-B5D1-DDA7A898FCD6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053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6279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4968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3448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1982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95388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46246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3853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318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1408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5192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738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F0711-8A55-0542-8634-178FCC57D465}" type="datetimeFigureOut">
              <a:rPr kumimoji="1" lang="zh-CN" altLang="en-US" smtClean="0"/>
              <a:t>2018/12/27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D6ECD-875E-FF42-BE06-5CF75DAF76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810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46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5.xml"/><Relationship Id="rId3" Type="http://schemas.openxmlformats.org/officeDocument/2006/relationships/image" Target="../media/image47.png"/><Relationship Id="rId7" Type="http://schemas.openxmlformats.org/officeDocument/2006/relationships/diagramQuickStyle" Target="../diagrams/quickStyle1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5.xml"/><Relationship Id="rId5" Type="http://schemas.openxmlformats.org/officeDocument/2006/relationships/diagramData" Target="../diagrams/data15.xml"/><Relationship Id="rId4" Type="http://schemas.openxmlformats.org/officeDocument/2006/relationships/image" Target="../media/image48.svg"/><Relationship Id="rId9" Type="http://schemas.microsoft.com/office/2007/relationships/diagramDrawing" Target="../diagrams/drawing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49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02543C8-0285-274C-96C8-BFA58724B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CN" sz="420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Issues and Challenges</a:t>
            </a:r>
            <a:endParaRPr kumimoji="1" lang="zh-CN" altLang="en-US" sz="4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EDD182-76C6-834F-81FE-EED53A1FF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Y30180733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张知行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Y30180732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张佳影</a:t>
            </a:r>
          </a:p>
          <a:p>
            <a:pPr algn="l"/>
            <a:endParaRPr kumimoji="1" lang="zh-CN" altLang="en-US"/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010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5E227-B949-C54F-8CE8-CDA06896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内容占位符 2">
            <a:extLst>
              <a:ext uri="{FF2B5EF4-FFF2-40B4-BE49-F238E27FC236}">
                <a16:creationId xmlns:a16="http://schemas.microsoft.com/office/drawing/2014/main" id="{D2115B5F-83F8-4696-AB40-8CAAEB3DF8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167370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5387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F9F79B-A093-478E-96B5-EE02BC93A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4610687"/>
            <a:ext cx="5558011" cy="1303020"/>
          </a:xfrm>
        </p:spPr>
        <p:txBody>
          <a:bodyPr>
            <a:normAutofit/>
          </a:bodyPr>
          <a:lstStyle/>
          <a:p>
            <a:r>
              <a:rPr lang="en-US" altLang="zh-CN"/>
              <a:t>Cloud Computing</a:t>
            </a:r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51AB5C-B78A-9C43-B3E7-5CD4F7A6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838202"/>
            <a:ext cx="4257478" cy="3063482"/>
          </a:xfrm>
        </p:spPr>
        <p:txBody>
          <a:bodyPr anchor="ctr">
            <a:normAutofit/>
          </a:bodyPr>
          <a:lstStyle/>
          <a:p>
            <a:r>
              <a:rPr lang="en" altLang="zh-CN" sz="2000" i="1">
                <a:latin typeface="TimesNewRomanPS"/>
              </a:rPr>
              <a:t>Cloud computing is a model for enabling convenient, on- demand network access to a shared pool of configurable computing resources (e.g., networks, servers, storage, applications, and services) that can be rapidly provisioned and released with minimal management effort or service provider interaction </a:t>
            </a:r>
            <a:endParaRPr lang="en" altLang="zh-CN" sz="2000"/>
          </a:p>
          <a:p>
            <a:endParaRPr lang="zh-CN" altLang="en-US" sz="20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1394CD8-BD30-4B74-86F4-51FDF3383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341" y="0"/>
            <a:ext cx="4716660" cy="3359027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C22394-EBC2-4FAF-A555-6C02D589E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131570" y="3621417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7194F93-1F71-4A70-9DF1-28F183771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7460" y="4610687"/>
            <a:ext cx="1411691" cy="14116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BC0C84-DC2A-43AE-9576-0A44295E8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940" y="4506726"/>
            <a:ext cx="430807" cy="43080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420033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F6AE3DAD-45D6-4617-BFF2-8E5A8A14B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230167"/>
              </p:ext>
            </p:extLst>
          </p:nvPr>
        </p:nvGraphicFramePr>
        <p:xfrm>
          <a:off x="628650" y="249523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内容占位符 5">
            <a:extLst>
              <a:ext uri="{FF2B5EF4-FFF2-40B4-BE49-F238E27FC236}">
                <a16:creationId xmlns:a16="http://schemas.microsoft.com/office/drawing/2014/main" id="{49520A5B-BFBF-5E40-9E42-FBF425A3AFCD}"/>
              </a:ext>
            </a:extLst>
          </p:cNvPr>
          <p:cNvSpPr txBox="1">
            <a:spLocks/>
          </p:cNvSpPr>
          <p:nvPr/>
        </p:nvSpPr>
        <p:spPr>
          <a:xfrm>
            <a:off x="358057" y="1145818"/>
            <a:ext cx="8427886" cy="3063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" altLang="zh-CN" sz="2400" i="1">
                <a:latin typeface="TimesNewRomanPS"/>
              </a:rPr>
              <a:t>Cloud computing is a model for enabling convenient, </a:t>
            </a:r>
            <a:r>
              <a:rPr lang="en" altLang="zh-CN" sz="2400" b="1" i="1">
                <a:solidFill>
                  <a:schemeClr val="accent2"/>
                </a:solidFill>
                <a:latin typeface="TimesNewRomanPS"/>
              </a:rPr>
              <a:t>on-demand</a:t>
            </a:r>
            <a:r>
              <a:rPr lang="en" altLang="zh-CN" sz="2400" i="1">
                <a:latin typeface="TimesNewRomanPS"/>
              </a:rPr>
              <a:t> </a:t>
            </a:r>
            <a:r>
              <a:rPr lang="en" altLang="zh-CN" sz="2400" b="1" i="1">
                <a:solidFill>
                  <a:schemeClr val="accent2"/>
                </a:solidFill>
                <a:latin typeface="TimesNewRomanPS"/>
              </a:rPr>
              <a:t>network access </a:t>
            </a:r>
            <a:r>
              <a:rPr lang="en" altLang="zh-CN" sz="2400" i="1">
                <a:latin typeface="TimesNewRomanPS"/>
              </a:rPr>
              <a:t>to a </a:t>
            </a:r>
            <a:r>
              <a:rPr lang="en" altLang="zh-CN" sz="2400" b="1" i="1">
                <a:solidFill>
                  <a:schemeClr val="accent2"/>
                </a:solidFill>
                <a:latin typeface="TimesNewRomanPS"/>
              </a:rPr>
              <a:t>shared pool</a:t>
            </a:r>
            <a:r>
              <a:rPr lang="en" altLang="zh-CN" sz="2400" i="1">
                <a:solidFill>
                  <a:schemeClr val="accent2"/>
                </a:solidFill>
                <a:latin typeface="TimesNewRomanPS"/>
              </a:rPr>
              <a:t> </a:t>
            </a:r>
            <a:r>
              <a:rPr lang="en" altLang="zh-CN" sz="2400" i="1">
                <a:latin typeface="TimesNewRomanPS"/>
              </a:rPr>
              <a:t>of </a:t>
            </a:r>
            <a:r>
              <a:rPr lang="en" altLang="zh-CN" sz="2400" b="1" i="1">
                <a:solidFill>
                  <a:schemeClr val="accent2"/>
                </a:solidFill>
                <a:latin typeface="TimesNewRomanPS"/>
              </a:rPr>
              <a:t>configurable</a:t>
            </a:r>
            <a:r>
              <a:rPr lang="en" altLang="zh-CN" sz="2400" i="1">
                <a:latin typeface="TimesNewRomanPS"/>
              </a:rPr>
              <a:t> computing resources (e.g., networks, servers, storage, applications, and services) that can be </a:t>
            </a:r>
            <a:r>
              <a:rPr lang="en" altLang="zh-CN" sz="2400" b="1" i="1">
                <a:solidFill>
                  <a:schemeClr val="accent2"/>
                </a:solidFill>
                <a:latin typeface="TimesNewRomanPS"/>
              </a:rPr>
              <a:t>rapidly provisioned and released </a:t>
            </a:r>
            <a:r>
              <a:rPr lang="en" altLang="zh-CN" sz="2400" i="1">
                <a:latin typeface="TimesNewRomanPS"/>
              </a:rPr>
              <a:t>with minimal management effort or service provider interaction </a:t>
            </a:r>
            <a:endParaRPr lang="en" altLang="zh-CN" sz="2400"/>
          </a:p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503982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858" y="1184972"/>
            <a:ext cx="6841938" cy="1325563"/>
          </a:xfrm>
        </p:spPr>
        <p:txBody>
          <a:bodyPr>
            <a:normAutofit/>
          </a:bodyPr>
          <a:lstStyle/>
          <a:p>
            <a:r>
              <a:rPr lang="en-US" altLang="zh-CN"/>
              <a:t>On-demand self-service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857" y="2508993"/>
            <a:ext cx="4935113" cy="2643964"/>
          </a:xfrm>
        </p:spPr>
        <p:txBody>
          <a:bodyPr>
            <a:noAutofit/>
          </a:bodyPr>
          <a:lstStyle/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consumer with an instantaneous need at a particular timeslot can avail computing resources (such as CPU time, network storage, software use, and so forth) </a:t>
            </a:r>
            <a:r>
              <a:rPr lang="en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 automatic fashion 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without resorting to human interactions with providers of these resources. </a:t>
            </a:r>
          </a:p>
          <a:p>
            <a:endParaRPr lang="zh-CN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A9616D99-AEFB-4C95-84EF-5DEC698D9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4643" y="744469"/>
            <a:ext cx="2456751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D0F97023-F626-4FC5-8C2D-753B5C7F4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113971" y="1685652"/>
            <a:ext cx="2456260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FCD377-3978-45D6-A144-98EC58751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3971" y="3335418"/>
            <a:ext cx="1906825" cy="19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59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14" y="1155944"/>
            <a:ext cx="6841938" cy="1325563"/>
          </a:xfrm>
        </p:spPr>
        <p:txBody>
          <a:bodyPr>
            <a:normAutofit/>
          </a:bodyPr>
          <a:lstStyle/>
          <a:p>
            <a:r>
              <a:rPr lang="en-US" altLang="zh-CN"/>
              <a:t>Broad network access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713" y="2351026"/>
            <a:ext cx="4967258" cy="3351029"/>
          </a:xfrm>
        </p:spPr>
        <p:txBody>
          <a:bodyPr>
            <a:normAutofit/>
          </a:bodyPr>
          <a:lstStyle/>
          <a:p>
            <a:pPr algn="just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omputing resources are delivered over the network</a:t>
            </a:r>
          </a:p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used by various client applications </a:t>
            </a:r>
          </a:p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with heterogeneous platforms (such as mobile phones, laptops, and PDAs) </a:t>
            </a:r>
          </a:p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situated at a consumer's site. </a:t>
            </a:r>
          </a:p>
          <a:p>
            <a:pPr marL="0" indent="0" algn="just">
              <a:buNone/>
            </a:pPr>
            <a:endParaRPr lang="zh-CN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9616D99-AEFB-4C95-84EF-5DEC698D9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4643" y="744469"/>
            <a:ext cx="2456751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D0F97023-F626-4FC5-8C2D-753B5C7F4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113971" y="1685652"/>
            <a:ext cx="2456260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B7801B-54C1-44A3-93CB-AFEFC7BC8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3971" y="3335418"/>
            <a:ext cx="1906825" cy="19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57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70" y="1161903"/>
            <a:ext cx="6841938" cy="1325563"/>
          </a:xfrm>
        </p:spPr>
        <p:txBody>
          <a:bodyPr>
            <a:normAutofit/>
          </a:bodyPr>
          <a:lstStyle/>
          <a:p>
            <a:r>
              <a:rPr lang="en-US" altLang="zh-CN"/>
              <a:t>Resource pooling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077" y="2314508"/>
            <a:ext cx="5082288" cy="3076902"/>
          </a:xfrm>
        </p:spPr>
        <p:txBody>
          <a:bodyPr numCol="1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cloud service provider’s computing resources are 'pooled' together </a:t>
            </a:r>
          </a:p>
          <a:p>
            <a:pPr algn="just">
              <a:lnSpc>
                <a:spcPct val="110000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ulti-tenancy or the virtualization model</a:t>
            </a:r>
          </a:p>
          <a:p>
            <a:pPr algn="just">
              <a:lnSpc>
                <a:spcPct val="110000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conomies of scale and specialization. </a:t>
            </a:r>
          </a:p>
          <a:p>
            <a:pPr algn="just">
              <a:lnSpc>
                <a:spcPct val="110000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‘I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nvisible’ to consumers</a:t>
            </a: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A9616D99-AEFB-4C95-84EF-5DEC698D9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4643" y="744469"/>
            <a:ext cx="2456751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D0F97023-F626-4FC5-8C2D-753B5C7F4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113971" y="1685652"/>
            <a:ext cx="2456260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0B3551F-49BF-4C76-8401-0E45A7964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3971" y="3335418"/>
            <a:ext cx="1906825" cy="19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39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858" y="1184972"/>
            <a:ext cx="6841938" cy="1325563"/>
          </a:xfrm>
        </p:spPr>
        <p:txBody>
          <a:bodyPr>
            <a:normAutofit/>
          </a:bodyPr>
          <a:lstStyle/>
          <a:p>
            <a:r>
              <a:rPr lang="en-US" altLang="zh-CN"/>
              <a:t>Rapid elasticity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857" y="2510535"/>
            <a:ext cx="5044389" cy="2438546"/>
          </a:xfrm>
        </p:spPr>
        <p:txBody>
          <a:bodyPr>
            <a:normAutofit/>
          </a:bodyPr>
          <a:lstStyle/>
          <a:p>
            <a:pPr algn="just"/>
            <a:r>
              <a:rPr lang="e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For consumers, computing resources become immediate rather than persistent</a:t>
            </a:r>
          </a:p>
          <a:p>
            <a:pPr algn="just"/>
            <a:r>
              <a:rPr lang="e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Moreover, resources provisioning appears to </a:t>
            </a:r>
            <a:r>
              <a:rPr lang="en" altLang="zh-CN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infinite </a:t>
            </a:r>
            <a:r>
              <a:rPr lang="e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them, the consumption can rapidly rise in order to meet peak requirement at any time. </a:t>
            </a:r>
          </a:p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A9616D99-AEFB-4C95-84EF-5DEC698D9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4643" y="744469"/>
            <a:ext cx="2456751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D0F97023-F626-4FC5-8C2D-753B5C7F4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113971" y="1685652"/>
            <a:ext cx="2456260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5" name="图形 4" descr="锤子">
            <a:extLst>
              <a:ext uri="{FF2B5EF4-FFF2-40B4-BE49-F238E27FC236}">
                <a16:creationId xmlns:a16="http://schemas.microsoft.com/office/drawing/2014/main" id="{7E76FF8B-B493-5D45-BB60-EBAB0FFBD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3971" y="3335418"/>
            <a:ext cx="1906825" cy="19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166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31" y="1184972"/>
            <a:ext cx="6841938" cy="1325563"/>
          </a:xfrm>
        </p:spPr>
        <p:txBody>
          <a:bodyPr>
            <a:normAutofit/>
          </a:bodyPr>
          <a:lstStyle/>
          <a:p>
            <a:r>
              <a:rPr lang="en-US" altLang="zh-CN"/>
              <a:t>Measured Service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165" y="2510535"/>
            <a:ext cx="4549588" cy="2438546"/>
          </a:xfrm>
        </p:spPr>
        <p:txBody>
          <a:bodyPr>
            <a:normAutofit/>
          </a:bodyPr>
          <a:lstStyle/>
          <a:p>
            <a:pPr algn="just"/>
            <a:r>
              <a:rPr lang="en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cloud infrastructure is able to use appropriate mechanisms to </a:t>
            </a:r>
            <a:r>
              <a:rPr lang="en" altLang="zh-CN" sz="22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the usage</a:t>
            </a:r>
            <a:r>
              <a:rPr lang="en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of these resources for each individual consumer through its metering capabilities. </a:t>
            </a:r>
          </a:p>
          <a:p>
            <a:pPr algn="just"/>
            <a:endParaRPr lang="zh-CN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A9616D99-AEFB-4C95-84EF-5DEC698D9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4643" y="744469"/>
            <a:ext cx="2456751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D0F97023-F626-4FC5-8C2D-753B5C7F4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113971" y="1685652"/>
            <a:ext cx="2456260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5" name="图形 4" descr="标尺">
            <a:extLst>
              <a:ext uri="{FF2B5EF4-FFF2-40B4-BE49-F238E27FC236}">
                <a16:creationId xmlns:a16="http://schemas.microsoft.com/office/drawing/2014/main" id="{E225D19F-E555-4005-94FD-7AED54D78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3971" y="3649908"/>
            <a:ext cx="1723039" cy="172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4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Service Model 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F6AE3DAD-45D6-4617-BFF2-8E5A8A14B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994384"/>
              </p:ext>
            </p:extLst>
          </p:nvPr>
        </p:nvGraphicFramePr>
        <p:xfrm>
          <a:off x="628650" y="249523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内容占位符 5">
            <a:extLst>
              <a:ext uri="{FF2B5EF4-FFF2-40B4-BE49-F238E27FC236}">
                <a16:creationId xmlns:a16="http://schemas.microsoft.com/office/drawing/2014/main" id="{49520A5B-BFBF-5E40-9E42-FBF425A3AFCD}"/>
              </a:ext>
            </a:extLst>
          </p:cNvPr>
          <p:cNvSpPr txBox="1">
            <a:spLocks/>
          </p:cNvSpPr>
          <p:nvPr/>
        </p:nvSpPr>
        <p:spPr>
          <a:xfrm>
            <a:off x="628650" y="1169672"/>
            <a:ext cx="7886700" cy="3063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sz="2000" i="1">
                <a:latin typeface="TimesNewRomanPS"/>
              </a:rPr>
              <a:t>In addition to these five essential characteristics, the cloud community has extensively used the following </a:t>
            </a:r>
            <a:r>
              <a:rPr lang="en-US" altLang="zh-CN" sz="2000" i="1">
                <a:latin typeface="TimesNewRomanPS"/>
              </a:rPr>
              <a:t>four</a:t>
            </a:r>
            <a:r>
              <a:rPr lang="en" altLang="zh-CN" sz="2000" i="1">
                <a:latin typeface="TimesNewRomanPS"/>
              </a:rPr>
              <a:t> service models to categories the cloud services: </a:t>
            </a:r>
          </a:p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386649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altLang="zh-CN" sz="3850"/>
              <a:t>Software as a Service (SaaS)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49" y="1542754"/>
            <a:ext cx="5927918" cy="3788227"/>
          </a:xfrm>
        </p:spPr>
        <p:txBody>
          <a:bodyPr anchor="ctr">
            <a:normAutofit/>
          </a:bodyPr>
          <a:lstStyle/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Cloud consumers release their applications on a hosting environment</a:t>
            </a:r>
          </a:p>
          <a:p>
            <a:pPr algn="just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be accessed through networks from various clients (e.g. web browser, PDA, etc.) by application users. </a:t>
            </a:r>
          </a:p>
          <a:p>
            <a:pPr algn="just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ifferent cloud consumers' applications are organized in a single logical</a:t>
            </a:r>
          </a:p>
          <a:p>
            <a:pPr algn="just"/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8A7F2C-E7FB-439D-90B8-509134C9F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3281057-A15C-4993-9573-8F0C81EC2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59" y="5177964"/>
            <a:ext cx="1957402" cy="8239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7A5057D-F10D-4CC5-84D6-3E3697E09F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871" y="4759815"/>
            <a:ext cx="1660219" cy="166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1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altLang="zh-CN" sz="3850"/>
              <a:t>Platform as a Service (PaaS)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7" y="1900519"/>
            <a:ext cx="5455236" cy="3056963"/>
          </a:xfrm>
        </p:spPr>
        <p:txBody>
          <a:bodyPr anchor="ctr">
            <a:normAutofit/>
          </a:bodyPr>
          <a:lstStyle/>
          <a:p>
            <a:pPr algn="just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platform supporting the full "</a:t>
            </a:r>
            <a:r>
              <a:rPr lang="en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Lifecycle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SaaS only hosts completed cloud applications whereas PaaS offers a development platform that hosts both completed and </a:t>
            </a:r>
            <a:r>
              <a:rPr lang="en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in-progress cloud applications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16DDCFE-368D-4249-8585-6640966A3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61EC6E-BA70-4E30-872B-D10326EFE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562" y="4721899"/>
            <a:ext cx="4423901" cy="160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35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altLang="zh-CN" sz="3300"/>
              <a:t>Infrastructure as a Service (IaaS)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03" y="1869354"/>
            <a:ext cx="5605629" cy="2729805"/>
          </a:xfrm>
        </p:spPr>
        <p:txBody>
          <a:bodyPr anchor="ctr">
            <a:norm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irectly use IT infrastructures provided in the IaaS cloud.</a:t>
            </a:r>
          </a:p>
          <a:p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processing, storage, networks, and other fundamental computing resources</a:t>
            </a: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eet growing or shrinking resource demand from cloud consumers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82FC8A5-042C-4E8E-B445-A0411FDE0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3DC505-AAC6-4C8E-93E1-B778E856A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99" y="4488868"/>
            <a:ext cx="1528245" cy="1476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E6EF45E-A5A6-4571-9A5A-D2436C077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7736" y="4683989"/>
            <a:ext cx="1862151" cy="108585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1B16C88-3222-4B4A-9DEF-D2E3C1B13A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9022" y="4476659"/>
            <a:ext cx="1381246" cy="150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66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altLang="zh-CN" sz="3300"/>
              <a:t>Data storage as a Service (</a:t>
            </a:r>
            <a:r>
              <a:rPr lang="en-US" altLang="zh-CN" sz="3300" err="1"/>
              <a:t>DaaS</a:t>
            </a:r>
            <a:r>
              <a:rPr lang="en-US" altLang="zh-CN" sz="3300"/>
              <a:t>)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67" y="1400995"/>
            <a:ext cx="5722533" cy="3415449"/>
          </a:xfrm>
        </p:spPr>
        <p:txBody>
          <a:bodyPr anchor="ctr">
            <a:normAutofit/>
          </a:bodyPr>
          <a:lstStyle/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delivery of virtualized storage on demand becomes a separate Cloud service - data storage service.</a:t>
            </a:r>
          </a:p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DaaS could be seen as a special type IaaS. </a:t>
            </a:r>
          </a:p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DaaS allows consumers to pay for what they are actually using rather than the site license for the entire database.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图形 4" descr="表格">
            <a:extLst>
              <a:ext uri="{FF2B5EF4-FFF2-40B4-BE49-F238E27FC236}">
                <a16:creationId xmlns:a16="http://schemas.microsoft.com/office/drawing/2014/main" id="{00B1ADD3-3DE4-F54C-AB10-3A3AE327A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50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Deployment Model 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F6AE3DAD-45D6-4617-BFF2-8E5A8A14B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29282"/>
              </p:ext>
            </p:extLst>
          </p:nvPr>
        </p:nvGraphicFramePr>
        <p:xfrm>
          <a:off x="628650" y="249523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内容占位符 5">
            <a:extLst>
              <a:ext uri="{FF2B5EF4-FFF2-40B4-BE49-F238E27FC236}">
                <a16:creationId xmlns:a16="http://schemas.microsoft.com/office/drawing/2014/main" id="{49520A5B-BFBF-5E40-9E42-FBF425A3AFCD}"/>
              </a:ext>
            </a:extLst>
          </p:cNvPr>
          <p:cNvSpPr txBox="1">
            <a:spLocks/>
          </p:cNvSpPr>
          <p:nvPr/>
        </p:nvSpPr>
        <p:spPr>
          <a:xfrm>
            <a:off x="628650" y="1169672"/>
            <a:ext cx="7886700" cy="3063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sz="2000" i="1">
                <a:latin typeface="TimesNewRomanPS"/>
              </a:rPr>
              <a:t>More recently, four cloud deployment models have been defined in the Cloud community:</a:t>
            </a:r>
          </a:p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87773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38" y="190394"/>
            <a:ext cx="5605629" cy="994172"/>
          </a:xfrm>
        </p:spPr>
        <p:txBody>
          <a:bodyPr>
            <a:normAutofit/>
          </a:bodyPr>
          <a:lstStyle/>
          <a:p>
            <a:r>
              <a:rPr lang="en" altLang="zh-CN" sz="3850"/>
              <a:t>Private cloud </a:t>
            </a:r>
            <a:r>
              <a:rPr lang="en-US" altLang="zh-CN" sz="385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69" y="1421395"/>
            <a:ext cx="5704473" cy="4594776"/>
          </a:xfrm>
        </p:spPr>
        <p:txBody>
          <a:bodyPr anchor="ctr">
            <a:normAutofit lnSpcReduction="10000"/>
          </a:bodyPr>
          <a:lstStyle/>
          <a:p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cloud infrastructure is operated solely within a single organization</a:t>
            </a:r>
          </a:p>
          <a:p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motivation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o maximize and optimize the utilization of existing in-house resources.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ecurity concerns including data privacy and trust also make Private Cloud an option for many firms.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ata transfer cost from local IT infrastructure to a Public Cloud is still rather considerable.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rganizations always require full control over mission-critical activities that reside behind their firewalls.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ast, academics often build private cloud for research and teaching purposes. </a:t>
            </a:r>
          </a:p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6F724D7-E185-491B-9948-81C07378C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73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58" y="578839"/>
            <a:ext cx="5605629" cy="994172"/>
          </a:xfrm>
        </p:spPr>
        <p:txBody>
          <a:bodyPr>
            <a:normAutofit/>
          </a:bodyPr>
          <a:lstStyle/>
          <a:p>
            <a:r>
              <a:rPr lang="en" altLang="zh-CN" sz="3850"/>
              <a:t>Community cloud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558" y="1681652"/>
            <a:ext cx="5033221" cy="2907748"/>
          </a:xfrm>
        </p:spPr>
        <p:txBody>
          <a:bodyPr anchor="ctr">
            <a:normAutofit/>
          </a:bodyPr>
          <a:lstStyle/>
          <a:p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Several organizations jointly construct and share the same cloud infrastructure </a:t>
            </a:r>
          </a:p>
          <a:p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cloud infrastructure could be hosted by a third-party vendor or within one of the organizations in the community.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07F3CC-AEB5-42E2-80AB-15600995F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25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80" y="624106"/>
            <a:ext cx="5605629" cy="994172"/>
          </a:xfrm>
        </p:spPr>
        <p:txBody>
          <a:bodyPr>
            <a:normAutofit/>
          </a:bodyPr>
          <a:lstStyle/>
          <a:p>
            <a:r>
              <a:rPr lang="en" altLang="zh-CN" sz="3850"/>
              <a:t>Public cloud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180" y="2245875"/>
            <a:ext cx="5605629" cy="2470980"/>
          </a:xfrm>
        </p:spPr>
        <p:txBody>
          <a:bodyPr anchor="ctr">
            <a:normAutofit/>
          </a:bodyPr>
          <a:lstStyle/>
          <a:p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public cloud is used by the general public </a:t>
            </a: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loud consumers and the cloud service provider has the full ownership of the public cloud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FC0358-72DF-49EC-926B-C625E32F5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3682" y="3017861"/>
            <a:ext cx="1143455" cy="1143455"/>
          </a:xfrm>
          <a:prstGeom prst="rect">
            <a:avLst/>
          </a:prstGeom>
        </p:spPr>
      </p:pic>
      <p:pic>
        <p:nvPicPr>
          <p:cNvPr id="5" name="图形 4" descr="云">
            <a:extLst>
              <a:ext uri="{FF2B5EF4-FFF2-40B4-BE49-F238E27FC236}">
                <a16:creationId xmlns:a16="http://schemas.microsoft.com/office/drawing/2014/main" id="{005D54F7-7D97-8C48-8431-9C87CA6639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7207" y="2690309"/>
            <a:ext cx="1230871" cy="1230871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A212E77F-24CE-485F-80A7-773F53F65E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05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85" y="615052"/>
            <a:ext cx="5605629" cy="994172"/>
          </a:xfrm>
        </p:spPr>
        <p:txBody>
          <a:bodyPr>
            <a:normAutofit/>
          </a:bodyPr>
          <a:lstStyle/>
          <a:p>
            <a:r>
              <a:rPr lang="en" altLang="zh-CN" sz="3850"/>
              <a:t>Hybrid cloud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6521C-CA7E-4507-9495-94BEBA0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86" y="1820538"/>
            <a:ext cx="5605629" cy="3788227"/>
          </a:xfrm>
        </p:spPr>
        <p:txBody>
          <a:bodyPr anchor="ctr">
            <a:normAutofit/>
          </a:bodyPr>
          <a:lstStyle/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cloud infrastructure is a combination of two or more </a:t>
            </a:r>
          </a:p>
          <a:p>
            <a:pPr algn="just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argining out </a:t>
            </a:r>
            <a:r>
              <a:rPr lang="en" altLang="zh-CN" sz="24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 business functions onto the cloud 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while controlling </a:t>
            </a:r>
            <a:r>
              <a:rPr lang="en" altLang="zh-CN" sz="24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activities on-premise through private cloud</a:t>
            </a:r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has raised the issues of standardization and cloud interoperability that will be discussed in later sections. </a:t>
            </a:r>
          </a:p>
          <a:p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AB0B8C-5213-4634-B503-958BF6C2F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7677" y="2369132"/>
            <a:ext cx="1143455" cy="1143455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87F8295-8606-421A-AE15-184F37A7E2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4443" y="3013157"/>
            <a:ext cx="1143455" cy="1143455"/>
          </a:xfrm>
          <a:prstGeom prst="rect">
            <a:avLst/>
          </a:prstGeom>
        </p:spPr>
      </p:pic>
      <p:pic>
        <p:nvPicPr>
          <p:cNvPr id="9" name="Graphic 6">
            <a:extLst>
              <a:ext uri="{FF2B5EF4-FFF2-40B4-BE49-F238E27FC236}">
                <a16:creationId xmlns:a16="http://schemas.microsoft.com/office/drawing/2014/main" id="{D456EA80-430C-40BB-9401-C875026728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8224" y="3055687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32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653" y="606564"/>
            <a:ext cx="7838694" cy="1325563"/>
          </a:xfrm>
        </p:spPr>
        <p:txBody>
          <a:bodyPr anchor="ctr">
            <a:normAutofit/>
          </a:bodyPr>
          <a:lstStyle/>
          <a:p>
            <a:r>
              <a:rPr lang="en" altLang="zh-CN"/>
              <a:t>a new type of deployment model - Virtual Private Cloud (VPC)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711A0E-A428-4ED1-96CB-33D69FD84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655" y="2043803"/>
            <a:ext cx="7642689" cy="80683"/>
          </a:xfrm>
          <a:prstGeom prst="rect">
            <a:avLst/>
          </a:prstGeom>
          <a:solidFill>
            <a:schemeClr val="tx1">
              <a:lumMod val="50000"/>
              <a:lumOff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693CE7A-EFA4-49C0-AE9D-63B765E2AF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428464"/>
              </p:ext>
            </p:extLst>
          </p:nvPr>
        </p:nvGraphicFramePr>
        <p:xfrm>
          <a:off x="547343" y="2084144"/>
          <a:ext cx="8049312" cy="3281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5137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5E227-B949-C54F-8CE8-CDA06896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内容占位符 2">
            <a:extLst>
              <a:ext uri="{FF2B5EF4-FFF2-40B4-BE49-F238E27FC236}">
                <a16:creationId xmlns:a16="http://schemas.microsoft.com/office/drawing/2014/main" id="{D2115B5F-83F8-4696-AB40-8CAAEB3DF8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9991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9015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D2C4B-5EFF-8B42-BF80-A9CE1359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653" y="606564"/>
            <a:ext cx="7838694" cy="1325563"/>
          </a:xfrm>
        </p:spPr>
        <p:txBody>
          <a:bodyPr anchor="ctr">
            <a:norm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CLOUD,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SOC, AND GRID </a:t>
            </a:r>
            <a:endParaRPr kumimoji="1" lang="zh-CN" alt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5711A0E-A428-4ED1-96CB-33D69FD84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655" y="2043803"/>
            <a:ext cx="7642689" cy="80683"/>
          </a:xfrm>
          <a:prstGeom prst="rect">
            <a:avLst/>
          </a:prstGeom>
          <a:solidFill>
            <a:schemeClr val="tx1">
              <a:lumMod val="50000"/>
              <a:lumOff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5B2E1498-297F-48C0-802A-E5737A726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221141"/>
              </p:ext>
            </p:extLst>
          </p:nvPr>
        </p:nvGraphicFramePr>
        <p:xfrm>
          <a:off x="750655" y="2385390"/>
          <a:ext cx="7642689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0302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3C57E-C1CF-45C7-AF88-B719CF78A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 sz="2800"/>
              <a:t>Cloud and Service-Oriented Computing </a:t>
            </a:r>
            <a:endParaRPr lang="zh-CN" altLang="en-US" sz="2800"/>
          </a:p>
        </p:txBody>
      </p:sp>
      <p:graphicFrame>
        <p:nvGraphicFramePr>
          <p:cNvPr id="32" name="内容占位符 2">
            <a:extLst>
              <a:ext uri="{FF2B5EF4-FFF2-40B4-BE49-F238E27FC236}">
                <a16:creationId xmlns:a16="http://schemas.microsoft.com/office/drawing/2014/main" id="{E4BE80FC-7D52-4AA5-A664-3393C33DA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11359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4606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000D-E047-3F45-BEC2-680EECA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" altLang="zh-CN"/>
              <a:t>Advances in SOC</a:t>
            </a:r>
            <a:endParaRPr kumimoji="1" lang="zh-CN" alt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58BD385-73D2-4456-8843-FBBE81200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54105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3290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000D-E047-3F45-BEC2-680EECA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" altLang="zh-CN"/>
              <a:t>Advances in SOC</a:t>
            </a:r>
            <a:endParaRPr kumimoji="1" lang="zh-CN" alt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58BD385-73D2-4456-8843-FBBE81200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95496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4254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000D-E047-3F45-BEC2-680EECA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" altLang="zh-CN"/>
              <a:t>Advances in SOC</a:t>
            </a:r>
            <a:endParaRPr kumimoji="1" lang="zh-CN" alt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58BD385-73D2-4456-8843-FBBE81200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41641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034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000D-E047-3F45-BEC2-680EECA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" altLang="zh-CN"/>
              <a:t>Advances in SOC</a:t>
            </a:r>
            <a:endParaRPr kumimoji="1" lang="zh-CN" alt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58BD385-73D2-4456-8843-FBBE81200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09158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1144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000D-E047-3F45-BEC2-680EECA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1" y="365125"/>
            <a:ext cx="7080249" cy="1325563"/>
          </a:xfrm>
        </p:spPr>
        <p:txBody>
          <a:bodyPr>
            <a:normAutofit/>
          </a:bodyPr>
          <a:lstStyle/>
          <a:p>
            <a:r>
              <a:rPr lang="en" altLang="zh-CN"/>
              <a:t>Cloud computing benefit Service Oriented Computing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9E3152B5-1E2F-4CEE-A1C5-C7B7118EB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685006"/>
            <a:ext cx="685800" cy="685800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C1CA0-87CD-8545-93E2-8EBAE0110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95080"/>
            <a:ext cx="7886700" cy="279255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Cloud for Web Service Development</a:t>
            </a:r>
          </a:p>
          <a:p>
            <a:pPr lvl="1"/>
            <a:r>
              <a:rPr lang="en" altLang="zh-CN"/>
              <a:t>Cloud can host service-oriented development under the PaaS service deploy model. </a:t>
            </a:r>
          </a:p>
          <a:p>
            <a:pPr lvl="1"/>
            <a:r>
              <a:rPr lang="en" altLang="zh-CN"/>
              <a:t>SOC development often requires distributed computing resources that are difficult to obtain for SMEs</a:t>
            </a:r>
          </a:p>
          <a:p>
            <a:pPr marL="457200" lvl="1" indent="0">
              <a:buNone/>
            </a:pPr>
            <a:endParaRPr lang="en-US" altLang="zh-CN"/>
          </a:p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9882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000D-E047-3F45-BEC2-680EECA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1" y="365125"/>
            <a:ext cx="7080249" cy="1325563"/>
          </a:xfrm>
        </p:spPr>
        <p:txBody>
          <a:bodyPr>
            <a:normAutofit/>
          </a:bodyPr>
          <a:lstStyle/>
          <a:p>
            <a:r>
              <a:rPr lang="en" altLang="zh-CN"/>
              <a:t>Cloud computing benefit Service Oriented Computing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16529AB-346B-418C-AA0D-59D936836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685006"/>
            <a:ext cx="685800" cy="685800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C1CA0-87CD-8545-93E2-8EBAE0110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Cloud for Web Service Testing </a:t>
            </a:r>
          </a:p>
          <a:p>
            <a:pPr lvl="1"/>
            <a:r>
              <a:rPr lang="en" altLang="zh-CN"/>
              <a:t>Web services developers could tap into infinite computing resources in a Public Cloud to simulate real-world automated machine requests and network flows as a means of load testing and stress testing for services. </a:t>
            </a:r>
          </a:p>
          <a:p>
            <a:pPr lvl="1"/>
            <a:r>
              <a:rPr lang="en" altLang="zh-CN"/>
              <a:t>The low cost and accessibility of the Cloud’s extremely large computing</a:t>
            </a:r>
          </a:p>
          <a:p>
            <a:endParaRPr kumimoji="1" lang="zh-CN" altLang="en-US" sz="1700"/>
          </a:p>
        </p:txBody>
      </p:sp>
    </p:spTree>
    <p:extLst>
      <p:ext uri="{BB962C8B-B14F-4D97-AF65-F5344CB8AC3E}">
        <p14:creationId xmlns:p14="http://schemas.microsoft.com/office/powerpoint/2010/main" val="505599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000D-E047-3F45-BEC2-680EECA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1" y="365125"/>
            <a:ext cx="7080249" cy="1325563"/>
          </a:xfrm>
        </p:spPr>
        <p:txBody>
          <a:bodyPr>
            <a:normAutofit/>
          </a:bodyPr>
          <a:lstStyle/>
          <a:p>
            <a:r>
              <a:rPr lang="en" altLang="zh-CN"/>
              <a:t>Cloud computing benefit Service Oriented Computing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C1CA0-87CD-8545-93E2-8EBAE0110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Cloud for Web Service Deployment </a:t>
            </a:r>
          </a:p>
          <a:p>
            <a:pPr lvl="1"/>
            <a:r>
              <a:rPr lang="en" altLang="zh-CN"/>
              <a:t>When requests are present, a service deployment image will be loaded into a specified virtual machine to serve the client requests. </a:t>
            </a:r>
          </a:p>
          <a:p>
            <a:pPr marL="457200" lvl="1" indent="0">
              <a:buNone/>
            </a:pPr>
            <a:endParaRPr lang="en" altLang="zh-CN"/>
          </a:p>
          <a:p>
            <a:endParaRPr kumimoji="1" lang="zh-CN" altLang="en-US" sz="1700"/>
          </a:p>
        </p:txBody>
      </p:sp>
      <p:pic>
        <p:nvPicPr>
          <p:cNvPr id="5" name="图形 4" descr="显示器">
            <a:extLst>
              <a:ext uri="{FF2B5EF4-FFF2-40B4-BE49-F238E27FC236}">
                <a16:creationId xmlns:a16="http://schemas.microsoft.com/office/drawing/2014/main" id="{1DC506CA-4236-164A-AECB-40391D694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684106"/>
            <a:ext cx="687600" cy="6876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620BB0B-95C1-498B-AD62-935C1719E6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28725" y="3342572"/>
            <a:ext cx="6686550" cy="283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96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1000D-E047-3F45-BEC2-680EECA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1" y="365125"/>
            <a:ext cx="7080249" cy="1325563"/>
          </a:xfrm>
        </p:spPr>
        <p:txBody>
          <a:bodyPr>
            <a:normAutofit/>
          </a:bodyPr>
          <a:lstStyle/>
          <a:p>
            <a:r>
              <a:rPr lang="en" altLang="zh-CN"/>
              <a:t>Cloud computing benefit Service Oriented Computing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C1CA0-87CD-8545-93E2-8EBAE0110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zh-CN"/>
              <a:t>Cloud for Service Process Enactment  </a:t>
            </a:r>
          </a:p>
          <a:p>
            <a:pPr lvl="1"/>
            <a:r>
              <a:rPr lang="en" altLang="zh-CN"/>
              <a:t>The integration and composition of services become frequent problems </a:t>
            </a:r>
          </a:p>
          <a:p>
            <a:pPr lvl="1"/>
            <a:r>
              <a:rPr lang="en-US" altLang="zh-CN"/>
              <a:t>R</a:t>
            </a:r>
            <a:r>
              <a:rPr lang="en" altLang="zh-CN"/>
              <a:t>e-use of solutions that are ready-to-use with minor configuration and composition patterns using various algorithms (e.g. Case-Based Reasoning). </a:t>
            </a:r>
          </a:p>
          <a:p>
            <a:pPr marL="0" indent="0">
              <a:buNone/>
            </a:pPr>
            <a:endParaRPr kumimoji="1" lang="zh-CN" altLang="en-US" sz="1700"/>
          </a:p>
        </p:txBody>
      </p:sp>
      <p:pic>
        <p:nvPicPr>
          <p:cNvPr id="5" name="图形 4" descr="显示器">
            <a:extLst>
              <a:ext uri="{FF2B5EF4-FFF2-40B4-BE49-F238E27FC236}">
                <a16:creationId xmlns:a16="http://schemas.microsoft.com/office/drawing/2014/main" id="{1DC506CA-4236-164A-AECB-40391D694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684106"/>
            <a:ext cx="687600" cy="6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58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F9F79B-A093-478E-96B5-EE02BC93A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133C57E-C1CF-45C7-AF88-B719CF78A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4610687"/>
            <a:ext cx="5558011" cy="1303020"/>
          </a:xfrm>
        </p:spPr>
        <p:txBody>
          <a:bodyPr>
            <a:normAutofit/>
          </a:bodyPr>
          <a:lstStyle/>
          <a:p>
            <a:br>
              <a:rPr lang="en-US" altLang="zh-CN" sz="2800"/>
            </a:br>
            <a:r>
              <a:rPr lang="en-US" altLang="zh-CN" sz="2800"/>
              <a:t>Cloud and Grid Computing </a:t>
            </a:r>
            <a:br>
              <a:rPr lang="en-US" altLang="zh-CN" sz="2800"/>
            </a:br>
            <a:endParaRPr lang="zh-CN" altLang="en-US" sz="2800"/>
          </a:p>
        </p:txBody>
      </p:sp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A928EEB8-56D4-6240-ABB4-3093B0BCA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59" y="838201"/>
            <a:ext cx="4416793" cy="3358991"/>
          </a:xfrm>
        </p:spPr>
        <p:txBody>
          <a:bodyPr anchor="ctr">
            <a:normAutofit/>
          </a:bodyPr>
          <a:lstStyle/>
          <a:p>
            <a:pPr algn="just"/>
            <a:r>
              <a:rPr lang="en-US" altLang="zh-CN" sz="2200"/>
              <a:t>Grid computing is a hardware and software infrastructure motivated by real problems appearing in advanced scientific research. There exists evident similarities between Cloud Computing and Grid Computing. </a:t>
            </a:r>
          </a:p>
          <a:p>
            <a:pPr lvl="0" algn="just">
              <a:defRPr b="1"/>
            </a:pPr>
            <a:endParaRPr lang="en-US" sz="135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1394CD8-BD30-4B74-86F4-51FDF3383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341" y="0"/>
            <a:ext cx="4716660" cy="3359027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C22394-EBC2-4FAF-A555-6C02D589E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131570" y="3621417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7194F93-1F71-4A70-9DF1-28F183771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7460" y="4610687"/>
            <a:ext cx="1411691" cy="14116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BBC0C84-DC2A-43AE-9576-0A44295E8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940" y="4506726"/>
            <a:ext cx="430807" cy="43080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图示 17">
            <a:extLst>
              <a:ext uri="{FF2B5EF4-FFF2-40B4-BE49-F238E27FC236}">
                <a16:creationId xmlns:a16="http://schemas.microsoft.com/office/drawing/2014/main" id="{14CEFAAD-94B0-CB4C-9DAB-8E317C1747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8614778"/>
              </p:ext>
            </p:extLst>
          </p:nvPr>
        </p:nvGraphicFramePr>
        <p:xfrm>
          <a:off x="4896852" y="765583"/>
          <a:ext cx="4025365" cy="2800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0D2F6BA5-3D4A-4030-AA04-E6922FBAC9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53" y="163220"/>
            <a:ext cx="2123254" cy="119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19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3C57E-C1CF-45C7-AF88-B719CF78A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br>
              <a:rPr lang="en-US" altLang="zh-CN" sz="2800"/>
            </a:br>
            <a:r>
              <a:rPr lang="en-US" altLang="zh-CN" sz="2800"/>
              <a:t>Cloud and Grid Computing-Differences </a:t>
            </a:r>
            <a:br>
              <a:rPr lang="en-US" altLang="zh-CN" sz="2800"/>
            </a:br>
            <a:endParaRPr lang="zh-CN" altLang="en-US" sz="2800"/>
          </a:p>
        </p:txBody>
      </p:sp>
      <p:graphicFrame>
        <p:nvGraphicFramePr>
          <p:cNvPr id="28" name="内容占位符 2">
            <a:extLst>
              <a:ext uri="{FF2B5EF4-FFF2-40B4-BE49-F238E27FC236}">
                <a16:creationId xmlns:a16="http://schemas.microsoft.com/office/drawing/2014/main" id="{9D1AD14C-3C32-4FD6-9CAF-22533B296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08354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35415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17DE8-508F-3743-A097-A946DFB56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1" y="365125"/>
            <a:ext cx="7080249" cy="1325563"/>
          </a:xfrm>
        </p:spPr>
        <p:txBody>
          <a:bodyPr>
            <a:normAutofit/>
          </a:bodyPr>
          <a:lstStyle/>
          <a:p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Cloud and High Performance Computing 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63CA24-A541-40D3-95E3-05685C6E4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685006"/>
            <a:ext cx="685800" cy="685800"/>
          </a:xfrm>
          <a:prstGeom prst="rect">
            <a:avLst/>
          </a:prstGeom>
        </p:spPr>
      </p:pic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51C18C64-64C8-4D17-B8DC-31C201EF7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725874"/>
              </p:ext>
            </p:extLst>
          </p:nvPr>
        </p:nvGraphicFramePr>
        <p:xfrm>
          <a:off x="146211" y="1690688"/>
          <a:ext cx="8851577" cy="5096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60835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5E227-B949-C54F-8CE8-CDA06896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内容占位符 2">
            <a:extLst>
              <a:ext uri="{FF2B5EF4-FFF2-40B4-BE49-F238E27FC236}">
                <a16:creationId xmlns:a16="http://schemas.microsoft.com/office/drawing/2014/main" id="{D2115B5F-83F8-4696-AB40-8CAAEB3DF8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40550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5788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/>
              <a:t>Challenges</a:t>
            </a:r>
            <a:endParaRPr lang="zh-CN" alt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4E3C1161-FFDC-408C-90C0-09A35A3A5D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77287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5909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/>
              <a:t>Security</a:t>
            </a:r>
            <a:endParaRPr lang="zh-CN" altLang="en-US"/>
          </a:p>
        </p:txBody>
      </p:sp>
      <p:graphicFrame>
        <p:nvGraphicFramePr>
          <p:cNvPr id="12" name="内容占位符 2">
            <a:extLst>
              <a:ext uri="{FF2B5EF4-FFF2-40B4-BE49-F238E27FC236}">
                <a16:creationId xmlns:a16="http://schemas.microsoft.com/office/drawing/2014/main" id="{55AC958E-C45F-4A70-97CE-F5A66C04DD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95124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CCE784A5-A384-4877-AE9A-8575065590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614" y="1458100"/>
            <a:ext cx="7986771" cy="508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10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DD4BA-1914-7445-95BD-F5D4614F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CN"/>
              <a:t>Security</a:t>
            </a:r>
            <a:endParaRPr kumimoji="1" lang="zh-CN" altLang="en-US"/>
          </a:p>
        </p:txBody>
      </p:sp>
      <p:graphicFrame>
        <p:nvGraphicFramePr>
          <p:cNvPr id="9" name="内容占位符 2">
            <a:extLst>
              <a:ext uri="{FF2B5EF4-FFF2-40B4-BE49-F238E27FC236}">
                <a16:creationId xmlns:a16="http://schemas.microsoft.com/office/drawing/2014/main" id="{4D8D3E3E-DB27-4C2D-8B02-61C92BFAB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819864"/>
              </p:ext>
            </p:extLst>
          </p:nvPr>
        </p:nvGraphicFramePr>
        <p:xfrm>
          <a:off x="628650" y="1466753"/>
          <a:ext cx="7962996" cy="5268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56399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72" y="470925"/>
            <a:ext cx="3285756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7A2ADE-0162-734E-A5EE-0DAFB6BDF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71" y="1012004"/>
            <a:ext cx="2562119" cy="4795408"/>
          </a:xfrm>
        </p:spPr>
        <p:txBody>
          <a:bodyPr>
            <a:normAutofit/>
          </a:bodyPr>
          <a:lstStyle/>
          <a:p>
            <a:r>
              <a:rPr kumimoji="1" lang="en-US" altLang="zh-CN">
                <a:solidFill>
                  <a:srgbClr val="FFFFFF"/>
                </a:solidFill>
              </a:rPr>
              <a:t>Costing Model</a:t>
            </a:r>
            <a:endParaRPr kumimoji="1" lang="zh-CN" altLang="en-US">
              <a:solidFill>
                <a:srgbClr val="FFFFFF"/>
              </a:solidFill>
            </a:endParaRPr>
          </a:p>
        </p:txBody>
      </p:sp>
      <p:graphicFrame>
        <p:nvGraphicFramePr>
          <p:cNvPr id="16" name="内容占位符 2">
            <a:extLst>
              <a:ext uri="{FF2B5EF4-FFF2-40B4-BE49-F238E27FC236}">
                <a16:creationId xmlns:a16="http://schemas.microsoft.com/office/drawing/2014/main" id="{F17A038B-655B-48CC-92DF-7593E82F6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7245157"/>
              </p:ext>
            </p:extLst>
          </p:nvPr>
        </p:nvGraphicFramePr>
        <p:xfrm>
          <a:off x="3895725" y="470923"/>
          <a:ext cx="5108316" cy="5892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90053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0">
            <a:extLst>
              <a:ext uri="{FF2B5EF4-FFF2-40B4-BE49-F238E27FC236}">
                <a16:creationId xmlns:a16="http://schemas.microsoft.com/office/drawing/2014/main" id="{E4505C23-674B-4195-81D6-0C127FEA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908"/>
            <a:ext cx="6870771" cy="1490093"/>
          </a:xfrm>
          <a:custGeom>
            <a:avLst/>
            <a:gdLst>
              <a:gd name="connsiteX0" fmla="*/ 0 w 9161029"/>
              <a:gd name="connsiteY0" fmla="*/ 0 h 1490093"/>
              <a:gd name="connsiteX1" fmla="*/ 2046494 w 9161029"/>
              <a:gd name="connsiteY1" fmla="*/ 0 h 1490093"/>
              <a:gd name="connsiteX2" fmla="*/ 2496613 w 9161029"/>
              <a:gd name="connsiteY2" fmla="*/ 0 h 1490093"/>
              <a:gd name="connsiteX3" fmla="*/ 3235839 w 9161029"/>
              <a:gd name="connsiteY3" fmla="*/ 0 h 1490093"/>
              <a:gd name="connsiteX4" fmla="*/ 9161029 w 9161029"/>
              <a:gd name="connsiteY4" fmla="*/ 0 h 1490093"/>
              <a:gd name="connsiteX5" fmla="*/ 8470921 w 9161029"/>
              <a:gd name="connsiteY5" fmla="*/ 1490093 h 1490093"/>
              <a:gd name="connsiteX6" fmla="*/ 0 w 9161029"/>
              <a:gd name="connsiteY6" fmla="*/ 1490093 h 149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1029" h="1490093">
                <a:moveTo>
                  <a:pt x="0" y="0"/>
                </a:moveTo>
                <a:lnTo>
                  <a:pt x="2046494" y="0"/>
                </a:lnTo>
                <a:lnTo>
                  <a:pt x="2496613" y="0"/>
                </a:lnTo>
                <a:lnTo>
                  <a:pt x="3235839" y="0"/>
                </a:lnTo>
                <a:lnTo>
                  <a:pt x="9161029" y="0"/>
                </a:lnTo>
                <a:lnTo>
                  <a:pt x="8470921" y="1490093"/>
                </a:lnTo>
                <a:lnTo>
                  <a:pt x="0" y="1490093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7A2ADE-0162-734E-A5EE-0DAFB6BDF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29884"/>
            <a:ext cx="5789535" cy="1096331"/>
          </a:xfrm>
        </p:spPr>
        <p:txBody>
          <a:bodyPr>
            <a:normAutofit/>
          </a:bodyPr>
          <a:lstStyle/>
          <a:p>
            <a:r>
              <a:rPr kumimoji="1" lang="en-US" altLang="zh-CN"/>
              <a:t>Charging Model </a:t>
            </a:r>
          </a:p>
        </p:txBody>
      </p:sp>
      <p:sp>
        <p:nvSpPr>
          <p:cNvPr id="28" name="Freeform: Shape 22">
            <a:extLst>
              <a:ext uri="{FF2B5EF4-FFF2-40B4-BE49-F238E27FC236}">
                <a16:creationId xmlns:a16="http://schemas.microsoft.com/office/drawing/2014/main" id="{65C9B8F0-FF66-4C15-BD05-E86B87331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2277" y="5367908"/>
            <a:ext cx="2571723" cy="1490093"/>
          </a:xfrm>
          <a:custGeom>
            <a:avLst/>
            <a:gdLst>
              <a:gd name="connsiteX0" fmla="*/ 690108 w 3428963"/>
              <a:gd name="connsiteY0" fmla="*/ 0 h 1490093"/>
              <a:gd name="connsiteX1" fmla="*/ 3428963 w 3428963"/>
              <a:gd name="connsiteY1" fmla="*/ 0 h 1490093"/>
              <a:gd name="connsiteX2" fmla="*/ 3428963 w 3428963"/>
              <a:gd name="connsiteY2" fmla="*/ 1490093 h 1490093"/>
              <a:gd name="connsiteX3" fmla="*/ 0 w 3428963"/>
              <a:gd name="connsiteY3" fmla="*/ 1490093 h 149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8963" h="1490093">
                <a:moveTo>
                  <a:pt x="690108" y="0"/>
                </a:moveTo>
                <a:lnTo>
                  <a:pt x="3428963" y="0"/>
                </a:lnTo>
                <a:lnTo>
                  <a:pt x="3428963" y="1490093"/>
                </a:lnTo>
                <a:lnTo>
                  <a:pt x="0" y="1490093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6" name="内容占位符 2">
            <a:extLst>
              <a:ext uri="{FF2B5EF4-FFF2-40B4-BE49-F238E27FC236}">
                <a16:creationId xmlns:a16="http://schemas.microsoft.com/office/drawing/2014/main" id="{F17A038B-655B-48CC-92DF-7593E82F6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079041"/>
              </p:ext>
            </p:extLst>
          </p:nvPr>
        </p:nvGraphicFramePr>
        <p:xfrm>
          <a:off x="531845" y="429209"/>
          <a:ext cx="8080309" cy="4706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53250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A2ADE-0162-734E-A5EE-0DAFB6BDF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CN"/>
              <a:t>Service Level Agreement  </a:t>
            </a:r>
          </a:p>
        </p:txBody>
      </p:sp>
      <p:graphicFrame>
        <p:nvGraphicFramePr>
          <p:cNvPr id="16" name="内容占位符 2">
            <a:extLst>
              <a:ext uri="{FF2B5EF4-FFF2-40B4-BE49-F238E27FC236}">
                <a16:creationId xmlns:a16="http://schemas.microsoft.com/office/drawing/2014/main" id="{F17A038B-655B-48CC-92DF-7593E82F6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2648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1071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A2ADE-0162-734E-A5EE-0DAFB6BDF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CN"/>
              <a:t>What to migrate  </a:t>
            </a: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86887804-EF92-4D5D-910B-17E1555758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571879"/>
              </p:ext>
            </p:extLst>
          </p:nvPr>
        </p:nvGraphicFramePr>
        <p:xfrm>
          <a:off x="242596" y="1690688"/>
          <a:ext cx="8742784" cy="4896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52598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5E227-B949-C54F-8CE8-CDA06896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内容占位符 2">
            <a:extLst>
              <a:ext uri="{FF2B5EF4-FFF2-40B4-BE49-F238E27FC236}">
                <a16:creationId xmlns:a16="http://schemas.microsoft.com/office/drawing/2014/main" id="{D2115B5F-83F8-4696-AB40-8CAAEB3DF8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27635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5873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1D669-8910-6043-A40B-A1DFF2D9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1" y="365125"/>
            <a:ext cx="7080249" cy="1325563"/>
          </a:xfrm>
        </p:spPr>
        <p:txBody>
          <a:bodyPr>
            <a:normAutofit/>
          </a:bodyPr>
          <a:lstStyle/>
          <a:p>
            <a:r>
              <a:rPr kumimoji="1" lang="en-US" altLang="zh-CN" sz="3600"/>
              <a:t>Cloud interoperability issue </a:t>
            </a:r>
            <a:endParaRPr kumimoji="1" lang="zh-CN" altLang="en-US" sz="36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4317B17-989D-4202-AEE0-DF5B0BCBD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685006"/>
            <a:ext cx="685800" cy="685800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9E1AB2-9C61-AE42-A468-FD625E3FA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en-US" altLang="zh-CN"/>
              <a:t>E</a:t>
            </a:r>
            <a:r>
              <a:rPr lang="en" altLang="zh-CN"/>
              <a:t>ach cloud offering has its own way on how cloud clients/applications/users interact with the cloud</a:t>
            </a:r>
            <a:r>
              <a:rPr lang="en-US" altLang="zh-CN"/>
              <a:t>.</a:t>
            </a:r>
            <a:endParaRPr lang="en" altLang="zh-CN"/>
          </a:p>
          <a:p>
            <a:pPr algn="just"/>
            <a:r>
              <a:rPr lang="en-US" altLang="zh-CN"/>
              <a:t>I</a:t>
            </a:r>
            <a:r>
              <a:rPr lang="en" altLang="zh-CN"/>
              <a:t>nteroperability is essential for cloud computing. </a:t>
            </a:r>
          </a:p>
          <a:p>
            <a:pPr lvl="1" algn="just"/>
            <a:r>
              <a:rPr lang="en" altLang="zh-CN"/>
              <a:t>First, to optimize the IT asset and computing resources, an organization often needs to keep in-house IT assets and capabilities associated with their core competencies while outsourcing marginal functions and activities </a:t>
            </a:r>
          </a:p>
          <a:p>
            <a:pPr lvl="1" algn="just"/>
            <a:r>
              <a:rPr lang="en" altLang="zh-CN"/>
              <a:t>Second, more often than not, for the purpose of optimization, an organization may need to outsource a number of marginal functions to cloud services offered by different vendors. </a:t>
            </a:r>
          </a:p>
          <a:p>
            <a:pPr algn="just"/>
            <a:endParaRPr kumimoji="1" lang="zh-CN" altLang="en-US" sz="1300"/>
          </a:p>
        </p:txBody>
      </p:sp>
    </p:spTree>
    <p:extLst>
      <p:ext uri="{BB962C8B-B14F-4D97-AF65-F5344CB8AC3E}">
        <p14:creationId xmlns:p14="http://schemas.microsoft.com/office/powerpoint/2010/main" val="3470370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E8F2-B39A-4E15-A226-32D56CE5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/>
              <a:t>Issue</a:t>
            </a:r>
            <a:endParaRPr lang="zh-CN" alt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29EB2319-9BE1-4686-8809-76FA6F8244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11651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4652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3" y="0"/>
            <a:ext cx="9438087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699589"/>
            <a:ext cx="2755857" cy="3470421"/>
            <a:chOff x="697883" y="1816768"/>
            <a:chExt cx="3674476" cy="347042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A7AA4E2-B2D8-B24A-AA5E-3CC26BE3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57" y="2415322"/>
            <a:ext cx="2588798" cy="2399869"/>
          </a:xfrm>
        </p:spPr>
        <p:txBody>
          <a:bodyPr>
            <a:normAutofit/>
          </a:bodyPr>
          <a:lstStyle/>
          <a:p>
            <a:pPr algn="ctr"/>
            <a:r>
              <a:rPr kumimoji="1" lang="en" altLang="zh-CN" sz="3500">
                <a:solidFill>
                  <a:srgbClr val="FFFFFF"/>
                </a:solidFill>
              </a:rPr>
              <a:t>Intermediary Layer </a:t>
            </a:r>
            <a:endParaRPr kumimoji="1" lang="zh-CN" altLang="en-US" sz="3500">
              <a:solidFill>
                <a:srgbClr val="FFFFFF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54302C-3BC5-A443-AAF6-AFDDE07B3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0" y="804672"/>
            <a:ext cx="4711446" cy="1830388"/>
          </a:xfrm>
        </p:spPr>
        <p:txBody>
          <a:bodyPr anchor="ctr">
            <a:normAutofit/>
          </a:bodyPr>
          <a:lstStyle/>
          <a:p>
            <a:pPr lvl="0" algn="just"/>
            <a:r>
              <a:rPr lang="en-US" sz="2000"/>
              <a:t>A number of recent works address the interoperability issue by providing an intermediary layer between the cloud consumers and the cloud-specific resources (e.g. VM).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744BF2-5E6F-4869-9789-92094DBC2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087" y="2526402"/>
            <a:ext cx="4338669" cy="25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27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7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9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3" y="0"/>
            <a:ext cx="9438087" cy="6853238"/>
            <a:chOff x="-417513" y="0"/>
            <a:chExt cx="12584114" cy="6853238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699589"/>
            <a:ext cx="2755857" cy="3470421"/>
            <a:chOff x="697883" y="1816768"/>
            <a:chExt cx="3674476" cy="347042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A1D2077-C4AC-B240-8FEF-68A1C246D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57" y="2415322"/>
            <a:ext cx="2588798" cy="2399869"/>
          </a:xfrm>
        </p:spPr>
        <p:txBody>
          <a:bodyPr>
            <a:normAutofit/>
          </a:bodyPr>
          <a:lstStyle/>
          <a:p>
            <a:pPr algn="ctr"/>
            <a:r>
              <a:rPr kumimoji="1" lang="en" altLang="zh-CN" sz="3500">
                <a:solidFill>
                  <a:srgbClr val="FFFFFF"/>
                </a:solidFill>
              </a:rPr>
              <a:t>Standard </a:t>
            </a:r>
            <a:endParaRPr kumimoji="1" lang="zh-CN" altLang="en-US" sz="3500">
              <a:solidFill>
                <a:srgbClr val="FFFFFF"/>
              </a:solidFill>
            </a:endParaRPr>
          </a:p>
        </p:txBody>
      </p:sp>
      <p:sp>
        <p:nvSpPr>
          <p:cNvPr id="40" name="内容占位符 2">
            <a:extLst>
              <a:ext uri="{FF2B5EF4-FFF2-40B4-BE49-F238E27FC236}">
                <a16:creationId xmlns:a16="http://schemas.microsoft.com/office/drawing/2014/main" id="{C191AE4F-C9E5-E640-B7F1-922332A1B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0" y="804672"/>
            <a:ext cx="4711446" cy="2624328"/>
          </a:xfrm>
        </p:spPr>
        <p:txBody>
          <a:bodyPr anchor="ctr">
            <a:normAutofit/>
          </a:bodyPr>
          <a:lstStyle/>
          <a:p>
            <a:r>
              <a:rPr lang="en" altLang="zh-CN" sz="1600"/>
              <a:t>Standardization appears to be a good solution to address the interoperability issue.</a:t>
            </a:r>
          </a:p>
          <a:p>
            <a:r>
              <a:rPr lang="en" altLang="zh-CN" sz="1600"/>
              <a:t> However, as cloud computing just starts to take off, the interoperability problem has not appeared on the pressing agenda of major industry cloud vendors. </a:t>
            </a:r>
          </a:p>
          <a:p>
            <a:r>
              <a:rPr lang="en" altLang="zh-CN" sz="1600"/>
              <a:t>For example, neither Microsoft nor Amazon supports the </a:t>
            </a:r>
            <a:r>
              <a:rPr lang="en" altLang="zh-CN" sz="1600" i="1"/>
              <a:t>Unified Cloud Interface </a:t>
            </a:r>
            <a:r>
              <a:rPr lang="en" altLang="zh-CN" sz="1600"/>
              <a:t>(UCI) Project proposed by the Cloud Computing Interoperability Forum (CCIF) .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9623A38-8110-4195-B33B-FC1CDE923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773" y="3615256"/>
            <a:ext cx="3754059" cy="205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45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3" y="0"/>
            <a:ext cx="9438087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699589"/>
            <a:ext cx="2755857" cy="3470421"/>
            <a:chOff x="697883" y="1816768"/>
            <a:chExt cx="3674476" cy="347042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E8E6767-C706-0340-ACC6-CD29512A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57" y="2415322"/>
            <a:ext cx="2588798" cy="2399869"/>
          </a:xfrm>
        </p:spPr>
        <p:txBody>
          <a:bodyPr>
            <a:normAutofit/>
          </a:bodyPr>
          <a:lstStyle/>
          <a:p>
            <a:pPr algn="ctr"/>
            <a:r>
              <a:rPr kumimoji="1" lang="en" altLang="zh-CN" sz="3500">
                <a:solidFill>
                  <a:srgbClr val="FFFFFF"/>
                </a:solidFill>
              </a:rPr>
              <a:t>Open API </a:t>
            </a:r>
            <a:endParaRPr kumimoji="1" lang="zh-CN" altLang="en-US" sz="350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786512-DF4B-E24F-A9E0-B745D2565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0236" y="804672"/>
            <a:ext cx="4759012" cy="3465670"/>
          </a:xfrm>
        </p:spPr>
        <p:txBody>
          <a:bodyPr anchor="ctr">
            <a:normAutofit fontScale="92500"/>
          </a:bodyPr>
          <a:lstStyle/>
          <a:p>
            <a:r>
              <a:rPr kumimoji="1" lang="en" altLang="zh-CN" sz="1600"/>
              <a:t>SUN has recently launched the Sun Open Cloud Platform  under the Creative Commons license. A major contribution of this platform is the proposed (in-progress) the cloud API. It defines a set of clear and easy-to-understand </a:t>
            </a:r>
            <a:r>
              <a:rPr lang="en" altLang="zh-CN" sz="1600"/>
              <a:t>RESTful Web services interfaces, through which cloud consumers are able to create and manage cloud resources, including compute, storage, and networking components in a unified way. </a:t>
            </a:r>
          </a:p>
          <a:p>
            <a:r>
              <a:rPr lang="en" altLang="zh-CN" sz="1600"/>
              <a:t>Using the HTTP as the application protocol and JSON for resource representation, the open cloud API defines the following key resource types: Cloud, Virtual Data Center, Cluster, Virtual Machine, Private Virtual Network, Public Address, Storage Volume, and Volume Snapshot. These constructs share a certain degree of similarity with the internal architectural design of Eucalyptus. </a:t>
            </a:r>
            <a:endParaRPr kumimoji="1" lang="en" altLang="zh-CN" sz="16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E67E3D-1511-40DC-AE9A-D9C556183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992" y="4560923"/>
            <a:ext cx="1120633" cy="9683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CA91DF3-F2AB-475C-991F-C470A4D0E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651" y="4425813"/>
            <a:ext cx="1001852" cy="123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3" y="0"/>
            <a:ext cx="9438087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699589"/>
            <a:ext cx="2755857" cy="3470421"/>
            <a:chOff x="697883" y="1816768"/>
            <a:chExt cx="3674476" cy="347042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6FC6FDC5-4DD4-A348-97AA-2ACE1774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57" y="2415322"/>
            <a:ext cx="2588798" cy="2399869"/>
          </a:xfrm>
        </p:spPr>
        <p:txBody>
          <a:bodyPr>
            <a:normAutofit/>
          </a:bodyPr>
          <a:lstStyle/>
          <a:p>
            <a:pPr algn="ctr"/>
            <a:r>
              <a:rPr kumimoji="1" lang="en" altLang="zh-CN" sz="3000">
                <a:solidFill>
                  <a:srgbClr val="FFFFFF"/>
                </a:solidFill>
              </a:rPr>
              <a:t>SaaS Interoperability </a:t>
            </a:r>
            <a:endParaRPr kumimoji="1" lang="zh-CN" altLang="en-US" sz="300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CF3DD0-C14B-A348-B49B-63443A620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097" y="731838"/>
            <a:ext cx="5030143" cy="2185112"/>
          </a:xfrm>
        </p:spPr>
        <p:txBody>
          <a:bodyPr anchor="ctr">
            <a:normAutofit/>
          </a:bodyPr>
          <a:lstStyle/>
          <a:p>
            <a:pPr algn="just"/>
            <a:r>
              <a:rPr lang="en" altLang="zh-CN" sz="2400"/>
              <a:t>Predictive Model Markup Language (PMML), a gradually accepted standard that allows users to exchange predictive models among various software tools.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A46E04-CC64-424B-A195-238EB6CDE03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70822" y="2763632"/>
            <a:ext cx="5411256" cy="310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584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FD787-EEED-E741-BA95-F75674A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84" y="2187742"/>
            <a:ext cx="3970087" cy="248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zh-CN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kumimoji="1" lang="en-US" altLang="zh-CN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kumimoji="1" lang="en-US" altLang="zh-CN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pic>
        <p:nvPicPr>
          <p:cNvPr id="59" name="Graphic 42">
            <a:extLst>
              <a:ext uri="{FF2B5EF4-FFF2-40B4-BE49-F238E27FC236}">
                <a16:creationId xmlns:a16="http://schemas.microsoft.com/office/drawing/2014/main" id="{6BE5C492-846C-4531-BA69-DFA55A2B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" y="2914651"/>
            <a:ext cx="1028700" cy="1028700"/>
          </a:xfrm>
          <a:prstGeom prst="rect">
            <a:avLst/>
          </a:prstGeom>
        </p:spPr>
      </p:pic>
      <p:pic>
        <p:nvPicPr>
          <p:cNvPr id="60" name="Graphic 44">
            <a:extLst>
              <a:ext uri="{FF2B5EF4-FFF2-40B4-BE49-F238E27FC236}">
                <a16:creationId xmlns:a16="http://schemas.microsoft.com/office/drawing/2014/main" id="{13D04D13-11BF-4306-8745-ACA173CE0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073" y="1469503"/>
            <a:ext cx="3918995" cy="391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75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3041</Words>
  <Application>Microsoft Office PowerPoint</Application>
  <PresentationFormat>全屏显示(4:3)</PresentationFormat>
  <Paragraphs>378</Paragraphs>
  <Slides>50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7" baseType="lpstr">
      <vt:lpstr>TimesNewRomanPS</vt:lpstr>
      <vt:lpstr>等线</vt:lpstr>
      <vt:lpstr>Arial</vt:lpstr>
      <vt:lpstr>Calibri</vt:lpstr>
      <vt:lpstr>Calibri Light</vt:lpstr>
      <vt:lpstr>Times New Roman</vt:lpstr>
      <vt:lpstr>Office 主题​​</vt:lpstr>
      <vt:lpstr>Cloud Computing Issues and Challenges</vt:lpstr>
      <vt:lpstr>Outline</vt:lpstr>
      <vt:lpstr>Cloud Computing</vt:lpstr>
      <vt:lpstr>Cloud Computing</vt:lpstr>
      <vt:lpstr>On-demand self-service</vt:lpstr>
      <vt:lpstr>Broad network access </vt:lpstr>
      <vt:lpstr>Resource pooling </vt:lpstr>
      <vt:lpstr>Rapid elasticity </vt:lpstr>
      <vt:lpstr>Measured Service  </vt:lpstr>
      <vt:lpstr>Service Model </vt:lpstr>
      <vt:lpstr>Software as a Service (SaaS) </vt:lpstr>
      <vt:lpstr>Platform as a Service (PaaS) </vt:lpstr>
      <vt:lpstr>Infrastructure as a Service (IaaS) </vt:lpstr>
      <vt:lpstr>Data storage as a Service (DaaS) </vt:lpstr>
      <vt:lpstr>Deployment Model </vt:lpstr>
      <vt:lpstr>Private cloud  </vt:lpstr>
      <vt:lpstr>Community cloud </vt:lpstr>
      <vt:lpstr>Public cloud </vt:lpstr>
      <vt:lpstr>Hybrid cloud </vt:lpstr>
      <vt:lpstr>a new type of deployment model - Virtual Private Cloud (VPC) </vt:lpstr>
      <vt:lpstr>Outline</vt:lpstr>
      <vt:lpstr>CLOUD, SOC, AND GRID </vt:lpstr>
      <vt:lpstr>Cloud and Service-Oriented Computing </vt:lpstr>
      <vt:lpstr>Advances in SOC</vt:lpstr>
      <vt:lpstr>Advances in SOC</vt:lpstr>
      <vt:lpstr>Advances in SOC</vt:lpstr>
      <vt:lpstr>Advances in SOC</vt:lpstr>
      <vt:lpstr>Cloud computing benefit Service Oriented Computing</vt:lpstr>
      <vt:lpstr>Cloud computing benefit Service Oriented Computing</vt:lpstr>
      <vt:lpstr>Cloud computing benefit Service Oriented Computing</vt:lpstr>
      <vt:lpstr>Cloud computing benefit Service Oriented Computing</vt:lpstr>
      <vt:lpstr> Cloud and Grid Computing  </vt:lpstr>
      <vt:lpstr> Cloud and Grid Computing-Differences  </vt:lpstr>
      <vt:lpstr>Cloud and High Performance Computing </vt:lpstr>
      <vt:lpstr>Outline</vt:lpstr>
      <vt:lpstr>Challenges</vt:lpstr>
      <vt:lpstr>Security</vt:lpstr>
      <vt:lpstr>Security</vt:lpstr>
      <vt:lpstr>Costing Model</vt:lpstr>
      <vt:lpstr>Charging Model </vt:lpstr>
      <vt:lpstr>Service Level Agreement  </vt:lpstr>
      <vt:lpstr>What to migrate  </vt:lpstr>
      <vt:lpstr>Outline</vt:lpstr>
      <vt:lpstr>Cloud interoperability issue </vt:lpstr>
      <vt:lpstr>Issue</vt:lpstr>
      <vt:lpstr>Intermediary Layer </vt:lpstr>
      <vt:lpstr>Standard </vt:lpstr>
      <vt:lpstr>Open API </vt:lpstr>
      <vt:lpstr>SaaS Interoperability </vt:lpstr>
      <vt:lpstr>Thank you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Issues and Challenges</dc:title>
  <dc:creator>知行 张</dc:creator>
  <cp:lastModifiedBy>知行 张</cp:lastModifiedBy>
  <cp:revision>1</cp:revision>
  <dcterms:created xsi:type="dcterms:W3CDTF">2018-12-27T02:12:34Z</dcterms:created>
  <dcterms:modified xsi:type="dcterms:W3CDTF">2018-12-27T04:03:37Z</dcterms:modified>
</cp:coreProperties>
</file>