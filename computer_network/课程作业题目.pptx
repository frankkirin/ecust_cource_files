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32" autoAdjust="0"/>
    <p:restoredTop sz="88462" autoAdjust="0"/>
  </p:normalViewPr>
  <p:slideViewPr>
    <p:cSldViewPr snapToGrid="0">
      <p:cViewPr varScale="1">
        <p:scale>
          <a:sx n="64" d="100"/>
          <a:sy n="64" d="100"/>
        </p:scale>
        <p:origin x="12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D16FE-008E-4982-A31D-FC52F591FBF9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ECAE1-930D-480A-9A06-16CE0A9DBB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794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第一次作业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ECAE1-930D-480A-9A06-16CE0A9DBBF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68127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第二次课堂作业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ECAE1-930D-480A-9A06-16CE0A9DBBF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74130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讲解了</a:t>
            </a:r>
            <a:r>
              <a:rPr lang="en-US" altLang="zh-CN" dirty="0" smtClean="0"/>
              <a:t>IPv6</a:t>
            </a:r>
            <a:r>
              <a:rPr lang="zh-CN" altLang="en-US" dirty="0" smtClean="0"/>
              <a:t>，一些新的特点，其中扩展首部很重要。多播情况的三大组成部分：标识、</a:t>
            </a:r>
            <a:r>
              <a:rPr lang="en-US" altLang="zh-CN" dirty="0" smtClean="0"/>
              <a:t>IGMP</a:t>
            </a:r>
            <a:r>
              <a:rPr lang="zh-CN" altLang="en-US" dirty="0" smtClean="0"/>
              <a:t>，多播路由。</a:t>
            </a:r>
            <a:r>
              <a:rPr lang="en-US" altLang="zh-CN" dirty="0" smtClean="0"/>
              <a:t>IGMP1,2,3</a:t>
            </a:r>
            <a:r>
              <a:rPr lang="zh-CN" altLang="en-US" dirty="0" smtClean="0"/>
              <a:t>区别</a:t>
            </a:r>
            <a:endParaRPr lang="en-US" altLang="zh-CN" dirty="0" smtClean="0"/>
          </a:p>
          <a:p>
            <a:r>
              <a:rPr lang="zh-CN" altLang="en-US" dirty="0" smtClean="0"/>
              <a:t>大致分清了多播，</a:t>
            </a:r>
            <a:r>
              <a:rPr lang="en-US" altLang="zh-CN" dirty="0" err="1" smtClean="0"/>
              <a:t>bt</a:t>
            </a:r>
            <a:r>
              <a:rPr lang="zh-CN" altLang="en-US" dirty="0" smtClean="0"/>
              <a:t>，单播等区别。</a:t>
            </a:r>
            <a:endParaRPr lang="en-US" altLang="zh-CN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AEECAE1-930D-480A-9A06-16CE0A9DBBF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374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3457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5661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874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188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8173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667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60064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804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7298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999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41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746156-75E2-4EF3-A0BB-EB1D12C5942E}" type="datetimeFigureOut">
              <a:rPr lang="zh-CN" altLang="en-US" smtClean="0"/>
              <a:t>2018/12/6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82D6B-934B-4331-A57D-64D77585F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660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95014" y="1071562"/>
            <a:ext cx="10001573" cy="4468524"/>
          </a:xfrm>
        </p:spPr>
        <p:txBody>
          <a:bodyPr>
            <a:normAutofit fontScale="90000"/>
          </a:bodyPr>
          <a:lstStyle/>
          <a:p>
            <a:pPr algn="l"/>
            <a:r>
              <a:rPr lang="en-US" altLang="zh-CN" dirty="0" smtClean="0"/>
              <a:t>1: What’s MPLS?</a:t>
            </a:r>
            <a:br>
              <a:rPr lang="en-US" altLang="zh-CN" dirty="0" smtClean="0"/>
            </a:br>
            <a:r>
              <a:rPr lang="en-US" altLang="zh-CN" dirty="0" smtClean="0"/>
              <a:t>2: Which processes have it to build LSP?</a:t>
            </a:r>
            <a:br>
              <a:rPr lang="en-US" altLang="zh-CN" dirty="0" smtClean="0"/>
            </a:br>
            <a:r>
              <a:rPr lang="en-US" altLang="zh-CN" dirty="0" smtClean="0"/>
              <a:t>3: Data </a:t>
            </a:r>
            <a:r>
              <a:rPr lang="en-US" altLang="zh-CN" dirty="0"/>
              <a:t>center development</a:t>
            </a:r>
            <a:r>
              <a:rPr lang="en-US" altLang="zh-CN" dirty="0" smtClean="0"/>
              <a:t> ?</a:t>
            </a:r>
            <a:br>
              <a:rPr lang="en-US" altLang="zh-CN" dirty="0" smtClean="0"/>
            </a:br>
            <a:r>
              <a:rPr lang="en-US" altLang="zh-CN" dirty="0" smtClean="0"/>
              <a:t>4: What </a:t>
            </a:r>
            <a:r>
              <a:rPr lang="en-US" altLang="zh-CN" dirty="0"/>
              <a:t>are the features of </a:t>
            </a:r>
            <a:r>
              <a:rPr lang="en-US" altLang="zh-CN" dirty="0" smtClean="0"/>
              <a:t>IPv6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157130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505326"/>
            <a:ext cx="11000874" cy="56716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The difference among IGMPv1,IGMPv2,IGMPv3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 smtClean="0"/>
              <a:t>What’s  </a:t>
            </a:r>
            <a:r>
              <a:rPr lang="en-US" altLang="zh-CN" sz="3200" dirty="0"/>
              <a:t>the IPv6 fragmentation? How to fragment?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What’s the Ad hoc networks? It’s features?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IGMPv2’s implementation in router?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 smtClean="0"/>
              <a:t>The </a:t>
            </a:r>
            <a:r>
              <a:rPr lang="en-US" altLang="zh-CN" sz="3200" dirty="0"/>
              <a:t>difference among unicast, multicast, and broadcast?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Mapping of IP multicast group address to Ethernet multicast address? Example?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 smtClean="0"/>
              <a:t>What’s </a:t>
            </a:r>
            <a:r>
              <a:rPr lang="en-US" altLang="zh-CN" sz="3200" dirty="0"/>
              <a:t>RPF?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3200" dirty="0"/>
              <a:t>Multicast Routing </a:t>
            </a:r>
            <a:r>
              <a:rPr lang="en-US" altLang="zh-CN" sz="3200" dirty="0" err="1"/>
              <a:t>protocolS</a:t>
            </a:r>
            <a:r>
              <a:rPr lang="en-US" altLang="zh-CN" sz="3200" dirty="0"/>
              <a:t>?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34259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505326"/>
            <a:ext cx="11000874" cy="567163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altLang="zh-CN" sz="4000" dirty="0"/>
              <a:t>What’s the Ad hoc networks? It’s features?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4000" dirty="0"/>
              <a:t>What’s </a:t>
            </a:r>
            <a:r>
              <a:rPr lang="en-US" altLang="zh-CN" sz="4000" dirty="0" smtClean="0"/>
              <a:t>RPF,RPM,RPB?</a:t>
            </a:r>
            <a:endParaRPr lang="en-US" altLang="zh-CN" sz="4000" dirty="0"/>
          </a:p>
          <a:p>
            <a:pPr marL="514350" indent="-514350">
              <a:buFont typeface="+mj-lt"/>
              <a:buAutoNum type="arabicPeriod"/>
            </a:pPr>
            <a:r>
              <a:rPr lang="en-US" altLang="zh-CN" sz="4000" dirty="0"/>
              <a:t>Multicast Routing </a:t>
            </a:r>
            <a:r>
              <a:rPr lang="en-US" altLang="zh-CN" sz="4000" dirty="0" smtClean="0"/>
              <a:t>protocols </a:t>
            </a:r>
            <a:r>
              <a:rPr lang="en-US" altLang="zh-CN" sz="4000" dirty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4000" dirty="0"/>
              <a:t>what’s the PIM-SM? it’s features?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4000" dirty="0"/>
              <a:t>Three components for multicast?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4000" dirty="0"/>
              <a:t>The difference among DVMRP,MOSPF,CBT,PIM-SM</a:t>
            </a:r>
            <a:r>
              <a:rPr lang="en-US" altLang="zh-CN" sz="4000" dirty="0" smtClean="0"/>
              <a:t>?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CN" sz="4000" dirty="0" smtClean="0"/>
              <a:t>Implementation </a:t>
            </a:r>
            <a:r>
              <a:rPr lang="en-US" altLang="zh-CN" sz="4000" dirty="0"/>
              <a:t>process for PIM-SM?</a:t>
            </a:r>
          </a:p>
          <a:p>
            <a:pPr marL="0" indent="0">
              <a:buNone/>
            </a:pPr>
            <a:endParaRPr lang="en-US" altLang="zh-CN" sz="3200" dirty="0" smtClean="0"/>
          </a:p>
          <a:p>
            <a:pPr marL="514350" indent="-514350">
              <a:buFont typeface="+mj-lt"/>
              <a:buAutoNum type="arabicPeriod"/>
            </a:pPr>
            <a:endParaRPr lang="en-US" altLang="zh-CN" sz="3200" dirty="0"/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7372802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</TotalTime>
  <Words>154</Words>
  <Application>Microsoft Office PowerPoint</Application>
  <PresentationFormat>宽屏</PresentationFormat>
  <Paragraphs>24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1: What’s MPLS? 2: Which processes have it to build LSP? 3: Data center development ? 4: What are the features of IPv6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1:what’s MPLS? 2:which process to build LSP</dc:title>
  <dc:creator>admin</dc:creator>
  <cp:lastModifiedBy>admin</cp:lastModifiedBy>
  <cp:revision>23</cp:revision>
  <dcterms:created xsi:type="dcterms:W3CDTF">2018-11-20T16:47:37Z</dcterms:created>
  <dcterms:modified xsi:type="dcterms:W3CDTF">2018-12-06T08:52:36Z</dcterms:modified>
</cp:coreProperties>
</file>