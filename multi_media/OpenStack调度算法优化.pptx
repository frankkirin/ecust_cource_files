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7" r:id="rId4"/>
    <p:sldId id="262" r:id="rId5"/>
    <p:sldId id="276" r:id="rId6"/>
    <p:sldId id="277" r:id="rId7"/>
    <p:sldId id="259" r:id="rId8"/>
    <p:sldId id="265" r:id="rId9"/>
    <p:sldId id="278" r:id="rId10"/>
    <p:sldId id="266" r:id="rId11"/>
    <p:sldId id="279" r:id="rId12"/>
    <p:sldId id="260" r:id="rId13"/>
    <p:sldId id="280" r:id="rId14"/>
    <p:sldId id="281" r:id="rId15"/>
    <p:sldId id="269" r:id="rId16"/>
    <p:sldId id="270" r:id="rId17"/>
    <p:sldId id="274" r:id="rId18"/>
    <p:sldId id="261" r:id="rId19"/>
    <p:sldId id="271" r:id="rId20"/>
    <p:sldId id="272" r:id="rId21"/>
    <p:sldId id="273" r:id="rId22"/>
    <p:sldId id="275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C4B8"/>
    <a:srgbClr val="15B1B8"/>
    <a:srgbClr val="24B0D2"/>
    <a:srgbClr val="067ABA"/>
    <a:srgbClr val="DDE9E8"/>
    <a:srgbClr val="DFE4E9"/>
    <a:srgbClr val="F2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74"/>
  </p:normalViewPr>
  <p:slideViewPr>
    <p:cSldViewPr snapToGrid="0" snapToObjects="1">
      <p:cViewPr varScale="1">
        <p:scale>
          <a:sx n="116" d="100"/>
          <a:sy n="116" d="100"/>
        </p:scale>
        <p:origin x="9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CF912-D16B-4D62-9FCB-4B859A060116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1A219-AFB3-4262-B118-BD901D2AE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99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632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651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410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云计算相当于自来水</a:t>
            </a:r>
            <a:r>
              <a:rPr lang="zh-CN" altLang="en-US" dirty="0"/>
              <a:t>，</a:t>
            </a:r>
            <a:r>
              <a:rPr lang="ja-JP" altLang="en-US"/>
              <a:t>你按照需求使用水资源</a:t>
            </a:r>
            <a:r>
              <a:rPr lang="zh-CN" altLang="en-US" dirty="0"/>
              <a:t>，</a:t>
            </a:r>
            <a:r>
              <a:rPr lang="ja-JP" altLang="en-US"/>
              <a:t>自来水厂根据你对水资源的使用情况来收费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426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用户不需要自己投资硬件</a:t>
            </a:r>
            <a:r>
              <a:rPr lang="zh-CN" altLang="en-US" dirty="0"/>
              <a:t>。</a:t>
            </a:r>
            <a:r>
              <a:rPr lang="ja-JP" altLang="en-US"/>
              <a:t>后期可以根据业务需求购买硬件资源</a:t>
            </a:r>
            <a:r>
              <a:rPr lang="zh-CN" altLang="en-US" dirty="0"/>
              <a:t>，</a:t>
            </a:r>
            <a:r>
              <a:rPr lang="ja-JP" altLang="en-US"/>
              <a:t>来适应不同的工作负载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508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2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293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8825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115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当一个请求想要启动一个新的虚拟机模型</a:t>
            </a:r>
            <a:r>
              <a:rPr lang="zh-CN" altLang="en-US" dirty="0"/>
              <a:t>，</a:t>
            </a:r>
            <a:r>
              <a:rPr lang="en-US" altLang="ja-JP" dirty="0"/>
              <a:t>Nova</a:t>
            </a:r>
            <a:r>
              <a:rPr lang="ja-JP" altLang="en-US"/>
              <a:t>计算服务与任务调度器建立连接</a:t>
            </a:r>
            <a:r>
              <a:rPr lang="zh-CN" altLang="en-US" dirty="0"/>
              <a:t>，</a:t>
            </a:r>
            <a:r>
              <a:rPr lang="ja-JP" altLang="en-US"/>
              <a:t>请求开辟一个新的实例</a:t>
            </a:r>
            <a:r>
              <a:rPr lang="zh-CN" altLang="en-US" dirty="0"/>
              <a:t>。</a:t>
            </a:r>
            <a:r>
              <a:rPr lang="ja-JP" altLang="en-US"/>
              <a:t>调度器根据配置文件选择调度器类型</a:t>
            </a:r>
            <a:r>
              <a:rPr lang="zh-CN" altLang="en-US" dirty="0"/>
              <a:t>，</a:t>
            </a:r>
            <a:r>
              <a:rPr lang="ja-JP" altLang="en-US"/>
              <a:t>默认为</a:t>
            </a:r>
            <a:r>
              <a:rPr lang="en-US" altLang="ja-JP" dirty="0"/>
              <a:t>Filter</a:t>
            </a:r>
            <a:r>
              <a:rPr lang="ja-JP" altLang="en-US"/>
              <a:t>类型</a:t>
            </a:r>
            <a:r>
              <a:rPr lang="zh-CN" altLang="en-US" dirty="0"/>
              <a:t>。</a:t>
            </a:r>
            <a:r>
              <a:rPr lang="ja-JP" altLang="en-US"/>
              <a:t>生成一个</a:t>
            </a:r>
            <a:r>
              <a:rPr lang="en-US" altLang="ja-JP" dirty="0"/>
              <a:t>filer</a:t>
            </a:r>
            <a:r>
              <a:rPr lang="ja-JP" altLang="en-US"/>
              <a:t>进程决定哪些主机是合适的选择</a:t>
            </a:r>
            <a:r>
              <a:rPr lang="zh-CN" altLang="en-US" dirty="0"/>
              <a:t>，</a:t>
            </a:r>
            <a:r>
              <a:rPr lang="ja-JP" altLang="en-US"/>
              <a:t>并生成一个候选主机列表</a:t>
            </a:r>
            <a:r>
              <a:rPr lang="zh-CN" altLang="en-US" dirty="0"/>
              <a:t>。</a:t>
            </a:r>
            <a:r>
              <a:rPr lang="ja-JP" altLang="en-US"/>
              <a:t>之后根据第二个算法</a:t>
            </a:r>
            <a:r>
              <a:rPr lang="zh-CN" altLang="en-US" dirty="0"/>
              <a:t>，</a:t>
            </a:r>
            <a:r>
              <a:rPr lang="ja-JP" altLang="en-US"/>
              <a:t>选择满足资源请求的最优计算节点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Chance</a:t>
            </a:r>
            <a:r>
              <a:rPr lang="ja-JP" altLang="en-US"/>
              <a:t>类型的调度器会随机选择一个满足需求的节点</a:t>
            </a:r>
            <a:endParaRPr lang="en-US" altLang="ja-JP" dirty="0"/>
          </a:p>
          <a:p>
            <a:r>
              <a:rPr lang="en-US" altLang="ja-JP" dirty="0"/>
              <a:t>Simple</a:t>
            </a:r>
            <a:r>
              <a:rPr lang="ja-JP" altLang="en-US"/>
              <a:t>类型的调度器试图在最短的时间内找一个满足需求的节点</a:t>
            </a:r>
            <a:endParaRPr lang="en-US" altLang="ja-JP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413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当前不能分配的主机</a:t>
            </a:r>
            <a:r>
              <a:rPr lang="zh-CN" altLang="en-US" dirty="0"/>
              <a:t>：</a:t>
            </a:r>
            <a:r>
              <a:rPr lang="ja-JP" altLang="en-US"/>
              <a:t>已经被分配或者当前无权限分配等</a:t>
            </a:r>
            <a:endParaRPr lang="en-US" altLang="ja-JP" dirty="0"/>
          </a:p>
          <a:p>
            <a:r>
              <a:rPr lang="ja-JP" altLang="en-US"/>
              <a:t>分配内存大小可以在</a:t>
            </a:r>
            <a:r>
              <a:rPr lang="en-US" altLang="ja-JP" dirty="0"/>
              <a:t>nova</a:t>
            </a:r>
            <a:r>
              <a:rPr lang="ja-JP" altLang="en-US"/>
              <a:t>的配置文件中进行更改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867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299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遗传算法在后面用</a:t>
            </a:r>
            <a:r>
              <a:rPr lang="en-US" altLang="ja-JP" dirty="0"/>
              <a:t>GA</a:t>
            </a:r>
            <a:r>
              <a:rPr lang="ja-JP" altLang="en-US"/>
              <a:t>表示</a:t>
            </a:r>
            <a:endParaRPr lang="en-US" altLang="ja-JP" dirty="0"/>
          </a:p>
          <a:p>
            <a:r>
              <a:rPr lang="ja-JP" altLang="en-US"/>
              <a:t>粒子群优化算法用</a:t>
            </a:r>
            <a:r>
              <a:rPr lang="en-US" altLang="ja-JP" dirty="0"/>
              <a:t>PSO</a:t>
            </a:r>
            <a:r>
              <a:rPr lang="ja-JP" altLang="en-US"/>
              <a:t>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723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遗传算法在后面用</a:t>
            </a:r>
            <a:r>
              <a:rPr lang="en-US" altLang="ja-JP" dirty="0"/>
              <a:t>GA</a:t>
            </a:r>
            <a:r>
              <a:rPr lang="ja-JP" altLang="en-US"/>
              <a:t>表示</a:t>
            </a:r>
            <a:endParaRPr lang="en-US" altLang="ja-JP" dirty="0"/>
          </a:p>
          <a:p>
            <a:r>
              <a:rPr lang="ja-JP" altLang="en-US"/>
              <a:t>粒子群优化算法用</a:t>
            </a:r>
            <a:r>
              <a:rPr lang="en-US" altLang="ja-JP" dirty="0"/>
              <a:t>PSO</a:t>
            </a:r>
            <a:r>
              <a:rPr lang="ja-JP" altLang="en-US"/>
              <a:t>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217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710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7996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908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5337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471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6200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192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11A219-AFB3-4262-B118-BD901D2AE21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151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B307-9BCE-BD47-AE9A-1735D46089A6}" type="datetimeFigureOut">
              <a:rPr kumimoji="1" lang="zh-CN" altLang="en-US" smtClean="0"/>
              <a:t>2018/12/30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9004-2088-C743-9020-07753CBF1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205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000">
        <p:checker/>
      </p:transition>
    </mc:Choice>
    <mc:Fallback xmlns="">
      <p:transition spd="slow" advTm="2000">
        <p:check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形状 7"/>
          <p:cNvSpPr/>
          <p:nvPr userDrawn="1"/>
        </p:nvSpPr>
        <p:spPr>
          <a:xfrm>
            <a:off x="3348317" y="564775"/>
            <a:ext cx="5701553" cy="874059"/>
          </a:xfrm>
          <a:custGeom>
            <a:avLst/>
            <a:gdLst>
              <a:gd name="connsiteX0" fmla="*/ 174812 w 5701553"/>
              <a:gd name="connsiteY0" fmla="*/ 26894 h 874059"/>
              <a:gd name="connsiteX1" fmla="*/ 0 w 5701553"/>
              <a:gd name="connsiteY1" fmla="*/ 874059 h 874059"/>
              <a:gd name="connsiteX2" fmla="*/ 5499847 w 5701553"/>
              <a:gd name="connsiteY2" fmla="*/ 632012 h 874059"/>
              <a:gd name="connsiteX3" fmla="*/ 5701553 w 5701553"/>
              <a:gd name="connsiteY3" fmla="*/ 0 h 874059"/>
              <a:gd name="connsiteX4" fmla="*/ 174812 w 5701553"/>
              <a:gd name="connsiteY4" fmla="*/ 26894 h 874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01553" h="874059">
                <a:moveTo>
                  <a:pt x="174812" y="26894"/>
                </a:moveTo>
                <a:lnTo>
                  <a:pt x="0" y="874059"/>
                </a:lnTo>
                <a:lnTo>
                  <a:pt x="5499847" y="632012"/>
                </a:lnTo>
                <a:lnTo>
                  <a:pt x="5701553" y="0"/>
                </a:lnTo>
                <a:lnTo>
                  <a:pt x="174812" y="26894"/>
                </a:lnTo>
                <a:close/>
              </a:path>
            </a:pathLst>
          </a:custGeom>
          <a:ln>
            <a:noFill/>
          </a:ln>
          <a:effectLst>
            <a:outerShdw blurRad="50800" dist="76200" algn="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017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000">
        <p:checker/>
      </p:transition>
    </mc:Choice>
    <mc:Fallback xmlns="">
      <p:transition spd="slow" advTm="2000">
        <p:checker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824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000">
        <p:checker/>
      </p:transition>
    </mc:Choice>
    <mc:Fallback xmlns="">
      <p:transition spd="slow" advTm="2000">
        <p:checker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B307-9BCE-BD47-AE9A-1735D46089A6}" type="datetimeFigureOut">
              <a:rPr kumimoji="1" lang="zh-CN" altLang="en-US" smtClean="0"/>
              <a:t>2018/12/30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9004-2088-C743-9020-07753CBF1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404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000">
        <p:checker/>
      </p:transition>
    </mc:Choice>
    <mc:Fallback xmlns="">
      <p:transition spd="slow" advTm="2000">
        <p:checker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B307-9BCE-BD47-AE9A-1735D46089A6}" type="datetimeFigureOut">
              <a:rPr kumimoji="1" lang="zh-CN" altLang="en-US" smtClean="0"/>
              <a:t>2018/12/30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9004-2088-C743-9020-07753CBF1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533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000">
        <p:checker/>
      </p:transition>
    </mc:Choice>
    <mc:Fallback xmlns="">
      <p:transition spd="slow" advTm="2000">
        <p:checker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B307-9BCE-BD47-AE9A-1735D46089A6}" type="datetimeFigureOut">
              <a:rPr kumimoji="1" lang="zh-CN" altLang="en-US" smtClean="0"/>
              <a:t>2018/12/30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9004-2088-C743-9020-07753CBF1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410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000">
        <p:checker/>
      </p:transition>
    </mc:Choice>
    <mc:Fallback xmlns="">
      <p:transition spd="slow" advTm="2000">
        <p:check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B307-9BCE-BD47-AE9A-1735D46089A6}" type="datetimeFigureOut">
              <a:rPr kumimoji="1" lang="zh-CN" altLang="en-US" smtClean="0"/>
              <a:t>2018/12/30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9004-2088-C743-9020-07753CBF1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489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000">
        <p:checker/>
      </p:transition>
    </mc:Choice>
    <mc:Fallback xmlns="">
      <p:transition spd="slow" advTm="2000">
        <p:check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B307-9BCE-BD47-AE9A-1735D46089A6}" type="datetimeFigureOut">
              <a:rPr kumimoji="1" lang="zh-CN" altLang="en-US" smtClean="0"/>
              <a:t>2018/12/30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9004-2088-C743-9020-07753CBF1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744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000">
        <p:checker/>
      </p:transition>
    </mc:Choice>
    <mc:Fallback xmlns="">
      <p:transition spd="slow" advTm="2000">
        <p:check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B307-9BCE-BD47-AE9A-1735D46089A6}" type="datetimeFigureOut">
              <a:rPr kumimoji="1" lang="zh-CN" altLang="en-US" smtClean="0"/>
              <a:t>2018/12/30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9004-2088-C743-9020-07753CBF1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442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000">
        <p:checker/>
      </p:transition>
    </mc:Choice>
    <mc:Fallback xmlns="">
      <p:transition spd="slow" advTm="2000">
        <p:checke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B307-9BCE-BD47-AE9A-1735D46089A6}" type="datetimeFigureOut">
              <a:rPr kumimoji="1" lang="zh-CN" altLang="en-US" smtClean="0"/>
              <a:t>2018/12/30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9004-2088-C743-9020-07753CBF1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24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000">
        <p:checker/>
      </p:transition>
    </mc:Choice>
    <mc:Fallback xmlns="">
      <p:transition spd="slow" advTm="2000">
        <p:checker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B307-9BCE-BD47-AE9A-1735D46089A6}" type="datetimeFigureOut">
              <a:rPr kumimoji="1" lang="zh-CN" altLang="en-US" smtClean="0"/>
              <a:t>2018/12/30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59004-2088-C743-9020-07753CBF1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968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2000">
        <p:checker/>
      </p:transition>
    </mc:Choice>
    <mc:Fallback xmlns="">
      <p:transition spd="slow" advTm="2000">
        <p:check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B307-9BCE-BD47-AE9A-1735D46089A6}" type="datetimeFigureOut">
              <a:rPr kumimoji="1" lang="zh-CN" altLang="en-US" smtClean="0"/>
              <a:t>2018/12/30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59004-2088-C743-9020-07753CBF1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8261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500" advTm="2000">
        <p:checker/>
      </p:transition>
    </mc:Choice>
    <mc:Fallback xmlns="">
      <p:transition spd="slow" advTm="2000">
        <p:checker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notesSlide" Target="../notesSlides/notesSlide2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 flipH="1">
            <a:off x="3505199" y="5629274"/>
            <a:ext cx="8755236" cy="1228725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直角三角形 6"/>
          <p:cNvSpPr/>
          <p:nvPr/>
        </p:nvSpPr>
        <p:spPr>
          <a:xfrm>
            <a:off x="0" y="3900488"/>
            <a:ext cx="8340898" cy="2957512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44" b="61520"/>
          <a:stretch/>
        </p:blipFill>
        <p:spPr>
          <a:xfrm>
            <a:off x="4489796" y="0"/>
            <a:ext cx="7702204" cy="15087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00" r="52969"/>
          <a:stretch/>
        </p:blipFill>
        <p:spPr>
          <a:xfrm>
            <a:off x="-1" y="4114800"/>
            <a:ext cx="6255327" cy="27432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00540" y="2203402"/>
            <a:ext cx="827480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云计算平台中的任务调度算法</a:t>
            </a:r>
            <a:endParaRPr kumimoji="1" lang="en-US" altLang="ja-JP" sz="4400" dirty="0">
              <a:solidFill>
                <a:schemeClr val="tx1">
                  <a:lumMod val="75000"/>
                  <a:lumOff val="2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r"/>
            <a:r>
              <a:rPr kumimoji="1" lang="ja-JP" altLang="en-US" sz="3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以</a:t>
            </a:r>
            <a:r>
              <a:rPr kumimoji="1" lang="en-US" altLang="ja-JP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OpenStack</a:t>
            </a:r>
            <a:r>
              <a:rPr kumimoji="1" lang="ja-JP" altLang="en-US" sz="3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为例</a:t>
            </a:r>
            <a:endParaRPr kumimoji="1"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59246" y="4303216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</a:t>
            </a:r>
            <a:r>
              <a:rPr kumimoji="1"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叶凯灵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06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4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9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角三角形 3"/>
          <p:cNvSpPr/>
          <p:nvPr/>
        </p:nvSpPr>
        <p:spPr>
          <a:xfrm flipH="1">
            <a:off x="3505199" y="5629274"/>
            <a:ext cx="8755236" cy="1228725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直角三角形 4"/>
          <p:cNvSpPr/>
          <p:nvPr/>
        </p:nvSpPr>
        <p:spPr>
          <a:xfrm>
            <a:off x="0" y="3900488"/>
            <a:ext cx="8340898" cy="2957512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3" name="组合 11"/>
          <p:cNvGrpSpPr>
            <a:grpSpLocks/>
          </p:cNvGrpSpPr>
          <p:nvPr/>
        </p:nvGrpSpPr>
        <p:grpSpPr bwMode="auto">
          <a:xfrm>
            <a:off x="271254" y="514442"/>
            <a:ext cx="3523380" cy="735625"/>
            <a:chOff x="3886200" y="188686"/>
            <a:chExt cx="4699000" cy="979713"/>
          </a:xfrm>
        </p:grpSpPr>
        <p:sp>
          <p:nvSpPr>
            <p:cNvPr id="14" name="任意多边形 18"/>
            <p:cNvSpPr/>
            <p:nvPr/>
          </p:nvSpPr>
          <p:spPr>
            <a:xfrm>
              <a:off x="3886200" y="188686"/>
              <a:ext cx="4495800" cy="884595"/>
            </a:xfrm>
            <a:custGeom>
              <a:avLst/>
              <a:gdLst>
                <a:gd name="connsiteX0" fmla="*/ 0 w 4495800"/>
                <a:gd name="connsiteY0" fmla="*/ 285750 h 1981200"/>
                <a:gd name="connsiteX1" fmla="*/ 419100 w 4495800"/>
                <a:gd name="connsiteY1" fmla="*/ 1866900 h 1981200"/>
                <a:gd name="connsiteX2" fmla="*/ 4114800 w 4495800"/>
                <a:gd name="connsiteY2" fmla="*/ 1981200 h 1981200"/>
                <a:gd name="connsiteX3" fmla="*/ 4495800 w 4495800"/>
                <a:gd name="connsiteY3" fmla="*/ 0 h 1981200"/>
                <a:gd name="connsiteX4" fmla="*/ 0 w 4495800"/>
                <a:gd name="connsiteY4" fmla="*/ 285750 h 198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5800" h="1981200">
                  <a:moveTo>
                    <a:pt x="0" y="285750"/>
                  </a:moveTo>
                  <a:lnTo>
                    <a:pt x="419100" y="1866900"/>
                  </a:lnTo>
                  <a:lnTo>
                    <a:pt x="4114800" y="1981200"/>
                  </a:lnTo>
                  <a:lnTo>
                    <a:pt x="449580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  <p:sp>
          <p:nvSpPr>
            <p:cNvPr id="15" name="任意多边形 20"/>
            <p:cNvSpPr/>
            <p:nvPr/>
          </p:nvSpPr>
          <p:spPr>
            <a:xfrm>
              <a:off x="4089400" y="283804"/>
              <a:ext cx="4495800" cy="884595"/>
            </a:xfrm>
            <a:custGeom>
              <a:avLst/>
              <a:gdLst>
                <a:gd name="connsiteX0" fmla="*/ 0 w 4495800"/>
                <a:gd name="connsiteY0" fmla="*/ 285750 h 1981200"/>
                <a:gd name="connsiteX1" fmla="*/ 419100 w 4495800"/>
                <a:gd name="connsiteY1" fmla="*/ 1866900 h 1981200"/>
                <a:gd name="connsiteX2" fmla="*/ 4114800 w 4495800"/>
                <a:gd name="connsiteY2" fmla="*/ 1981200 h 1981200"/>
                <a:gd name="connsiteX3" fmla="*/ 4495800 w 4495800"/>
                <a:gd name="connsiteY3" fmla="*/ 0 h 1981200"/>
                <a:gd name="connsiteX4" fmla="*/ 0 w 4495800"/>
                <a:gd name="connsiteY4" fmla="*/ 285750 h 198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5800" h="1981200">
                  <a:moveTo>
                    <a:pt x="0" y="285750"/>
                  </a:moveTo>
                  <a:lnTo>
                    <a:pt x="419100" y="1866900"/>
                  </a:lnTo>
                  <a:lnTo>
                    <a:pt x="4114800" y="1981200"/>
                  </a:lnTo>
                  <a:lnTo>
                    <a:pt x="449580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2"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400" dirty="0"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目录</a:t>
              </a:r>
              <a:r>
                <a:rPr lang="zh-CN" altLang="en-US" sz="2400" b="1" dirty="0"/>
                <a:t> </a:t>
              </a:r>
              <a:r>
                <a:rPr lang="en-US" altLang="zh-CN" sz="2400" b="1" dirty="0"/>
                <a:t>/</a:t>
              </a:r>
              <a:r>
                <a:rPr lang="en-US" altLang="zh-CN" sz="2300" dirty="0"/>
                <a:t>CONTENTS</a:t>
              </a:r>
              <a:endParaRPr lang="zh-CN" altLang="en-US" sz="2300" dirty="0"/>
            </a:p>
          </p:txBody>
        </p:sp>
      </p:grpSp>
      <p:sp>
        <p:nvSpPr>
          <p:cNvPr id="6" name="椭圆 5"/>
          <p:cNvSpPr/>
          <p:nvPr/>
        </p:nvSpPr>
        <p:spPr>
          <a:xfrm>
            <a:off x="1864630" y="2585352"/>
            <a:ext cx="1495272" cy="1495354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algn="ctr"/>
            <a:r>
              <a:rPr lang="en-US" altLang="ja-JP" sz="1500" b="1" dirty="0">
                <a:latin typeface="微软雅黑" pitchFamily="34" charset="-122"/>
                <a:ea typeface="微软雅黑" pitchFamily="34" charset="-122"/>
              </a:rPr>
              <a:t>Part</a:t>
            </a:r>
            <a:r>
              <a:rPr lang="zh-CN" altLang="en-US" sz="15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500" b="1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5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140043" y="3070029"/>
            <a:ext cx="1495272" cy="149535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lvl="0" algn="ctr"/>
            <a:r>
              <a:rPr lang="en-US" altLang="zh-CN" sz="15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Part</a:t>
            </a:r>
            <a:r>
              <a:rPr lang="zh-CN" altLang="en-US" sz="15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5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5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415457" y="2585352"/>
            <a:ext cx="1495272" cy="1495354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lvl="0" algn="ctr"/>
            <a:r>
              <a:rPr lang="en-US" altLang="zh-CN" sz="15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Part</a:t>
            </a:r>
            <a:r>
              <a:rPr lang="zh-CN" altLang="en-US" sz="15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5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5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8690870" y="3070029"/>
            <a:ext cx="1495272" cy="1495354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lvl="0" algn="ctr"/>
            <a:r>
              <a:rPr lang="en-US" altLang="zh-CN" sz="1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Part</a:t>
            </a:r>
            <a:r>
              <a:rPr lang="zh-CN" altLang="en-US" sz="1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5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" name="直接连接符 21"/>
          <p:cNvCxnSpPr>
            <a:endCxn id="18" idx="2"/>
          </p:cNvCxnSpPr>
          <p:nvPr/>
        </p:nvCxnSpPr>
        <p:spPr>
          <a:xfrm flipV="1">
            <a:off x="3359902" y="2378798"/>
            <a:ext cx="1888897" cy="954231"/>
          </a:xfrm>
          <a:prstGeom prst="line">
            <a:avLst/>
          </a:prstGeom>
          <a:ln>
            <a:solidFill>
              <a:srgbClr val="2B2939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22"/>
          <p:cNvCxnSpPr>
            <a:stCxn id="18" idx="6"/>
          </p:cNvCxnSpPr>
          <p:nvPr/>
        </p:nvCxnSpPr>
        <p:spPr>
          <a:xfrm flipV="1">
            <a:off x="5635315" y="3333029"/>
            <a:ext cx="780141" cy="484676"/>
          </a:xfrm>
          <a:prstGeom prst="line">
            <a:avLst/>
          </a:prstGeom>
          <a:ln>
            <a:solidFill>
              <a:srgbClr val="2B2939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23"/>
          <p:cNvCxnSpPr/>
          <p:nvPr/>
        </p:nvCxnSpPr>
        <p:spPr>
          <a:xfrm>
            <a:off x="7910729" y="3333029"/>
            <a:ext cx="780141" cy="484676"/>
          </a:xfrm>
          <a:prstGeom prst="line">
            <a:avLst/>
          </a:prstGeom>
          <a:ln>
            <a:solidFill>
              <a:srgbClr val="2B2939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599501" y="4411575"/>
            <a:ext cx="2444111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OpenStack</a:t>
            </a:r>
            <a:r>
              <a:rPr lang="ja-JP" altLang="en-US" sz="2000" b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zh-CN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026743" y="2071021"/>
            <a:ext cx="2444111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lang="ja-JP" altLang="en-US" sz="2000" b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分配模型</a:t>
            </a:r>
            <a:endParaRPr lang="zh-CN" altLang="zh-CN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80609" y="4274704"/>
            <a:ext cx="2444111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/>
            <a:r>
              <a:rPr lang="ja-JP" altLang="en-US" sz="2000" b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调度实验</a:t>
            </a:r>
            <a:endParaRPr lang="zh-CN" altLang="zh-CN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534476" y="2020837"/>
            <a:ext cx="2444111" cy="370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明年工作计划</a:t>
            </a:r>
            <a:endParaRPr lang="zh-CN" altLang="zh-CN" sz="20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589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6" grpId="0"/>
      <p:bldP spid="18" grpId="0"/>
      <p:bldP spid="20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角三角形 3"/>
          <p:cNvSpPr/>
          <p:nvPr/>
        </p:nvSpPr>
        <p:spPr>
          <a:xfrm flipH="1">
            <a:off x="3505199" y="5629274"/>
            <a:ext cx="8755236" cy="1228725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直角三角形 4"/>
          <p:cNvSpPr/>
          <p:nvPr/>
        </p:nvSpPr>
        <p:spPr>
          <a:xfrm>
            <a:off x="0" y="3900488"/>
            <a:ext cx="8340898" cy="2957512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44" b="61520"/>
          <a:stretch/>
        </p:blipFill>
        <p:spPr>
          <a:xfrm>
            <a:off x="4489796" y="0"/>
            <a:ext cx="7702204" cy="150876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4993964" y="2151402"/>
            <a:ext cx="1864408" cy="186451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algn="ctr"/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Part 1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04113" y="4230052"/>
            <a:ext cx="317669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OpenStack</a:t>
            </a:r>
            <a:r>
              <a:rPr lang="ja-JP" altLang="en-US" sz="3200" b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zh-CN" altLang="zh-CN" sz="32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24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902355" y="6709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什么是云计算</a:t>
            </a:r>
            <a:endParaRPr kumimoji="1" lang="zh-CN" altLang="en-US" sz="2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FDB47-21B7-704B-9096-EA7DD493B3B2}"/>
              </a:ext>
            </a:extLst>
          </p:cNvPr>
          <p:cNvSpPr txBox="1"/>
          <p:nvPr/>
        </p:nvSpPr>
        <p:spPr>
          <a:xfrm>
            <a:off x="3239677" y="1716094"/>
            <a:ext cx="8257881" cy="1691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      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云计算，通常简称为“云”，作用是随需应变地通过互联网，按使用量付费的方式提供计算资源，比如应用程序、数据中心等</a:t>
            </a:r>
            <a:r>
              <a:rPr lang="zh-CN" alt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endParaRPr lang="en-US" sz="24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5068E5-4BF0-1344-ACB5-A29869B7BF93}"/>
              </a:ext>
            </a:extLst>
          </p:cNvPr>
          <p:cNvSpPr/>
          <p:nvPr/>
        </p:nvSpPr>
        <p:spPr>
          <a:xfrm>
            <a:off x="4320617" y="3365744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rgbClr val="32323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富有弹性的资源 </a:t>
            </a:r>
            <a:r>
              <a:rPr lang="en-US" altLang="ja-JP" sz="2400" dirty="0">
                <a:solidFill>
                  <a:srgbClr val="32323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 </a:t>
            </a:r>
            <a:r>
              <a:rPr lang="ja-JP" altLang="en-US" sz="2400">
                <a:solidFill>
                  <a:srgbClr val="32323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快速伸缩，轻松满足需求</a:t>
            </a:r>
            <a:endParaRPr lang="en-US" altLang="ja-JP" sz="2400" dirty="0">
              <a:solidFill>
                <a:srgbClr val="32323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fontAlgn="base"/>
            <a:endParaRPr lang="ja-JP" altLang="en-US" sz="2400">
              <a:solidFill>
                <a:srgbClr val="32323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rgbClr val="32323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对服务进行计量，所以只需为所使用的服务付费</a:t>
            </a:r>
            <a:endParaRPr lang="en-US" altLang="ja-JP" sz="2400" dirty="0">
              <a:solidFill>
                <a:srgbClr val="32323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fontAlgn="base"/>
            <a:endParaRPr lang="ja-JP" altLang="en-US" sz="2400">
              <a:solidFill>
                <a:srgbClr val="32323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rgbClr val="32323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自助服务 </a:t>
            </a:r>
            <a:r>
              <a:rPr lang="en-US" altLang="ja-JP" sz="2400" dirty="0">
                <a:solidFill>
                  <a:srgbClr val="32323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 </a:t>
            </a:r>
            <a:r>
              <a:rPr lang="ja-JP" altLang="en-US" sz="2400">
                <a:solidFill>
                  <a:srgbClr val="32323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可以通过自助式访问，获得所需的全部 </a:t>
            </a:r>
            <a:r>
              <a:rPr lang="en-US" sz="2400" dirty="0">
                <a:solidFill>
                  <a:srgbClr val="32323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IT </a:t>
            </a:r>
            <a:r>
              <a:rPr lang="ja-JP" altLang="en-US" sz="2400">
                <a:solidFill>
                  <a:srgbClr val="32323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资源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4C88725-5E03-8E4C-ACCE-0B67D641C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45" y="3097968"/>
            <a:ext cx="2639506" cy="265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798498" y="670917"/>
            <a:ext cx="4546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OpenStack</a:t>
            </a:r>
            <a:r>
              <a:rPr kumimoji="1" lang="ja-JP" altLang="en-US" sz="2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与云计算的关系</a:t>
            </a:r>
            <a:endParaRPr kumimoji="1" lang="zh-CN" altLang="en-US" sz="2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73356E-E2B3-4B4D-B352-0AA35B19B04D}"/>
              </a:ext>
            </a:extLst>
          </p:cNvPr>
          <p:cNvSpPr txBox="1"/>
          <p:nvPr/>
        </p:nvSpPr>
        <p:spPr>
          <a:xfrm>
            <a:off x="2231879" y="2634620"/>
            <a:ext cx="7909090" cy="336143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	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基础架构即服务</a:t>
            </a:r>
            <a:r>
              <a:rPr lang="zh-CN" alt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（</a:t>
            </a:r>
            <a:r>
              <a:rPr lang="en-US" altLang="zh-CN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IaaS</a:t>
            </a:r>
            <a:r>
              <a:rPr lang="zh-CN" alt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）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根据使用量付费的原则，为企业提供各种计算资源，包括服务器、网络和数据中心空间。</a:t>
            </a:r>
            <a:endParaRPr lang="en-US" altLang="ja-JP" sz="24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	OpenStack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是云计算中的</a:t>
            </a:r>
            <a:r>
              <a:rPr lang="en-US" altLang="ja-JP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IaaS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的具体实现</a:t>
            </a:r>
            <a:r>
              <a:rPr lang="zh-CN" alt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是一个开源的云计算管理平台项目，由多个组件组合起来完成具体工作。</a:t>
            </a:r>
            <a:endParaRPr lang="en-US" sz="24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33E663-3C52-2047-BCEE-B1A196B95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60" y="1797415"/>
            <a:ext cx="2931046" cy="143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8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9612" y="658906"/>
            <a:ext cx="3110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OpenStack</a:t>
            </a:r>
            <a:r>
              <a:rPr kumimoji="1" lang="ja-JP" altLang="en-US" sz="2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的组成</a:t>
            </a:r>
            <a:endParaRPr kumimoji="1" lang="zh-CN" altLang="en-US" sz="2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7" name="组 26"/>
          <p:cNvGrpSpPr/>
          <p:nvPr/>
        </p:nvGrpSpPr>
        <p:grpSpPr>
          <a:xfrm>
            <a:off x="4178094" y="2319141"/>
            <a:ext cx="3657220" cy="3430190"/>
            <a:chOff x="3667183" y="2024586"/>
            <a:chExt cx="4474280" cy="4196529"/>
          </a:xfrm>
        </p:grpSpPr>
        <p:sp>
          <p:nvSpPr>
            <p:cNvPr id="3" name="六边形 2">
              <a:extLst>
                <a:ext uri="{FF2B5EF4-FFF2-40B4-BE49-F238E27FC236}">
                  <a16:creationId xmlns:a16="http://schemas.microsoft.com/office/drawing/2014/main" id="{56DB647F-5745-4531-883F-9AD6A6BC4B99}"/>
                </a:ext>
              </a:extLst>
            </p:cNvPr>
            <p:cNvSpPr/>
            <p:nvPr/>
          </p:nvSpPr>
          <p:spPr>
            <a:xfrm rot="16200000">
              <a:off x="4328765" y="2136050"/>
              <a:ext cx="1576234" cy="1434131"/>
            </a:xfrm>
            <a:prstGeom prst="hexag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5875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schemeClr val="bg1"/>
                </a:solidFill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BACD028-EDD0-4CC0-925A-22B4E6A93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4010" y="2562407"/>
              <a:ext cx="603448" cy="603448"/>
            </a:xfrm>
            <a:prstGeom prst="rect">
              <a:avLst/>
            </a:prstGeom>
          </p:spPr>
        </p:pic>
        <p:sp>
          <p:nvSpPr>
            <p:cNvPr id="5" name="六边形 4">
              <a:extLst>
                <a:ext uri="{FF2B5EF4-FFF2-40B4-BE49-F238E27FC236}">
                  <a16:creationId xmlns:a16="http://schemas.microsoft.com/office/drawing/2014/main" id="{2F2CCC6D-B77E-47ED-8BA1-5C05EA9B0481}"/>
                </a:ext>
              </a:extLst>
            </p:cNvPr>
            <p:cNvSpPr/>
            <p:nvPr/>
          </p:nvSpPr>
          <p:spPr>
            <a:xfrm rot="16200000">
              <a:off x="3596131" y="3425992"/>
              <a:ext cx="1576235" cy="1434131"/>
            </a:xfrm>
            <a:prstGeom prst="hexagon">
              <a:avLst/>
            </a:prstGeom>
            <a:solidFill>
              <a:schemeClr val="accent1"/>
            </a:solidFill>
            <a:ln w="15875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schemeClr val="bg1"/>
                </a:solidFill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FBFC881-C88B-4F8A-AF64-CEF5EB081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9896" y="3831184"/>
              <a:ext cx="603448" cy="603448"/>
            </a:xfrm>
            <a:prstGeom prst="rect">
              <a:avLst/>
            </a:prstGeom>
          </p:spPr>
        </p:pic>
        <p:sp>
          <p:nvSpPr>
            <p:cNvPr id="7" name="六边形 6">
              <a:extLst>
                <a:ext uri="{FF2B5EF4-FFF2-40B4-BE49-F238E27FC236}">
                  <a16:creationId xmlns:a16="http://schemas.microsoft.com/office/drawing/2014/main" id="{9DF45BE1-2397-407D-AED5-4ED7B488DF5D}"/>
                </a:ext>
              </a:extLst>
            </p:cNvPr>
            <p:cNvSpPr/>
            <p:nvPr/>
          </p:nvSpPr>
          <p:spPr>
            <a:xfrm rot="16200000">
              <a:off x="4328765" y="4715933"/>
              <a:ext cx="1576233" cy="1434131"/>
            </a:xfrm>
            <a:prstGeom prst="hexagon">
              <a:avLst/>
            </a:prstGeom>
            <a:solidFill>
              <a:schemeClr val="accent3"/>
            </a:solidFill>
            <a:ln w="15875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schemeClr val="bg1"/>
                </a:solidFill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22FE210-DB35-483A-AE5B-1038779EB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4010" y="5142290"/>
              <a:ext cx="603448" cy="603448"/>
            </a:xfrm>
            <a:prstGeom prst="rect">
              <a:avLst/>
            </a:prstGeom>
          </p:spPr>
        </p:pic>
        <p:sp>
          <p:nvSpPr>
            <p:cNvPr id="9" name="六边形 8">
              <a:extLst>
                <a:ext uri="{FF2B5EF4-FFF2-40B4-BE49-F238E27FC236}">
                  <a16:creationId xmlns:a16="http://schemas.microsoft.com/office/drawing/2014/main" id="{DACA8FF8-6322-447F-BA01-FD408B26413C}"/>
                </a:ext>
              </a:extLst>
            </p:cNvPr>
            <p:cNvSpPr/>
            <p:nvPr/>
          </p:nvSpPr>
          <p:spPr>
            <a:xfrm rot="16200000">
              <a:off x="5928070" y="4650346"/>
              <a:ext cx="1576231" cy="1434131"/>
            </a:xfrm>
            <a:prstGeom prst="hexag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5875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schemeClr val="bg1"/>
                </a:solidFill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FE8C7A5-0E06-4692-8C81-B7AF5E643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3314" y="5070787"/>
              <a:ext cx="603448" cy="645712"/>
            </a:xfrm>
            <a:prstGeom prst="rect">
              <a:avLst/>
            </a:prstGeom>
          </p:spPr>
        </p:pic>
        <p:sp>
          <p:nvSpPr>
            <p:cNvPr id="11" name="六边形 10">
              <a:extLst>
                <a:ext uri="{FF2B5EF4-FFF2-40B4-BE49-F238E27FC236}">
                  <a16:creationId xmlns:a16="http://schemas.microsoft.com/office/drawing/2014/main" id="{7717D8AB-F44E-4307-A3B5-B55D115EA7CF}"/>
                </a:ext>
              </a:extLst>
            </p:cNvPr>
            <p:cNvSpPr/>
            <p:nvPr/>
          </p:nvSpPr>
          <p:spPr>
            <a:xfrm rot="16200000">
              <a:off x="6636281" y="3371091"/>
              <a:ext cx="1576233" cy="1434131"/>
            </a:xfrm>
            <a:prstGeom prst="hexagon">
              <a:avLst/>
            </a:prstGeom>
            <a:solidFill>
              <a:schemeClr val="accent1"/>
            </a:solidFill>
            <a:ln w="15875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schemeClr val="bg1"/>
                </a:solidFill>
              </a:endParaRP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2A8FFD8-445A-4792-96AC-1C7DF62D4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2772" y="3962537"/>
              <a:ext cx="631387" cy="350770"/>
            </a:xfrm>
            <a:prstGeom prst="rect">
              <a:avLst/>
            </a:prstGeom>
            <a:noFill/>
          </p:spPr>
        </p:pic>
        <p:sp>
          <p:nvSpPr>
            <p:cNvPr id="13" name="六边形 12">
              <a:extLst>
                <a:ext uri="{FF2B5EF4-FFF2-40B4-BE49-F238E27FC236}">
                  <a16:creationId xmlns:a16="http://schemas.microsoft.com/office/drawing/2014/main" id="{BA5E9FA8-0491-437D-899D-9C4C632B991D}"/>
                </a:ext>
              </a:extLst>
            </p:cNvPr>
            <p:cNvSpPr/>
            <p:nvPr/>
          </p:nvSpPr>
          <p:spPr>
            <a:xfrm rot="16200000">
              <a:off x="5901460" y="2095637"/>
              <a:ext cx="1576233" cy="1434131"/>
            </a:xfrm>
            <a:prstGeom prst="hexagon">
              <a:avLst/>
            </a:prstGeom>
            <a:solidFill>
              <a:schemeClr val="accent3"/>
            </a:solidFill>
            <a:ln w="15875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schemeClr val="bg1"/>
                </a:solidFill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60F16387-9FDD-4A5B-B06A-51A2DC764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8631" y="2400233"/>
              <a:ext cx="877402" cy="877402"/>
            </a:xfrm>
            <a:prstGeom prst="rect">
              <a:avLst/>
            </a:prstGeom>
          </p:spPr>
        </p:pic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9F01D20D-DB58-42D8-81BE-72EF66B378AF}"/>
              </a:ext>
            </a:extLst>
          </p:cNvPr>
          <p:cNvSpPr/>
          <p:nvPr/>
        </p:nvSpPr>
        <p:spPr>
          <a:xfrm>
            <a:off x="7671970" y="2243438"/>
            <a:ext cx="3117556" cy="414949"/>
          </a:xfrm>
          <a:prstGeom prst="rect">
            <a:avLst/>
          </a:prstGeom>
        </p:spPr>
        <p:txBody>
          <a:bodyPr wrap="square" lIns="162524" tIns="81262" rIns="162524" bIns="81262">
            <a:spAutoFit/>
          </a:bodyPr>
          <a:lstStyle/>
          <a:p>
            <a:pPr algn="just" defTabSz="1625180" fontAlgn="base">
              <a:lnSpc>
                <a:spcPts val="2134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Neutron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930263-1A11-470C-8C44-4C88E7E9BB0B}"/>
              </a:ext>
            </a:extLst>
          </p:cNvPr>
          <p:cNvSpPr/>
          <p:nvPr/>
        </p:nvSpPr>
        <p:spPr>
          <a:xfrm flipH="1">
            <a:off x="8467994" y="3914528"/>
            <a:ext cx="3499695" cy="808518"/>
          </a:xfrm>
          <a:prstGeom prst="rect">
            <a:avLst/>
          </a:prstGeom>
          <a:effectLst/>
        </p:spPr>
        <p:txBody>
          <a:bodyPr wrap="square" lIns="162524" tIns="81262" rIns="162524" bIns="81262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Cinder 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通过自助服务 </a:t>
            </a: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API 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访问持久块存储。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404EE7-9C21-4563-B013-01232F37EAF5}"/>
              </a:ext>
            </a:extLst>
          </p:cNvPr>
          <p:cNvSpPr/>
          <p:nvPr/>
        </p:nvSpPr>
        <p:spPr>
          <a:xfrm>
            <a:off x="8481814" y="3587090"/>
            <a:ext cx="3117556" cy="414949"/>
          </a:xfrm>
          <a:prstGeom prst="rect">
            <a:avLst/>
          </a:prstGeom>
        </p:spPr>
        <p:txBody>
          <a:bodyPr wrap="square" lIns="162524" tIns="81262" rIns="162524" bIns="81262">
            <a:spAutoFit/>
          </a:bodyPr>
          <a:lstStyle/>
          <a:p>
            <a:pPr algn="just" defTabSz="1625180" fontAlgn="base">
              <a:lnSpc>
                <a:spcPts val="2134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Cinder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82CEF4-C327-44A2-BF59-ED62A86382F9}"/>
              </a:ext>
            </a:extLst>
          </p:cNvPr>
          <p:cNvSpPr/>
          <p:nvPr/>
        </p:nvSpPr>
        <p:spPr>
          <a:xfrm flipH="1">
            <a:off x="7705932" y="5368686"/>
            <a:ext cx="3499695" cy="808518"/>
          </a:xfrm>
          <a:prstGeom prst="rect">
            <a:avLst/>
          </a:prstGeom>
          <a:effectLst/>
        </p:spPr>
        <p:txBody>
          <a:bodyPr wrap="square" lIns="162524" tIns="81262" rIns="162524" bIns="81262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Glance 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从多个地点存储和检索虚拟机磁盘镜像。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1C0C0BB-BB55-4E3E-945F-8655F49CC768}"/>
              </a:ext>
            </a:extLst>
          </p:cNvPr>
          <p:cNvSpPr/>
          <p:nvPr/>
        </p:nvSpPr>
        <p:spPr>
          <a:xfrm>
            <a:off x="7719753" y="5041250"/>
            <a:ext cx="3117556" cy="414949"/>
          </a:xfrm>
          <a:prstGeom prst="rect">
            <a:avLst/>
          </a:prstGeom>
        </p:spPr>
        <p:txBody>
          <a:bodyPr wrap="square" lIns="162524" tIns="81262" rIns="162524" bIns="81262">
            <a:spAutoFit/>
          </a:bodyPr>
          <a:lstStyle/>
          <a:p>
            <a:pPr algn="just" defTabSz="1625180" fontAlgn="base">
              <a:lnSpc>
                <a:spcPts val="2134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Glance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726EDEC-37BF-410A-91DF-2C787316A8BD}"/>
              </a:ext>
            </a:extLst>
          </p:cNvPr>
          <p:cNvSpPr/>
          <p:nvPr/>
        </p:nvSpPr>
        <p:spPr>
          <a:xfrm flipH="1">
            <a:off x="494324" y="5454776"/>
            <a:ext cx="3499695" cy="808518"/>
          </a:xfrm>
          <a:prstGeom prst="rect">
            <a:avLst/>
          </a:prstGeom>
          <a:effectLst/>
        </p:spPr>
        <p:txBody>
          <a:bodyPr wrap="square" lIns="162524" tIns="81262" rIns="162524" bIns="81262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Keystone 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认证所有 </a:t>
            </a: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OpenStack 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服务并对其进行授权。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0C6A98-D7B4-44B0-8C68-CEE6FEB7C4D8}"/>
              </a:ext>
            </a:extLst>
          </p:cNvPr>
          <p:cNvSpPr/>
          <p:nvPr/>
        </p:nvSpPr>
        <p:spPr>
          <a:xfrm>
            <a:off x="1660274" y="5081393"/>
            <a:ext cx="2253459" cy="414949"/>
          </a:xfrm>
          <a:prstGeom prst="rect">
            <a:avLst/>
          </a:prstGeom>
        </p:spPr>
        <p:txBody>
          <a:bodyPr wrap="square" lIns="162524" tIns="81262" rIns="162524" bIns="81262">
            <a:spAutoFit/>
          </a:bodyPr>
          <a:lstStyle/>
          <a:p>
            <a:pPr algn="just" defTabSz="1625180" fontAlgn="base">
              <a:lnSpc>
                <a:spcPts val="2134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KeyStone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E45044A-75B4-454F-A9C0-DD1A9A1DFBB9}"/>
              </a:ext>
            </a:extLst>
          </p:cNvPr>
          <p:cNvSpPr/>
          <p:nvPr/>
        </p:nvSpPr>
        <p:spPr>
          <a:xfrm>
            <a:off x="1291956" y="3600820"/>
            <a:ext cx="2253459" cy="414949"/>
          </a:xfrm>
          <a:prstGeom prst="rect">
            <a:avLst/>
          </a:prstGeom>
        </p:spPr>
        <p:txBody>
          <a:bodyPr wrap="square" lIns="162524" tIns="81262" rIns="162524" bIns="81262">
            <a:spAutoFit/>
          </a:bodyPr>
          <a:lstStyle/>
          <a:p>
            <a:pPr algn="just" defTabSz="1625180" fontAlgn="base">
              <a:lnSpc>
                <a:spcPts val="2134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Swift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2545897-7D5F-4BC9-A6A3-008816CCEE51}"/>
              </a:ext>
            </a:extLst>
          </p:cNvPr>
          <p:cNvSpPr/>
          <p:nvPr/>
        </p:nvSpPr>
        <p:spPr>
          <a:xfrm flipH="1">
            <a:off x="626474" y="2616820"/>
            <a:ext cx="3499695" cy="802556"/>
          </a:xfrm>
          <a:prstGeom prst="rect">
            <a:avLst/>
          </a:prstGeom>
          <a:effectLst/>
        </p:spPr>
        <p:txBody>
          <a:bodyPr wrap="square" lIns="162524" tIns="81262" rIns="162524" bIns="81262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计算资源管理和访问工具，负责处理规划、创建和删除操作。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4CF281-2A3C-40B6-BA2F-70403574E10F}"/>
              </a:ext>
            </a:extLst>
          </p:cNvPr>
          <p:cNvSpPr/>
          <p:nvPr/>
        </p:nvSpPr>
        <p:spPr>
          <a:xfrm>
            <a:off x="1792424" y="2243437"/>
            <a:ext cx="2253459" cy="414949"/>
          </a:xfrm>
          <a:prstGeom prst="rect">
            <a:avLst/>
          </a:prstGeom>
        </p:spPr>
        <p:txBody>
          <a:bodyPr wrap="square" lIns="162524" tIns="81262" rIns="162524" bIns="81262">
            <a:spAutoFit/>
          </a:bodyPr>
          <a:lstStyle/>
          <a:p>
            <a:pPr algn="just" defTabSz="1625180" fontAlgn="base">
              <a:lnSpc>
                <a:spcPts val="2134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Nova</a:t>
            </a:r>
          </a:p>
        </p:txBody>
      </p:sp>
      <p:sp>
        <p:nvSpPr>
          <p:cNvPr id="25" name="文本框 71">
            <a:extLst>
              <a:ext uri="{FF2B5EF4-FFF2-40B4-BE49-F238E27FC236}">
                <a16:creationId xmlns:a16="http://schemas.microsoft.com/office/drawing/2014/main" id="{123712BC-E719-4188-83C8-7E24F1B8FF1A}"/>
              </a:ext>
            </a:extLst>
          </p:cNvPr>
          <p:cNvSpPr txBox="1"/>
          <p:nvPr/>
        </p:nvSpPr>
        <p:spPr>
          <a:xfrm>
            <a:off x="7754161" y="2616819"/>
            <a:ext cx="3451468" cy="73674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能够连接其他</a:t>
            </a: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OpenStack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服务并连接网络。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545897-7D5F-4BC9-A6A3-008816CCEE51}"/>
              </a:ext>
            </a:extLst>
          </p:cNvPr>
          <p:cNvSpPr/>
          <p:nvPr/>
        </p:nvSpPr>
        <p:spPr>
          <a:xfrm flipH="1">
            <a:off x="160578" y="3964896"/>
            <a:ext cx="3499695" cy="1140917"/>
          </a:xfrm>
          <a:prstGeom prst="rect">
            <a:avLst/>
          </a:prstGeom>
          <a:effectLst/>
        </p:spPr>
        <p:txBody>
          <a:bodyPr wrap="square" lIns="162524" tIns="81262" rIns="162524" bIns="81262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一种高度容错的对象存储服务，使用 </a:t>
            </a: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RESTful API 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来存储和检索非结构数据对象。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977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100"/>
                            </p:stCondLst>
                            <p:childTnLst>
                              <p:par>
                                <p:cTn id="1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4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4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4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9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3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8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4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2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7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4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1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6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4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0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5" grpId="1"/>
      <p:bldP spid="16" grpId="0"/>
      <p:bldP spid="17" grpId="0"/>
      <p:bldP spid="17" grpId="1"/>
      <p:bldP spid="18" grpId="0"/>
      <p:bldP spid="19" grpId="0"/>
      <p:bldP spid="19" grpId="1"/>
      <p:bldP spid="20" grpId="0"/>
      <p:bldP spid="21" grpId="0"/>
      <p:bldP spid="21" grpId="1"/>
      <p:bldP spid="22" grpId="0"/>
      <p:bldP spid="22" grpId="1"/>
      <p:bldP spid="23" grpId="0"/>
      <p:bldP spid="24" grpId="0"/>
      <p:bldP spid="24" grpId="1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角三角形 3"/>
          <p:cNvSpPr/>
          <p:nvPr/>
        </p:nvSpPr>
        <p:spPr>
          <a:xfrm flipH="1">
            <a:off x="3505199" y="5629274"/>
            <a:ext cx="8755236" cy="1228725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直角三角形 4"/>
          <p:cNvSpPr/>
          <p:nvPr/>
        </p:nvSpPr>
        <p:spPr>
          <a:xfrm>
            <a:off x="0" y="3900488"/>
            <a:ext cx="8340898" cy="2957512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44" b="61520"/>
          <a:stretch/>
        </p:blipFill>
        <p:spPr>
          <a:xfrm>
            <a:off x="4489796" y="0"/>
            <a:ext cx="7702204" cy="150876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4993964" y="2151402"/>
            <a:ext cx="1864408" cy="1864510"/>
          </a:xfrm>
          <a:prstGeom prst="ellipse">
            <a:avLst/>
          </a:prstGeom>
          <a:solidFill>
            <a:srgbClr val="067AB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algn="ctr"/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Part 2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04113" y="4230052"/>
            <a:ext cx="244411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/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r>
              <a:rPr lang="ja-JP" altLang="en-US" sz="3200" b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分配模型</a:t>
            </a:r>
            <a:endParaRPr lang="zh-CN" altLang="zh-CN" sz="32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1059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9612" y="658906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计算节点任务调度规则</a:t>
            </a:r>
            <a:endParaRPr kumimoji="1" lang="zh-CN" altLang="en-US" sz="2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A6F5FA23-FBCF-432C-A889-9243066F2CB2}"/>
              </a:ext>
            </a:extLst>
          </p:cNvPr>
          <p:cNvSpPr/>
          <p:nvPr/>
        </p:nvSpPr>
        <p:spPr>
          <a:xfrm>
            <a:off x="5746375" y="3044839"/>
            <a:ext cx="777492" cy="777492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399" kern="0">
              <a:solidFill>
                <a:srgbClr val="FFFFFF"/>
              </a:solidFill>
            </a:endParaRPr>
          </a:p>
        </p:txBody>
      </p:sp>
      <p:sp>
        <p:nvSpPr>
          <p:cNvPr id="33" name="任意多边形 9">
            <a:extLst>
              <a:ext uri="{FF2B5EF4-FFF2-40B4-BE49-F238E27FC236}">
                <a16:creationId xmlns:a16="http://schemas.microsoft.com/office/drawing/2014/main" id="{1C24017C-D109-485D-88A0-0613E58C4EC4}"/>
              </a:ext>
            </a:extLst>
          </p:cNvPr>
          <p:cNvSpPr/>
          <p:nvPr/>
        </p:nvSpPr>
        <p:spPr>
          <a:xfrm>
            <a:off x="6121723" y="2165276"/>
            <a:ext cx="323639" cy="741427"/>
          </a:xfrm>
          <a:custGeom>
            <a:avLst/>
            <a:gdLst>
              <a:gd name="connsiteX0" fmla="*/ 0 w 349250"/>
              <a:gd name="connsiteY0" fmla="*/ 800100 h 800100"/>
              <a:gd name="connsiteX1" fmla="*/ 0 w 349250"/>
              <a:gd name="connsiteY1" fmla="*/ 0 h 800100"/>
              <a:gd name="connsiteX2" fmla="*/ 349250 w 34925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9250" h="800100">
                <a:moveTo>
                  <a:pt x="0" y="800100"/>
                </a:moveTo>
                <a:lnTo>
                  <a:pt x="0" y="0"/>
                </a:lnTo>
                <a:lnTo>
                  <a:pt x="349250" y="0"/>
                </a:lnTo>
              </a:path>
            </a:pathLst>
          </a:custGeom>
          <a:noFill/>
          <a:ln>
            <a:solidFill>
              <a:srgbClr val="24B0D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99"/>
          </a:p>
        </p:txBody>
      </p:sp>
      <p:sp>
        <p:nvSpPr>
          <p:cNvPr id="34" name="任意多边形 10">
            <a:extLst>
              <a:ext uri="{FF2B5EF4-FFF2-40B4-BE49-F238E27FC236}">
                <a16:creationId xmlns:a16="http://schemas.microsoft.com/office/drawing/2014/main" id="{28CCA7C0-D7B9-499F-89CA-E6EB6AE75997}"/>
              </a:ext>
            </a:extLst>
          </p:cNvPr>
          <p:cNvSpPr/>
          <p:nvPr/>
        </p:nvSpPr>
        <p:spPr>
          <a:xfrm flipH="1" flipV="1">
            <a:off x="5803969" y="3944589"/>
            <a:ext cx="323639" cy="741427"/>
          </a:xfrm>
          <a:custGeom>
            <a:avLst/>
            <a:gdLst>
              <a:gd name="connsiteX0" fmla="*/ 0 w 349250"/>
              <a:gd name="connsiteY0" fmla="*/ 800100 h 800100"/>
              <a:gd name="connsiteX1" fmla="*/ 0 w 349250"/>
              <a:gd name="connsiteY1" fmla="*/ 0 h 800100"/>
              <a:gd name="connsiteX2" fmla="*/ 349250 w 34925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9250" h="800100">
                <a:moveTo>
                  <a:pt x="0" y="800100"/>
                </a:moveTo>
                <a:lnTo>
                  <a:pt x="0" y="0"/>
                </a:lnTo>
                <a:lnTo>
                  <a:pt x="349250" y="0"/>
                </a:lnTo>
              </a:path>
            </a:pathLst>
          </a:custGeom>
          <a:noFill/>
          <a:ln>
            <a:solidFill>
              <a:srgbClr val="24B0D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99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F28C60-7B4B-49A5-B796-2649649555DE}"/>
              </a:ext>
            </a:extLst>
          </p:cNvPr>
          <p:cNvSpPr/>
          <p:nvPr/>
        </p:nvSpPr>
        <p:spPr>
          <a:xfrm>
            <a:off x="6961714" y="2029439"/>
            <a:ext cx="3816873" cy="264636"/>
          </a:xfrm>
          <a:prstGeom prst="rect">
            <a:avLst/>
          </a:prstGeom>
          <a:solidFill>
            <a:srgbClr val="24B0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99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5DF38FD-93E2-4BE6-B1E0-8E2A9BE0F887}"/>
              </a:ext>
            </a:extLst>
          </p:cNvPr>
          <p:cNvSpPr/>
          <p:nvPr/>
        </p:nvSpPr>
        <p:spPr>
          <a:xfrm>
            <a:off x="1517529" y="4558403"/>
            <a:ext cx="3816873" cy="264636"/>
          </a:xfrm>
          <a:prstGeom prst="rect">
            <a:avLst/>
          </a:prstGeom>
          <a:solidFill>
            <a:srgbClr val="24B0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99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45957010-48EE-4D85-AA0E-0C2FD57F7AD6}"/>
              </a:ext>
            </a:extLst>
          </p:cNvPr>
          <p:cNvSpPr/>
          <p:nvPr/>
        </p:nvSpPr>
        <p:spPr>
          <a:xfrm>
            <a:off x="458798" y="1419031"/>
            <a:ext cx="1492490" cy="1492489"/>
          </a:xfrm>
          <a:prstGeom prst="ellipse">
            <a:avLst/>
          </a:prstGeom>
          <a:solidFill>
            <a:srgbClr val="58C4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399" kern="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BFF0A78-B016-424C-A9DC-FB3419D219C3}"/>
              </a:ext>
            </a:extLst>
          </p:cNvPr>
          <p:cNvSpPr txBox="1"/>
          <p:nvPr/>
        </p:nvSpPr>
        <p:spPr>
          <a:xfrm>
            <a:off x="533946" y="1849235"/>
            <a:ext cx="1342196" cy="64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597" dirty="0">
                <a:solidFill>
                  <a:schemeClr val="bg1"/>
                </a:solidFill>
                <a:latin typeface="ITC Avant Garde Std Bk" panose="020B0502020202020204" pitchFamily="34" charset="0"/>
              </a:rPr>
              <a:t>1</a:t>
            </a:r>
            <a:endParaRPr lang="zh-CN" altLang="en-US" sz="3597" dirty="0">
              <a:solidFill>
                <a:schemeClr val="bg1"/>
              </a:solidFill>
              <a:latin typeface="ITC Avant Garde Std Bk" panose="020B0502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53C1ACBF-7F24-4D3C-9B2E-F81477A5D7B0}"/>
              </a:ext>
            </a:extLst>
          </p:cNvPr>
          <p:cNvSpPr/>
          <p:nvPr/>
        </p:nvSpPr>
        <p:spPr>
          <a:xfrm>
            <a:off x="10386957" y="4124048"/>
            <a:ext cx="1492490" cy="1492487"/>
          </a:xfrm>
          <a:prstGeom prst="ellipse">
            <a:avLst/>
          </a:prstGeom>
          <a:solidFill>
            <a:srgbClr val="58C4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399" kern="0">
              <a:solidFill>
                <a:srgbClr val="FFFFFF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BABD286-0EB1-4B2B-9E51-A185CEC202B8}"/>
              </a:ext>
            </a:extLst>
          </p:cNvPr>
          <p:cNvSpPr txBox="1"/>
          <p:nvPr/>
        </p:nvSpPr>
        <p:spPr>
          <a:xfrm>
            <a:off x="10462105" y="4554251"/>
            <a:ext cx="1342196" cy="64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597" dirty="0">
                <a:solidFill>
                  <a:schemeClr val="bg1"/>
                </a:solidFill>
                <a:latin typeface="ITC Avant Garde Std Bk" panose="020B0502020202020204" pitchFamily="34" charset="0"/>
              </a:rPr>
              <a:t>2</a:t>
            </a:r>
            <a:endParaRPr lang="zh-CN" altLang="en-US" sz="3597" dirty="0">
              <a:solidFill>
                <a:schemeClr val="bg1"/>
              </a:solidFill>
              <a:latin typeface="ITC Avant Garde Std Bk" panose="020B0502020202020204" pitchFamily="34" charset="0"/>
            </a:endParaRPr>
          </a:p>
        </p:txBody>
      </p:sp>
      <p:grpSp>
        <p:nvGrpSpPr>
          <p:cNvPr id="43" name="组合 25">
            <a:extLst>
              <a:ext uri="{FF2B5EF4-FFF2-40B4-BE49-F238E27FC236}">
                <a16:creationId xmlns:a16="http://schemas.microsoft.com/office/drawing/2014/main" id="{17AF4649-E73D-421E-8009-5DB012AE8D37}"/>
              </a:ext>
            </a:extLst>
          </p:cNvPr>
          <p:cNvGrpSpPr/>
          <p:nvPr/>
        </p:nvGrpSpPr>
        <p:grpSpPr>
          <a:xfrm>
            <a:off x="5949614" y="3252782"/>
            <a:ext cx="371012" cy="372325"/>
            <a:chOff x="4511676" y="1389063"/>
            <a:chExt cx="449263" cy="450850"/>
          </a:xfrm>
          <a:solidFill>
            <a:schemeClr val="bg1"/>
          </a:solidFill>
        </p:grpSpPr>
        <p:sp>
          <p:nvSpPr>
            <p:cNvPr id="44" name="Freeform 62">
              <a:extLst>
                <a:ext uri="{FF2B5EF4-FFF2-40B4-BE49-F238E27FC236}">
                  <a16:creationId xmlns:a16="http://schemas.microsoft.com/office/drawing/2014/main" id="{77052FED-727D-4B52-A24F-0D2D5FC0F9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1676" y="1389063"/>
              <a:ext cx="449263" cy="450850"/>
            </a:xfrm>
            <a:custGeom>
              <a:avLst/>
              <a:gdLst>
                <a:gd name="T0" fmla="*/ 78 w 190"/>
                <a:gd name="T1" fmla="*/ 190 h 190"/>
                <a:gd name="T2" fmla="*/ 63 w 190"/>
                <a:gd name="T3" fmla="*/ 156 h 190"/>
                <a:gd name="T4" fmla="*/ 16 w 190"/>
                <a:gd name="T5" fmla="*/ 150 h 190"/>
                <a:gd name="T6" fmla="*/ 29 w 190"/>
                <a:gd name="T7" fmla="*/ 116 h 190"/>
                <a:gd name="T8" fmla="*/ 0 w 190"/>
                <a:gd name="T9" fmla="*/ 78 h 190"/>
                <a:gd name="T10" fmla="*/ 33 w 190"/>
                <a:gd name="T11" fmla="*/ 63 h 190"/>
                <a:gd name="T12" fmla="*/ 39 w 190"/>
                <a:gd name="T13" fmla="*/ 16 h 190"/>
                <a:gd name="T14" fmla="*/ 74 w 190"/>
                <a:gd name="T15" fmla="*/ 29 h 190"/>
                <a:gd name="T16" fmla="*/ 111 w 190"/>
                <a:gd name="T17" fmla="*/ 0 h 190"/>
                <a:gd name="T18" fmla="*/ 126 w 190"/>
                <a:gd name="T19" fmla="*/ 33 h 190"/>
                <a:gd name="T20" fmla="*/ 174 w 190"/>
                <a:gd name="T21" fmla="*/ 39 h 190"/>
                <a:gd name="T22" fmla="*/ 160 w 190"/>
                <a:gd name="T23" fmla="*/ 73 h 190"/>
                <a:gd name="T24" fmla="*/ 190 w 190"/>
                <a:gd name="T25" fmla="*/ 111 h 190"/>
                <a:gd name="T26" fmla="*/ 156 w 190"/>
                <a:gd name="T27" fmla="*/ 126 h 190"/>
                <a:gd name="T28" fmla="*/ 150 w 190"/>
                <a:gd name="T29" fmla="*/ 173 h 190"/>
                <a:gd name="T30" fmla="*/ 116 w 190"/>
                <a:gd name="T31" fmla="*/ 160 h 190"/>
                <a:gd name="T32" fmla="*/ 85 w 190"/>
                <a:gd name="T33" fmla="*/ 182 h 190"/>
                <a:gd name="T34" fmla="*/ 109 w 190"/>
                <a:gd name="T35" fmla="*/ 154 h 190"/>
                <a:gd name="T36" fmla="*/ 125 w 190"/>
                <a:gd name="T37" fmla="*/ 148 h 190"/>
                <a:gd name="T38" fmla="*/ 150 w 190"/>
                <a:gd name="T39" fmla="*/ 163 h 190"/>
                <a:gd name="T40" fmla="*/ 147 w 190"/>
                <a:gd name="T41" fmla="*/ 127 h 190"/>
                <a:gd name="T42" fmla="*/ 153 w 190"/>
                <a:gd name="T43" fmla="*/ 111 h 190"/>
                <a:gd name="T44" fmla="*/ 182 w 190"/>
                <a:gd name="T45" fmla="*/ 104 h 190"/>
                <a:gd name="T46" fmla="*/ 154 w 190"/>
                <a:gd name="T47" fmla="*/ 80 h 190"/>
                <a:gd name="T48" fmla="*/ 148 w 190"/>
                <a:gd name="T49" fmla="*/ 65 h 190"/>
                <a:gd name="T50" fmla="*/ 163 w 190"/>
                <a:gd name="T51" fmla="*/ 40 h 190"/>
                <a:gd name="T52" fmla="*/ 127 w 190"/>
                <a:gd name="T53" fmla="*/ 43 h 190"/>
                <a:gd name="T54" fmla="*/ 111 w 190"/>
                <a:gd name="T55" fmla="*/ 36 h 190"/>
                <a:gd name="T56" fmla="*/ 104 w 190"/>
                <a:gd name="T57" fmla="*/ 8 h 190"/>
                <a:gd name="T58" fmla="*/ 81 w 190"/>
                <a:gd name="T59" fmla="*/ 35 h 190"/>
                <a:gd name="T60" fmla="*/ 65 w 190"/>
                <a:gd name="T61" fmla="*/ 41 h 190"/>
                <a:gd name="T62" fmla="*/ 40 w 190"/>
                <a:gd name="T63" fmla="*/ 26 h 190"/>
                <a:gd name="T64" fmla="*/ 43 w 190"/>
                <a:gd name="T65" fmla="*/ 63 h 190"/>
                <a:gd name="T66" fmla="*/ 36 w 190"/>
                <a:gd name="T67" fmla="*/ 78 h 190"/>
                <a:gd name="T68" fmla="*/ 8 w 190"/>
                <a:gd name="T69" fmla="*/ 85 h 190"/>
                <a:gd name="T70" fmla="*/ 35 w 190"/>
                <a:gd name="T71" fmla="*/ 109 h 190"/>
                <a:gd name="T72" fmla="*/ 42 w 190"/>
                <a:gd name="T73" fmla="*/ 124 h 190"/>
                <a:gd name="T74" fmla="*/ 27 w 190"/>
                <a:gd name="T75" fmla="*/ 149 h 190"/>
                <a:gd name="T76" fmla="*/ 63 w 190"/>
                <a:gd name="T77" fmla="*/ 147 h 190"/>
                <a:gd name="T78" fmla="*/ 78 w 190"/>
                <a:gd name="T79" fmla="*/ 153 h 190"/>
                <a:gd name="T80" fmla="*/ 85 w 190"/>
                <a:gd name="T81" fmla="*/ 182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0" h="190">
                  <a:moveTo>
                    <a:pt x="111" y="190"/>
                  </a:moveTo>
                  <a:cubicBezTo>
                    <a:pt x="78" y="190"/>
                    <a:pt x="78" y="190"/>
                    <a:pt x="78" y="190"/>
                  </a:cubicBezTo>
                  <a:cubicBezTo>
                    <a:pt x="74" y="160"/>
                    <a:pt x="74" y="160"/>
                    <a:pt x="74" y="160"/>
                  </a:cubicBezTo>
                  <a:cubicBezTo>
                    <a:pt x="70" y="159"/>
                    <a:pt x="67" y="158"/>
                    <a:pt x="63" y="156"/>
                  </a:cubicBezTo>
                  <a:cubicBezTo>
                    <a:pt x="39" y="173"/>
                    <a:pt x="39" y="173"/>
                    <a:pt x="39" y="173"/>
                  </a:cubicBezTo>
                  <a:cubicBezTo>
                    <a:pt x="16" y="150"/>
                    <a:pt x="16" y="150"/>
                    <a:pt x="16" y="150"/>
                  </a:cubicBezTo>
                  <a:cubicBezTo>
                    <a:pt x="33" y="126"/>
                    <a:pt x="33" y="126"/>
                    <a:pt x="33" y="126"/>
                  </a:cubicBezTo>
                  <a:cubicBezTo>
                    <a:pt x="32" y="123"/>
                    <a:pt x="30" y="119"/>
                    <a:pt x="29" y="116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0" y="70"/>
                    <a:pt x="32" y="67"/>
                    <a:pt x="33" y="63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7" y="32"/>
                    <a:pt x="70" y="30"/>
                    <a:pt x="74" y="29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6" y="29"/>
                    <a:pt x="116" y="29"/>
                    <a:pt x="116" y="29"/>
                  </a:cubicBezTo>
                  <a:cubicBezTo>
                    <a:pt x="120" y="30"/>
                    <a:pt x="123" y="32"/>
                    <a:pt x="126" y="33"/>
                  </a:cubicBezTo>
                  <a:cubicBezTo>
                    <a:pt x="150" y="16"/>
                    <a:pt x="150" y="16"/>
                    <a:pt x="150" y="16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56" y="63"/>
                    <a:pt x="156" y="63"/>
                    <a:pt x="156" y="63"/>
                  </a:cubicBezTo>
                  <a:cubicBezTo>
                    <a:pt x="158" y="67"/>
                    <a:pt x="159" y="70"/>
                    <a:pt x="160" y="73"/>
                  </a:cubicBezTo>
                  <a:cubicBezTo>
                    <a:pt x="190" y="78"/>
                    <a:pt x="190" y="78"/>
                    <a:pt x="190" y="78"/>
                  </a:cubicBezTo>
                  <a:cubicBezTo>
                    <a:pt x="190" y="111"/>
                    <a:pt x="190" y="111"/>
                    <a:pt x="190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59" y="119"/>
                    <a:pt x="158" y="123"/>
                    <a:pt x="156" y="126"/>
                  </a:cubicBezTo>
                  <a:cubicBezTo>
                    <a:pt x="174" y="150"/>
                    <a:pt x="174" y="150"/>
                    <a:pt x="174" y="150"/>
                  </a:cubicBezTo>
                  <a:cubicBezTo>
                    <a:pt x="150" y="173"/>
                    <a:pt x="150" y="173"/>
                    <a:pt x="150" y="173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3" y="158"/>
                    <a:pt x="120" y="159"/>
                    <a:pt x="116" y="160"/>
                  </a:cubicBezTo>
                  <a:lnTo>
                    <a:pt x="111" y="190"/>
                  </a:lnTo>
                  <a:close/>
                  <a:moveTo>
                    <a:pt x="85" y="182"/>
                  </a:moveTo>
                  <a:cubicBezTo>
                    <a:pt x="104" y="182"/>
                    <a:pt x="104" y="182"/>
                    <a:pt x="104" y="182"/>
                  </a:cubicBezTo>
                  <a:cubicBezTo>
                    <a:pt x="109" y="154"/>
                    <a:pt x="109" y="154"/>
                    <a:pt x="109" y="154"/>
                  </a:cubicBezTo>
                  <a:cubicBezTo>
                    <a:pt x="111" y="153"/>
                    <a:pt x="111" y="153"/>
                    <a:pt x="111" y="153"/>
                  </a:cubicBezTo>
                  <a:cubicBezTo>
                    <a:pt x="116" y="152"/>
                    <a:pt x="120" y="150"/>
                    <a:pt x="125" y="148"/>
                  </a:cubicBezTo>
                  <a:cubicBezTo>
                    <a:pt x="127" y="147"/>
                    <a:pt x="127" y="147"/>
                    <a:pt x="127" y="147"/>
                  </a:cubicBezTo>
                  <a:cubicBezTo>
                    <a:pt x="150" y="163"/>
                    <a:pt x="150" y="163"/>
                    <a:pt x="150" y="163"/>
                  </a:cubicBezTo>
                  <a:cubicBezTo>
                    <a:pt x="163" y="149"/>
                    <a:pt x="163" y="149"/>
                    <a:pt x="163" y="149"/>
                  </a:cubicBezTo>
                  <a:cubicBezTo>
                    <a:pt x="147" y="127"/>
                    <a:pt x="147" y="127"/>
                    <a:pt x="147" y="127"/>
                  </a:cubicBezTo>
                  <a:cubicBezTo>
                    <a:pt x="148" y="124"/>
                    <a:pt x="148" y="124"/>
                    <a:pt x="148" y="124"/>
                  </a:cubicBezTo>
                  <a:cubicBezTo>
                    <a:pt x="150" y="120"/>
                    <a:pt x="152" y="116"/>
                    <a:pt x="153" y="111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54" y="80"/>
                    <a:pt x="154" y="80"/>
                    <a:pt x="154" y="80"/>
                  </a:cubicBezTo>
                  <a:cubicBezTo>
                    <a:pt x="153" y="78"/>
                    <a:pt x="153" y="78"/>
                    <a:pt x="153" y="78"/>
                  </a:cubicBezTo>
                  <a:cubicBezTo>
                    <a:pt x="152" y="73"/>
                    <a:pt x="150" y="69"/>
                    <a:pt x="148" y="65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63" y="40"/>
                    <a:pt x="163" y="40"/>
                    <a:pt x="163" y="40"/>
                  </a:cubicBezTo>
                  <a:cubicBezTo>
                    <a:pt x="150" y="26"/>
                    <a:pt x="150" y="26"/>
                    <a:pt x="150" y="26"/>
                  </a:cubicBezTo>
                  <a:cubicBezTo>
                    <a:pt x="127" y="43"/>
                    <a:pt x="127" y="43"/>
                    <a:pt x="127" y="43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0" y="39"/>
                    <a:pt x="116" y="37"/>
                    <a:pt x="111" y="36"/>
                  </a:cubicBezTo>
                  <a:cubicBezTo>
                    <a:pt x="109" y="35"/>
                    <a:pt x="109" y="35"/>
                    <a:pt x="109" y="35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1" y="35"/>
                    <a:pt x="81" y="35"/>
                    <a:pt x="81" y="35"/>
                  </a:cubicBezTo>
                  <a:cubicBezTo>
                    <a:pt x="78" y="36"/>
                    <a:pt x="78" y="36"/>
                    <a:pt x="78" y="36"/>
                  </a:cubicBezTo>
                  <a:cubicBezTo>
                    <a:pt x="74" y="37"/>
                    <a:pt x="69" y="39"/>
                    <a:pt x="65" y="41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43" y="63"/>
                    <a:pt x="43" y="63"/>
                    <a:pt x="43" y="63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9"/>
                    <a:pt x="37" y="74"/>
                    <a:pt x="36" y="78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8" y="85"/>
                    <a:pt x="8" y="85"/>
                    <a:pt x="8" y="85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35" y="109"/>
                    <a:pt x="35" y="109"/>
                    <a:pt x="35" y="109"/>
                  </a:cubicBezTo>
                  <a:cubicBezTo>
                    <a:pt x="36" y="111"/>
                    <a:pt x="36" y="111"/>
                    <a:pt x="36" y="111"/>
                  </a:cubicBezTo>
                  <a:cubicBezTo>
                    <a:pt x="37" y="116"/>
                    <a:pt x="39" y="120"/>
                    <a:pt x="42" y="124"/>
                  </a:cubicBezTo>
                  <a:cubicBezTo>
                    <a:pt x="43" y="127"/>
                    <a:pt x="43" y="127"/>
                    <a:pt x="43" y="127"/>
                  </a:cubicBezTo>
                  <a:cubicBezTo>
                    <a:pt x="27" y="149"/>
                    <a:pt x="27" y="149"/>
                    <a:pt x="27" y="149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5" y="148"/>
                    <a:pt x="65" y="148"/>
                    <a:pt x="65" y="148"/>
                  </a:cubicBezTo>
                  <a:cubicBezTo>
                    <a:pt x="69" y="150"/>
                    <a:pt x="74" y="152"/>
                    <a:pt x="78" y="153"/>
                  </a:cubicBezTo>
                  <a:cubicBezTo>
                    <a:pt x="81" y="154"/>
                    <a:pt x="81" y="154"/>
                    <a:pt x="81" y="154"/>
                  </a:cubicBezTo>
                  <a:lnTo>
                    <a:pt x="85" y="1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71" tIns="45686" rIns="91371" bIns="45686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99"/>
            </a:p>
          </p:txBody>
        </p:sp>
        <p:sp>
          <p:nvSpPr>
            <p:cNvPr id="45" name="Freeform 63">
              <a:extLst>
                <a:ext uri="{FF2B5EF4-FFF2-40B4-BE49-F238E27FC236}">
                  <a16:creationId xmlns:a16="http://schemas.microsoft.com/office/drawing/2014/main" id="{21E235A4-63CD-410E-B7AF-37DC2A88A7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0426" y="1549401"/>
              <a:ext cx="131763" cy="131763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4 h 56"/>
                <a:gd name="T12" fmla="*/ 4 w 56"/>
                <a:gd name="T13" fmla="*/ 28 h 56"/>
                <a:gd name="T14" fmla="*/ 28 w 56"/>
                <a:gd name="T15" fmla="*/ 52 h 56"/>
                <a:gd name="T16" fmla="*/ 52 w 56"/>
                <a:gd name="T17" fmla="*/ 28 h 56"/>
                <a:gd name="T18" fmla="*/ 28 w 56"/>
                <a:gd name="T19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4"/>
                  </a:moveTo>
                  <a:cubicBezTo>
                    <a:pt x="15" y="4"/>
                    <a:pt x="4" y="14"/>
                    <a:pt x="4" y="28"/>
                  </a:cubicBezTo>
                  <a:cubicBezTo>
                    <a:pt x="4" y="41"/>
                    <a:pt x="15" y="52"/>
                    <a:pt x="28" y="52"/>
                  </a:cubicBezTo>
                  <a:cubicBezTo>
                    <a:pt x="41" y="52"/>
                    <a:pt x="52" y="41"/>
                    <a:pt x="52" y="28"/>
                  </a:cubicBezTo>
                  <a:cubicBezTo>
                    <a:pt x="52" y="14"/>
                    <a:pt x="41" y="4"/>
                    <a:pt x="2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71" tIns="45686" rIns="91371" bIns="45686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99"/>
            </a:p>
          </p:txBody>
        </p:sp>
      </p:grpSp>
      <p:grpSp>
        <p:nvGrpSpPr>
          <p:cNvPr id="48" name="组合 30">
            <a:extLst>
              <a:ext uri="{FF2B5EF4-FFF2-40B4-BE49-F238E27FC236}">
                <a16:creationId xmlns:a16="http://schemas.microsoft.com/office/drawing/2014/main" id="{3F54141B-E50B-4E7A-9612-96D72450C22C}"/>
              </a:ext>
            </a:extLst>
          </p:cNvPr>
          <p:cNvGrpSpPr/>
          <p:nvPr/>
        </p:nvGrpSpPr>
        <p:grpSpPr>
          <a:xfrm>
            <a:off x="5452712" y="4576729"/>
            <a:ext cx="227639" cy="240135"/>
            <a:chOff x="2720976" y="3214688"/>
            <a:chExt cx="404813" cy="427038"/>
          </a:xfrm>
          <a:solidFill>
            <a:srgbClr val="24B0D2"/>
          </a:solidFill>
        </p:grpSpPr>
        <p:sp>
          <p:nvSpPr>
            <p:cNvPr id="49" name="Freeform 104">
              <a:extLst>
                <a:ext uri="{FF2B5EF4-FFF2-40B4-BE49-F238E27FC236}">
                  <a16:creationId xmlns:a16="http://schemas.microsoft.com/office/drawing/2014/main" id="{7783630A-E4F6-4075-B025-AC1A11735C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0976" y="3214688"/>
              <a:ext cx="404813" cy="427038"/>
            </a:xfrm>
            <a:custGeom>
              <a:avLst/>
              <a:gdLst>
                <a:gd name="T0" fmla="*/ 121 w 171"/>
                <a:gd name="T1" fmla="*/ 180 h 180"/>
                <a:gd name="T2" fmla="*/ 121 w 171"/>
                <a:gd name="T3" fmla="*/ 144 h 180"/>
                <a:gd name="T4" fmla="*/ 74 w 171"/>
                <a:gd name="T5" fmla="*/ 129 h 180"/>
                <a:gd name="T6" fmla="*/ 52 w 171"/>
                <a:gd name="T7" fmla="*/ 96 h 180"/>
                <a:gd name="T8" fmla="*/ 4 w 171"/>
                <a:gd name="T9" fmla="*/ 64 h 180"/>
                <a:gd name="T10" fmla="*/ 0 w 171"/>
                <a:gd name="T11" fmla="*/ 64 h 180"/>
                <a:gd name="T12" fmla="*/ 0 w 171"/>
                <a:gd name="T13" fmla="*/ 36 h 180"/>
                <a:gd name="T14" fmla="*/ 4 w 171"/>
                <a:gd name="T15" fmla="*/ 36 h 180"/>
                <a:gd name="T16" fmla="*/ 54 w 171"/>
                <a:gd name="T17" fmla="*/ 52 h 180"/>
                <a:gd name="T18" fmla="*/ 77 w 171"/>
                <a:gd name="T19" fmla="*/ 84 h 180"/>
                <a:gd name="T20" fmla="*/ 121 w 171"/>
                <a:gd name="T21" fmla="*/ 116 h 180"/>
                <a:gd name="T22" fmla="*/ 121 w 171"/>
                <a:gd name="T23" fmla="*/ 64 h 180"/>
                <a:gd name="T24" fmla="*/ 88 w 171"/>
                <a:gd name="T25" fmla="*/ 78 h 180"/>
                <a:gd name="T26" fmla="*/ 84 w 171"/>
                <a:gd name="T27" fmla="*/ 82 h 180"/>
                <a:gd name="T28" fmla="*/ 81 w 171"/>
                <a:gd name="T29" fmla="*/ 77 h 180"/>
                <a:gd name="T30" fmla="*/ 71 w 171"/>
                <a:gd name="T31" fmla="*/ 59 h 180"/>
                <a:gd name="T32" fmla="*/ 69 w 171"/>
                <a:gd name="T33" fmla="*/ 56 h 180"/>
                <a:gd name="T34" fmla="*/ 71 w 171"/>
                <a:gd name="T35" fmla="*/ 54 h 180"/>
                <a:gd name="T36" fmla="*/ 74 w 171"/>
                <a:gd name="T37" fmla="*/ 52 h 180"/>
                <a:gd name="T38" fmla="*/ 121 w 171"/>
                <a:gd name="T39" fmla="*/ 36 h 180"/>
                <a:gd name="T40" fmla="*/ 121 w 171"/>
                <a:gd name="T41" fmla="*/ 0 h 180"/>
                <a:gd name="T42" fmla="*/ 171 w 171"/>
                <a:gd name="T43" fmla="*/ 50 h 180"/>
                <a:gd name="T44" fmla="*/ 130 w 171"/>
                <a:gd name="T45" fmla="*/ 90 h 180"/>
                <a:gd name="T46" fmla="*/ 171 w 171"/>
                <a:gd name="T47" fmla="*/ 130 h 180"/>
                <a:gd name="T48" fmla="*/ 121 w 171"/>
                <a:gd name="T49" fmla="*/ 180 h 180"/>
                <a:gd name="T50" fmla="*/ 8 w 171"/>
                <a:gd name="T51" fmla="*/ 56 h 180"/>
                <a:gd name="T52" fmla="*/ 59 w 171"/>
                <a:gd name="T53" fmla="*/ 93 h 180"/>
                <a:gd name="T54" fmla="*/ 79 w 171"/>
                <a:gd name="T55" fmla="*/ 122 h 180"/>
                <a:gd name="T56" fmla="*/ 125 w 171"/>
                <a:gd name="T57" fmla="*/ 137 h 180"/>
                <a:gd name="T58" fmla="*/ 129 w 171"/>
                <a:gd name="T59" fmla="*/ 137 h 180"/>
                <a:gd name="T60" fmla="*/ 129 w 171"/>
                <a:gd name="T61" fmla="*/ 161 h 180"/>
                <a:gd name="T62" fmla="*/ 159 w 171"/>
                <a:gd name="T63" fmla="*/ 130 h 180"/>
                <a:gd name="T64" fmla="*/ 129 w 171"/>
                <a:gd name="T65" fmla="*/ 100 h 180"/>
                <a:gd name="T66" fmla="*/ 129 w 171"/>
                <a:gd name="T67" fmla="*/ 124 h 180"/>
                <a:gd name="T68" fmla="*/ 125 w 171"/>
                <a:gd name="T69" fmla="*/ 124 h 180"/>
                <a:gd name="T70" fmla="*/ 70 w 171"/>
                <a:gd name="T71" fmla="*/ 87 h 180"/>
                <a:gd name="T72" fmla="*/ 49 w 171"/>
                <a:gd name="T73" fmla="*/ 58 h 180"/>
                <a:gd name="T74" fmla="*/ 8 w 171"/>
                <a:gd name="T75" fmla="*/ 44 h 180"/>
                <a:gd name="T76" fmla="*/ 8 w 171"/>
                <a:gd name="T77" fmla="*/ 56 h 180"/>
                <a:gd name="T78" fmla="*/ 125 w 171"/>
                <a:gd name="T79" fmla="*/ 56 h 180"/>
                <a:gd name="T80" fmla="*/ 129 w 171"/>
                <a:gd name="T81" fmla="*/ 56 h 180"/>
                <a:gd name="T82" fmla="*/ 129 w 171"/>
                <a:gd name="T83" fmla="*/ 80 h 180"/>
                <a:gd name="T84" fmla="*/ 159 w 171"/>
                <a:gd name="T85" fmla="*/ 50 h 180"/>
                <a:gd name="T86" fmla="*/ 129 w 171"/>
                <a:gd name="T87" fmla="*/ 19 h 180"/>
                <a:gd name="T88" fmla="*/ 129 w 171"/>
                <a:gd name="T89" fmla="*/ 44 h 180"/>
                <a:gd name="T90" fmla="*/ 125 w 171"/>
                <a:gd name="T91" fmla="*/ 44 h 180"/>
                <a:gd name="T92" fmla="*/ 79 w 171"/>
                <a:gd name="T93" fmla="*/ 58 h 180"/>
                <a:gd name="T94" fmla="*/ 86 w 171"/>
                <a:gd name="T95" fmla="*/ 68 h 180"/>
                <a:gd name="T96" fmla="*/ 125 w 171"/>
                <a:gd name="T97" fmla="*/ 56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71" h="180">
                  <a:moveTo>
                    <a:pt x="121" y="180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01" y="144"/>
                    <a:pt x="86" y="139"/>
                    <a:pt x="74" y="129"/>
                  </a:cubicBezTo>
                  <a:cubicBezTo>
                    <a:pt x="63" y="119"/>
                    <a:pt x="57" y="108"/>
                    <a:pt x="52" y="96"/>
                  </a:cubicBezTo>
                  <a:cubicBezTo>
                    <a:pt x="42" y="78"/>
                    <a:pt x="35" y="64"/>
                    <a:pt x="4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25" y="36"/>
                    <a:pt x="42" y="41"/>
                    <a:pt x="54" y="52"/>
                  </a:cubicBezTo>
                  <a:cubicBezTo>
                    <a:pt x="65" y="61"/>
                    <a:pt x="71" y="73"/>
                    <a:pt x="77" y="84"/>
                  </a:cubicBezTo>
                  <a:cubicBezTo>
                    <a:pt x="86" y="102"/>
                    <a:pt x="92" y="115"/>
                    <a:pt x="121" y="116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01" y="65"/>
                    <a:pt x="93" y="71"/>
                    <a:pt x="88" y="78"/>
                  </a:cubicBezTo>
                  <a:cubicBezTo>
                    <a:pt x="84" y="82"/>
                    <a:pt x="84" y="82"/>
                    <a:pt x="84" y="82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78" y="71"/>
                    <a:pt x="75" y="65"/>
                    <a:pt x="71" y="59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72" y="53"/>
                    <a:pt x="73" y="52"/>
                    <a:pt x="74" y="52"/>
                  </a:cubicBezTo>
                  <a:cubicBezTo>
                    <a:pt x="86" y="42"/>
                    <a:pt x="101" y="36"/>
                    <a:pt x="121" y="36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71" y="50"/>
                    <a:pt x="171" y="50"/>
                    <a:pt x="171" y="50"/>
                  </a:cubicBezTo>
                  <a:cubicBezTo>
                    <a:pt x="130" y="90"/>
                    <a:pt x="130" y="90"/>
                    <a:pt x="130" y="90"/>
                  </a:cubicBezTo>
                  <a:cubicBezTo>
                    <a:pt x="171" y="130"/>
                    <a:pt x="171" y="130"/>
                    <a:pt x="171" y="130"/>
                  </a:cubicBezTo>
                  <a:lnTo>
                    <a:pt x="121" y="180"/>
                  </a:lnTo>
                  <a:close/>
                  <a:moveTo>
                    <a:pt x="8" y="56"/>
                  </a:moveTo>
                  <a:cubicBezTo>
                    <a:pt x="41" y="57"/>
                    <a:pt x="49" y="74"/>
                    <a:pt x="59" y="93"/>
                  </a:cubicBezTo>
                  <a:cubicBezTo>
                    <a:pt x="64" y="103"/>
                    <a:pt x="69" y="114"/>
                    <a:pt x="79" y="122"/>
                  </a:cubicBezTo>
                  <a:cubicBezTo>
                    <a:pt x="90" y="132"/>
                    <a:pt x="105" y="137"/>
                    <a:pt x="125" y="137"/>
                  </a:cubicBezTo>
                  <a:cubicBezTo>
                    <a:pt x="129" y="137"/>
                    <a:pt x="129" y="137"/>
                    <a:pt x="129" y="137"/>
                  </a:cubicBezTo>
                  <a:cubicBezTo>
                    <a:pt x="129" y="161"/>
                    <a:pt x="129" y="161"/>
                    <a:pt x="129" y="161"/>
                  </a:cubicBezTo>
                  <a:cubicBezTo>
                    <a:pt x="159" y="130"/>
                    <a:pt x="159" y="130"/>
                    <a:pt x="159" y="130"/>
                  </a:cubicBezTo>
                  <a:cubicBezTo>
                    <a:pt x="129" y="100"/>
                    <a:pt x="129" y="100"/>
                    <a:pt x="129" y="100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88" y="124"/>
                    <a:pt x="80" y="107"/>
                    <a:pt x="70" y="87"/>
                  </a:cubicBezTo>
                  <a:cubicBezTo>
                    <a:pt x="64" y="77"/>
                    <a:pt x="59" y="66"/>
                    <a:pt x="49" y="58"/>
                  </a:cubicBezTo>
                  <a:cubicBezTo>
                    <a:pt x="39" y="49"/>
                    <a:pt x="25" y="44"/>
                    <a:pt x="8" y="44"/>
                  </a:cubicBezTo>
                  <a:lnTo>
                    <a:pt x="8" y="56"/>
                  </a:lnTo>
                  <a:close/>
                  <a:moveTo>
                    <a:pt x="125" y="56"/>
                  </a:moveTo>
                  <a:cubicBezTo>
                    <a:pt x="129" y="56"/>
                    <a:pt x="129" y="56"/>
                    <a:pt x="129" y="56"/>
                  </a:cubicBezTo>
                  <a:cubicBezTo>
                    <a:pt x="129" y="80"/>
                    <a:pt x="129" y="80"/>
                    <a:pt x="129" y="80"/>
                  </a:cubicBezTo>
                  <a:cubicBezTo>
                    <a:pt x="159" y="50"/>
                    <a:pt x="159" y="50"/>
                    <a:pt x="159" y="50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29" y="44"/>
                    <a:pt x="129" y="44"/>
                    <a:pt x="129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05" y="44"/>
                    <a:pt x="90" y="48"/>
                    <a:pt x="79" y="58"/>
                  </a:cubicBezTo>
                  <a:cubicBezTo>
                    <a:pt x="82" y="61"/>
                    <a:pt x="84" y="65"/>
                    <a:pt x="86" y="68"/>
                  </a:cubicBezTo>
                  <a:cubicBezTo>
                    <a:pt x="95" y="60"/>
                    <a:pt x="107" y="56"/>
                    <a:pt x="125" y="56"/>
                  </a:cubicBezTo>
                  <a:close/>
                </a:path>
              </a:pathLst>
            </a:custGeom>
            <a:grpFill/>
            <a:ln w="9525">
              <a:solidFill>
                <a:srgbClr val="24B0D2"/>
              </a:solidFill>
              <a:round/>
              <a:headEnd/>
              <a:tailEnd/>
            </a:ln>
            <a:extLst/>
          </p:spPr>
          <p:txBody>
            <a:bodyPr vert="horz" wrap="square" lIns="91371" tIns="45686" rIns="91371" bIns="45686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99"/>
            </a:p>
          </p:txBody>
        </p:sp>
        <p:sp>
          <p:nvSpPr>
            <p:cNvPr id="50" name="Freeform 105">
              <a:extLst>
                <a:ext uri="{FF2B5EF4-FFF2-40B4-BE49-F238E27FC236}">
                  <a16:creationId xmlns:a16="http://schemas.microsoft.com/office/drawing/2014/main" id="{2DDA6E0C-F837-410E-9494-FBE84C366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5738" y="3455988"/>
              <a:ext cx="130175" cy="98425"/>
            </a:xfrm>
            <a:custGeom>
              <a:avLst/>
              <a:gdLst>
                <a:gd name="T0" fmla="*/ 2 w 55"/>
                <a:gd name="T1" fmla="*/ 41 h 41"/>
                <a:gd name="T2" fmla="*/ 0 w 55"/>
                <a:gd name="T3" fmla="*/ 41 h 41"/>
                <a:gd name="T4" fmla="*/ 0 w 55"/>
                <a:gd name="T5" fmla="*/ 16 h 41"/>
                <a:gd name="T6" fmla="*/ 2 w 55"/>
                <a:gd name="T7" fmla="*/ 16 h 41"/>
                <a:gd name="T8" fmla="*/ 40 w 55"/>
                <a:gd name="T9" fmla="*/ 2 h 41"/>
                <a:gd name="T10" fmla="*/ 42 w 55"/>
                <a:gd name="T11" fmla="*/ 0 h 41"/>
                <a:gd name="T12" fmla="*/ 43 w 55"/>
                <a:gd name="T13" fmla="*/ 2 h 41"/>
                <a:gd name="T14" fmla="*/ 54 w 55"/>
                <a:gd name="T15" fmla="*/ 20 h 41"/>
                <a:gd name="T16" fmla="*/ 55 w 55"/>
                <a:gd name="T17" fmla="*/ 22 h 41"/>
                <a:gd name="T18" fmla="*/ 54 w 55"/>
                <a:gd name="T19" fmla="*/ 23 h 41"/>
                <a:gd name="T20" fmla="*/ 51 w 55"/>
                <a:gd name="T21" fmla="*/ 25 h 41"/>
                <a:gd name="T22" fmla="*/ 2 w 55"/>
                <a:gd name="T23" fmla="*/ 41 h 41"/>
                <a:gd name="T24" fmla="*/ 4 w 55"/>
                <a:gd name="T25" fmla="*/ 20 h 41"/>
                <a:gd name="T26" fmla="*/ 4 w 55"/>
                <a:gd name="T27" fmla="*/ 37 h 41"/>
                <a:gd name="T28" fmla="*/ 49 w 55"/>
                <a:gd name="T29" fmla="*/ 22 h 41"/>
                <a:gd name="T30" fmla="*/ 50 w 55"/>
                <a:gd name="T31" fmla="*/ 21 h 41"/>
                <a:gd name="T32" fmla="*/ 41 w 55"/>
                <a:gd name="T33" fmla="*/ 7 h 41"/>
                <a:gd name="T34" fmla="*/ 4 w 55"/>
                <a:gd name="T35" fmla="*/ 2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" h="41">
                  <a:moveTo>
                    <a:pt x="2" y="41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0" y="16"/>
                    <a:pt x="32" y="12"/>
                    <a:pt x="40" y="2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6" y="8"/>
                    <a:pt x="50" y="14"/>
                    <a:pt x="54" y="20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3" y="24"/>
                    <a:pt x="52" y="24"/>
                    <a:pt x="51" y="25"/>
                  </a:cubicBezTo>
                  <a:cubicBezTo>
                    <a:pt x="39" y="35"/>
                    <a:pt x="23" y="41"/>
                    <a:pt x="2" y="41"/>
                  </a:cubicBezTo>
                  <a:close/>
                  <a:moveTo>
                    <a:pt x="4" y="20"/>
                  </a:moveTo>
                  <a:cubicBezTo>
                    <a:pt x="4" y="37"/>
                    <a:pt x="4" y="37"/>
                    <a:pt x="4" y="37"/>
                  </a:cubicBezTo>
                  <a:cubicBezTo>
                    <a:pt x="23" y="36"/>
                    <a:pt x="37" y="31"/>
                    <a:pt x="49" y="22"/>
                  </a:cubicBezTo>
                  <a:cubicBezTo>
                    <a:pt x="49" y="22"/>
                    <a:pt x="49" y="21"/>
                    <a:pt x="50" y="21"/>
                  </a:cubicBezTo>
                  <a:cubicBezTo>
                    <a:pt x="46" y="16"/>
                    <a:pt x="44" y="11"/>
                    <a:pt x="41" y="7"/>
                  </a:cubicBezTo>
                  <a:cubicBezTo>
                    <a:pt x="32" y="16"/>
                    <a:pt x="21" y="20"/>
                    <a:pt x="4" y="20"/>
                  </a:cubicBezTo>
                  <a:close/>
                </a:path>
              </a:pathLst>
            </a:custGeom>
            <a:grpFill/>
            <a:ln w="9525">
              <a:solidFill>
                <a:srgbClr val="24B0D2"/>
              </a:solidFill>
              <a:round/>
              <a:headEnd/>
              <a:tailEnd/>
            </a:ln>
            <a:extLst/>
          </p:spPr>
          <p:txBody>
            <a:bodyPr vert="horz" wrap="square" lIns="91371" tIns="45686" rIns="91371" bIns="45686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99"/>
            </a:p>
          </p:txBody>
        </p:sp>
      </p:grpSp>
      <p:grpSp>
        <p:nvGrpSpPr>
          <p:cNvPr id="51" name="组合 33">
            <a:extLst>
              <a:ext uri="{FF2B5EF4-FFF2-40B4-BE49-F238E27FC236}">
                <a16:creationId xmlns:a16="http://schemas.microsoft.com/office/drawing/2014/main" id="{EC2C53D1-B223-42E7-84B5-E0732E828E41}"/>
              </a:ext>
            </a:extLst>
          </p:cNvPr>
          <p:cNvGrpSpPr/>
          <p:nvPr/>
        </p:nvGrpSpPr>
        <p:grpSpPr>
          <a:xfrm>
            <a:off x="6620484" y="2050137"/>
            <a:ext cx="210140" cy="229781"/>
            <a:chOff x="6383338" y="3238501"/>
            <a:chExt cx="339725" cy="371475"/>
          </a:xfrm>
          <a:solidFill>
            <a:srgbClr val="24B0D2"/>
          </a:solidFill>
        </p:grpSpPr>
        <p:sp>
          <p:nvSpPr>
            <p:cNvPr id="52" name="Freeform 125">
              <a:extLst>
                <a:ext uri="{FF2B5EF4-FFF2-40B4-BE49-F238E27FC236}">
                  <a16:creationId xmlns:a16="http://schemas.microsoft.com/office/drawing/2014/main" id="{438E11B4-FE50-401B-874D-61015A7021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3338" y="3541713"/>
              <a:ext cx="339725" cy="68263"/>
            </a:xfrm>
            <a:custGeom>
              <a:avLst/>
              <a:gdLst>
                <a:gd name="T0" fmla="*/ 128 w 143"/>
                <a:gd name="T1" fmla="*/ 29 h 29"/>
                <a:gd name="T2" fmla="*/ 14 w 143"/>
                <a:gd name="T3" fmla="*/ 29 h 29"/>
                <a:gd name="T4" fmla="*/ 0 w 143"/>
                <a:gd name="T5" fmla="*/ 15 h 29"/>
                <a:gd name="T6" fmla="*/ 14 w 143"/>
                <a:gd name="T7" fmla="*/ 0 h 29"/>
                <a:gd name="T8" fmla="*/ 54 w 143"/>
                <a:gd name="T9" fmla="*/ 0 h 29"/>
                <a:gd name="T10" fmla="*/ 58 w 143"/>
                <a:gd name="T11" fmla="*/ 7 h 29"/>
                <a:gd name="T12" fmla="*/ 71 w 143"/>
                <a:gd name="T13" fmla="*/ 16 h 29"/>
                <a:gd name="T14" fmla="*/ 84 w 143"/>
                <a:gd name="T15" fmla="*/ 7 h 29"/>
                <a:gd name="T16" fmla="*/ 88 w 143"/>
                <a:gd name="T17" fmla="*/ 0 h 29"/>
                <a:gd name="T18" fmla="*/ 128 w 143"/>
                <a:gd name="T19" fmla="*/ 0 h 29"/>
                <a:gd name="T20" fmla="*/ 143 w 143"/>
                <a:gd name="T21" fmla="*/ 15 h 29"/>
                <a:gd name="T22" fmla="*/ 128 w 143"/>
                <a:gd name="T23" fmla="*/ 29 h 29"/>
                <a:gd name="T24" fmla="*/ 14 w 143"/>
                <a:gd name="T25" fmla="*/ 4 h 29"/>
                <a:gd name="T26" fmla="*/ 4 w 143"/>
                <a:gd name="T27" fmla="*/ 15 h 29"/>
                <a:gd name="T28" fmla="*/ 14 w 143"/>
                <a:gd name="T29" fmla="*/ 25 h 29"/>
                <a:gd name="T30" fmla="*/ 128 w 143"/>
                <a:gd name="T31" fmla="*/ 25 h 29"/>
                <a:gd name="T32" fmla="*/ 139 w 143"/>
                <a:gd name="T33" fmla="*/ 15 h 29"/>
                <a:gd name="T34" fmla="*/ 128 w 143"/>
                <a:gd name="T35" fmla="*/ 4 h 29"/>
                <a:gd name="T36" fmla="*/ 91 w 143"/>
                <a:gd name="T37" fmla="*/ 4 h 29"/>
                <a:gd name="T38" fmla="*/ 88 w 143"/>
                <a:gd name="T39" fmla="*/ 9 h 29"/>
                <a:gd name="T40" fmla="*/ 71 w 143"/>
                <a:gd name="T41" fmla="*/ 20 h 29"/>
                <a:gd name="T42" fmla="*/ 55 w 143"/>
                <a:gd name="T43" fmla="*/ 9 h 29"/>
                <a:gd name="T44" fmla="*/ 52 w 143"/>
                <a:gd name="T45" fmla="*/ 4 h 29"/>
                <a:gd name="T46" fmla="*/ 14 w 143"/>
                <a:gd name="T47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3" h="29">
                  <a:moveTo>
                    <a:pt x="128" y="29"/>
                  </a:moveTo>
                  <a:cubicBezTo>
                    <a:pt x="14" y="29"/>
                    <a:pt x="14" y="29"/>
                    <a:pt x="14" y="29"/>
                  </a:cubicBezTo>
                  <a:cubicBezTo>
                    <a:pt x="6" y="29"/>
                    <a:pt x="0" y="23"/>
                    <a:pt x="0" y="15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61" y="13"/>
                    <a:pt x="66" y="16"/>
                    <a:pt x="71" y="16"/>
                  </a:cubicBezTo>
                  <a:cubicBezTo>
                    <a:pt x="76" y="16"/>
                    <a:pt x="81" y="13"/>
                    <a:pt x="84" y="7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6" y="0"/>
                    <a:pt x="143" y="6"/>
                    <a:pt x="143" y="15"/>
                  </a:cubicBezTo>
                  <a:cubicBezTo>
                    <a:pt x="143" y="23"/>
                    <a:pt x="136" y="29"/>
                    <a:pt x="128" y="29"/>
                  </a:cubicBezTo>
                  <a:close/>
                  <a:moveTo>
                    <a:pt x="14" y="4"/>
                  </a:moveTo>
                  <a:cubicBezTo>
                    <a:pt x="8" y="4"/>
                    <a:pt x="4" y="9"/>
                    <a:pt x="4" y="15"/>
                  </a:cubicBezTo>
                  <a:cubicBezTo>
                    <a:pt x="4" y="20"/>
                    <a:pt x="8" y="25"/>
                    <a:pt x="14" y="25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34" y="25"/>
                    <a:pt x="139" y="20"/>
                    <a:pt x="139" y="15"/>
                  </a:cubicBezTo>
                  <a:cubicBezTo>
                    <a:pt x="139" y="9"/>
                    <a:pt x="134" y="4"/>
                    <a:pt x="128" y="4"/>
                  </a:cubicBezTo>
                  <a:cubicBezTo>
                    <a:pt x="91" y="4"/>
                    <a:pt x="91" y="4"/>
                    <a:pt x="91" y="4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4" y="16"/>
                    <a:pt x="78" y="20"/>
                    <a:pt x="71" y="20"/>
                  </a:cubicBezTo>
                  <a:cubicBezTo>
                    <a:pt x="65" y="20"/>
                    <a:pt x="59" y="16"/>
                    <a:pt x="55" y="9"/>
                  </a:cubicBezTo>
                  <a:cubicBezTo>
                    <a:pt x="52" y="4"/>
                    <a:pt x="52" y="4"/>
                    <a:pt x="52" y="4"/>
                  </a:cubicBezTo>
                  <a:lnTo>
                    <a:pt x="14" y="4"/>
                  </a:lnTo>
                  <a:close/>
                </a:path>
              </a:pathLst>
            </a:custGeom>
            <a:grpFill/>
            <a:ln w="9525">
              <a:solidFill>
                <a:srgbClr val="24B0D2"/>
              </a:solidFill>
              <a:round/>
              <a:headEnd/>
              <a:tailEnd/>
            </a:ln>
            <a:extLst/>
          </p:spPr>
          <p:txBody>
            <a:bodyPr vert="horz" wrap="square" lIns="91371" tIns="45686" rIns="91371" bIns="45686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99"/>
            </a:p>
          </p:txBody>
        </p:sp>
        <p:sp>
          <p:nvSpPr>
            <p:cNvPr id="53" name="Freeform 126">
              <a:extLst>
                <a:ext uri="{FF2B5EF4-FFF2-40B4-BE49-F238E27FC236}">
                  <a16:creationId xmlns:a16="http://schemas.microsoft.com/office/drawing/2014/main" id="{AED7A986-9ACC-45AA-B6CF-EBBF4A4B9D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38901" y="3238501"/>
              <a:ext cx="227013" cy="303213"/>
            </a:xfrm>
            <a:custGeom>
              <a:avLst/>
              <a:gdLst>
                <a:gd name="T0" fmla="*/ 48 w 96"/>
                <a:gd name="T1" fmla="*/ 128 h 128"/>
                <a:gd name="T2" fmla="*/ 38 w 96"/>
                <a:gd name="T3" fmla="*/ 122 h 128"/>
                <a:gd name="T4" fmla="*/ 3 w 96"/>
                <a:gd name="T5" fmla="*/ 60 h 128"/>
                <a:gd name="T6" fmla="*/ 2 w 96"/>
                <a:gd name="T7" fmla="*/ 48 h 128"/>
                <a:gd name="T8" fmla="*/ 13 w 96"/>
                <a:gd name="T9" fmla="*/ 43 h 128"/>
                <a:gd name="T10" fmla="*/ 23 w 96"/>
                <a:gd name="T11" fmla="*/ 43 h 128"/>
                <a:gd name="T12" fmla="*/ 23 w 96"/>
                <a:gd name="T13" fmla="*/ 18 h 128"/>
                <a:gd name="T14" fmla="*/ 41 w 96"/>
                <a:gd name="T15" fmla="*/ 0 h 128"/>
                <a:gd name="T16" fmla="*/ 55 w 96"/>
                <a:gd name="T17" fmla="*/ 0 h 128"/>
                <a:gd name="T18" fmla="*/ 74 w 96"/>
                <a:gd name="T19" fmla="*/ 18 h 128"/>
                <a:gd name="T20" fmla="*/ 74 w 96"/>
                <a:gd name="T21" fmla="*/ 43 h 128"/>
                <a:gd name="T22" fmla="*/ 84 w 96"/>
                <a:gd name="T23" fmla="*/ 43 h 128"/>
                <a:gd name="T24" fmla="*/ 94 w 96"/>
                <a:gd name="T25" fmla="*/ 48 h 128"/>
                <a:gd name="T26" fmla="*/ 93 w 96"/>
                <a:gd name="T27" fmla="*/ 60 h 128"/>
                <a:gd name="T28" fmla="*/ 58 w 96"/>
                <a:gd name="T29" fmla="*/ 122 h 128"/>
                <a:gd name="T30" fmla="*/ 48 w 96"/>
                <a:gd name="T31" fmla="*/ 128 h 128"/>
                <a:gd name="T32" fmla="*/ 13 w 96"/>
                <a:gd name="T33" fmla="*/ 51 h 128"/>
                <a:gd name="T34" fmla="*/ 9 w 96"/>
                <a:gd name="T35" fmla="*/ 52 h 128"/>
                <a:gd name="T36" fmla="*/ 10 w 96"/>
                <a:gd name="T37" fmla="*/ 56 h 128"/>
                <a:gd name="T38" fmla="*/ 45 w 96"/>
                <a:gd name="T39" fmla="*/ 118 h 128"/>
                <a:gd name="T40" fmla="*/ 48 w 96"/>
                <a:gd name="T41" fmla="*/ 120 h 128"/>
                <a:gd name="T42" fmla="*/ 51 w 96"/>
                <a:gd name="T43" fmla="*/ 118 h 128"/>
                <a:gd name="T44" fmla="*/ 87 w 96"/>
                <a:gd name="T45" fmla="*/ 56 h 128"/>
                <a:gd name="T46" fmla="*/ 87 w 96"/>
                <a:gd name="T47" fmla="*/ 52 h 128"/>
                <a:gd name="T48" fmla="*/ 84 w 96"/>
                <a:gd name="T49" fmla="*/ 51 h 128"/>
                <a:gd name="T50" fmla="*/ 66 w 96"/>
                <a:gd name="T51" fmla="*/ 51 h 128"/>
                <a:gd name="T52" fmla="*/ 66 w 96"/>
                <a:gd name="T53" fmla="*/ 18 h 128"/>
                <a:gd name="T54" fmla="*/ 55 w 96"/>
                <a:gd name="T55" fmla="*/ 8 h 128"/>
                <a:gd name="T56" fmla="*/ 41 w 96"/>
                <a:gd name="T57" fmla="*/ 8 h 128"/>
                <a:gd name="T58" fmla="*/ 31 w 96"/>
                <a:gd name="T59" fmla="*/ 18 h 128"/>
                <a:gd name="T60" fmla="*/ 31 w 96"/>
                <a:gd name="T61" fmla="*/ 51 h 128"/>
                <a:gd name="T62" fmla="*/ 13 w 96"/>
                <a:gd name="T63" fmla="*/ 5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" h="128">
                  <a:moveTo>
                    <a:pt x="48" y="128"/>
                  </a:moveTo>
                  <a:cubicBezTo>
                    <a:pt x="44" y="128"/>
                    <a:pt x="41" y="126"/>
                    <a:pt x="38" y="122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1" y="56"/>
                    <a:pt x="0" y="52"/>
                    <a:pt x="2" y="48"/>
                  </a:cubicBezTo>
                  <a:cubicBezTo>
                    <a:pt x="4" y="45"/>
                    <a:pt x="8" y="43"/>
                    <a:pt x="13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8"/>
                    <a:pt x="31" y="0"/>
                    <a:pt x="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5" y="0"/>
                    <a:pt x="74" y="8"/>
                    <a:pt x="74" y="18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84" y="43"/>
                    <a:pt x="84" y="43"/>
                    <a:pt x="84" y="43"/>
                  </a:cubicBezTo>
                  <a:cubicBezTo>
                    <a:pt x="88" y="43"/>
                    <a:pt x="92" y="45"/>
                    <a:pt x="94" y="48"/>
                  </a:cubicBezTo>
                  <a:cubicBezTo>
                    <a:pt x="96" y="52"/>
                    <a:pt x="96" y="56"/>
                    <a:pt x="93" y="60"/>
                  </a:cubicBezTo>
                  <a:cubicBezTo>
                    <a:pt x="58" y="122"/>
                    <a:pt x="58" y="122"/>
                    <a:pt x="58" y="122"/>
                  </a:cubicBezTo>
                  <a:cubicBezTo>
                    <a:pt x="56" y="126"/>
                    <a:pt x="52" y="128"/>
                    <a:pt x="48" y="128"/>
                  </a:cubicBezTo>
                  <a:close/>
                  <a:moveTo>
                    <a:pt x="13" y="51"/>
                  </a:moveTo>
                  <a:cubicBezTo>
                    <a:pt x="11" y="51"/>
                    <a:pt x="10" y="52"/>
                    <a:pt x="9" y="52"/>
                  </a:cubicBezTo>
                  <a:cubicBezTo>
                    <a:pt x="9" y="53"/>
                    <a:pt x="9" y="55"/>
                    <a:pt x="10" y="56"/>
                  </a:cubicBezTo>
                  <a:cubicBezTo>
                    <a:pt x="45" y="118"/>
                    <a:pt x="45" y="118"/>
                    <a:pt x="45" y="118"/>
                  </a:cubicBezTo>
                  <a:cubicBezTo>
                    <a:pt x="46" y="119"/>
                    <a:pt x="47" y="120"/>
                    <a:pt x="48" y="120"/>
                  </a:cubicBezTo>
                  <a:cubicBezTo>
                    <a:pt x="49" y="120"/>
                    <a:pt x="50" y="119"/>
                    <a:pt x="51" y="118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7" y="55"/>
                    <a:pt x="88" y="53"/>
                    <a:pt x="87" y="52"/>
                  </a:cubicBezTo>
                  <a:cubicBezTo>
                    <a:pt x="87" y="52"/>
                    <a:pt x="85" y="51"/>
                    <a:pt x="84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2"/>
                    <a:pt x="61" y="8"/>
                    <a:pt x="55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36" y="8"/>
                    <a:pt x="31" y="12"/>
                    <a:pt x="31" y="18"/>
                  </a:cubicBezTo>
                  <a:cubicBezTo>
                    <a:pt x="31" y="51"/>
                    <a:pt x="31" y="51"/>
                    <a:pt x="31" y="51"/>
                  </a:cubicBezTo>
                  <a:lnTo>
                    <a:pt x="13" y="51"/>
                  </a:lnTo>
                  <a:close/>
                </a:path>
              </a:pathLst>
            </a:custGeom>
            <a:grpFill/>
            <a:ln w="9525">
              <a:solidFill>
                <a:srgbClr val="24B0D2"/>
              </a:solidFill>
              <a:round/>
              <a:headEnd/>
              <a:tailEnd/>
            </a:ln>
            <a:extLst/>
          </p:spPr>
          <p:txBody>
            <a:bodyPr vert="horz" wrap="square" lIns="91371" tIns="45686" rIns="91371" bIns="45686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99"/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836D98CA-A935-487B-8D6E-AA07EC3D7B35}"/>
              </a:ext>
            </a:extLst>
          </p:cNvPr>
          <p:cNvSpPr txBox="1"/>
          <p:nvPr/>
        </p:nvSpPr>
        <p:spPr bwMode="auto">
          <a:xfrm>
            <a:off x="1945482" y="2376218"/>
            <a:ext cx="3576570" cy="114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ja-JP" altLang="en-US" sz="2400" spc="10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rPr>
              <a:t>将实例传入的请求定向到合适的计算节点</a:t>
            </a:r>
            <a:endParaRPr lang="zh-CN" altLang="en-US" sz="2400" spc="10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904616E-EFB7-4833-97F5-AB78E32E064E}"/>
              </a:ext>
            </a:extLst>
          </p:cNvPr>
          <p:cNvSpPr txBox="1"/>
          <p:nvPr/>
        </p:nvSpPr>
        <p:spPr bwMode="auto">
          <a:xfrm>
            <a:off x="6813755" y="2740072"/>
            <a:ext cx="3860085" cy="1696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ja-JP" altLang="en-US" sz="2400" spc="10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rPr>
              <a:t>计算节点根据请求启动和创建新的虚拟机来提供满足请求的资源</a:t>
            </a:r>
            <a:endParaRPr lang="zh-CN" altLang="en-US" sz="2400" spc="10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395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900"/>
                            </p:stCondLst>
                            <p:childTnLst>
                              <p:par>
                                <p:cTn id="1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900"/>
                            </p:stCondLst>
                            <p:childTnLst>
                              <p:par>
                                <p:cTn id="1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4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9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4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900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400"/>
                            </p:stCondLst>
                            <p:childTnLst>
                              <p:par>
                                <p:cTn id="65" presetID="55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38" grpId="1"/>
      <p:bldP spid="39" grpId="0" animBg="1"/>
      <p:bldP spid="40" grpId="0"/>
      <p:bldP spid="4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9612" y="658906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计算节点任务调度规则</a:t>
            </a:r>
            <a:endParaRPr kumimoji="1" lang="zh-CN" altLang="en-US" sz="2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A6F5FA23-FBCF-432C-A889-9243066F2CB2}"/>
              </a:ext>
            </a:extLst>
          </p:cNvPr>
          <p:cNvSpPr/>
          <p:nvPr/>
        </p:nvSpPr>
        <p:spPr>
          <a:xfrm>
            <a:off x="5746375" y="3044839"/>
            <a:ext cx="777492" cy="777492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399" kern="0">
              <a:solidFill>
                <a:srgbClr val="FFFFFF"/>
              </a:solidFill>
            </a:endParaRPr>
          </a:p>
        </p:txBody>
      </p:sp>
      <p:sp>
        <p:nvSpPr>
          <p:cNvPr id="33" name="任意多边形 9">
            <a:extLst>
              <a:ext uri="{FF2B5EF4-FFF2-40B4-BE49-F238E27FC236}">
                <a16:creationId xmlns:a16="http://schemas.microsoft.com/office/drawing/2014/main" id="{1C24017C-D109-485D-88A0-0613E58C4EC4}"/>
              </a:ext>
            </a:extLst>
          </p:cNvPr>
          <p:cNvSpPr/>
          <p:nvPr/>
        </p:nvSpPr>
        <p:spPr>
          <a:xfrm>
            <a:off x="6121723" y="2165276"/>
            <a:ext cx="323639" cy="741427"/>
          </a:xfrm>
          <a:custGeom>
            <a:avLst/>
            <a:gdLst>
              <a:gd name="connsiteX0" fmla="*/ 0 w 349250"/>
              <a:gd name="connsiteY0" fmla="*/ 800100 h 800100"/>
              <a:gd name="connsiteX1" fmla="*/ 0 w 349250"/>
              <a:gd name="connsiteY1" fmla="*/ 0 h 800100"/>
              <a:gd name="connsiteX2" fmla="*/ 349250 w 34925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9250" h="800100">
                <a:moveTo>
                  <a:pt x="0" y="800100"/>
                </a:moveTo>
                <a:lnTo>
                  <a:pt x="0" y="0"/>
                </a:lnTo>
                <a:lnTo>
                  <a:pt x="349250" y="0"/>
                </a:lnTo>
              </a:path>
            </a:pathLst>
          </a:custGeom>
          <a:noFill/>
          <a:ln>
            <a:solidFill>
              <a:srgbClr val="24B0D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99"/>
          </a:p>
        </p:txBody>
      </p:sp>
      <p:sp>
        <p:nvSpPr>
          <p:cNvPr id="34" name="任意多边形 10">
            <a:extLst>
              <a:ext uri="{FF2B5EF4-FFF2-40B4-BE49-F238E27FC236}">
                <a16:creationId xmlns:a16="http://schemas.microsoft.com/office/drawing/2014/main" id="{28CCA7C0-D7B9-499F-89CA-E6EB6AE75997}"/>
              </a:ext>
            </a:extLst>
          </p:cNvPr>
          <p:cNvSpPr/>
          <p:nvPr/>
        </p:nvSpPr>
        <p:spPr>
          <a:xfrm flipH="1" flipV="1">
            <a:off x="5803969" y="3944589"/>
            <a:ext cx="323639" cy="741427"/>
          </a:xfrm>
          <a:custGeom>
            <a:avLst/>
            <a:gdLst>
              <a:gd name="connsiteX0" fmla="*/ 0 w 349250"/>
              <a:gd name="connsiteY0" fmla="*/ 800100 h 800100"/>
              <a:gd name="connsiteX1" fmla="*/ 0 w 349250"/>
              <a:gd name="connsiteY1" fmla="*/ 0 h 800100"/>
              <a:gd name="connsiteX2" fmla="*/ 349250 w 349250"/>
              <a:gd name="connsiteY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9250" h="800100">
                <a:moveTo>
                  <a:pt x="0" y="800100"/>
                </a:moveTo>
                <a:lnTo>
                  <a:pt x="0" y="0"/>
                </a:lnTo>
                <a:lnTo>
                  <a:pt x="349250" y="0"/>
                </a:lnTo>
              </a:path>
            </a:pathLst>
          </a:custGeom>
          <a:noFill/>
          <a:ln>
            <a:solidFill>
              <a:srgbClr val="24B0D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99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F28C60-7B4B-49A5-B796-2649649555DE}"/>
              </a:ext>
            </a:extLst>
          </p:cNvPr>
          <p:cNvSpPr/>
          <p:nvPr/>
        </p:nvSpPr>
        <p:spPr>
          <a:xfrm>
            <a:off x="6961714" y="2029439"/>
            <a:ext cx="3816873" cy="264636"/>
          </a:xfrm>
          <a:prstGeom prst="rect">
            <a:avLst/>
          </a:prstGeom>
          <a:solidFill>
            <a:srgbClr val="24B0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99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5DF38FD-93E2-4BE6-B1E0-8E2A9BE0F887}"/>
              </a:ext>
            </a:extLst>
          </p:cNvPr>
          <p:cNvSpPr/>
          <p:nvPr/>
        </p:nvSpPr>
        <p:spPr>
          <a:xfrm>
            <a:off x="1517529" y="4558403"/>
            <a:ext cx="3816873" cy="264636"/>
          </a:xfrm>
          <a:prstGeom prst="rect">
            <a:avLst/>
          </a:prstGeom>
          <a:solidFill>
            <a:srgbClr val="24B0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99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45957010-48EE-4D85-AA0E-0C2FD57F7AD6}"/>
              </a:ext>
            </a:extLst>
          </p:cNvPr>
          <p:cNvSpPr/>
          <p:nvPr/>
        </p:nvSpPr>
        <p:spPr>
          <a:xfrm>
            <a:off x="458798" y="1419031"/>
            <a:ext cx="1492490" cy="1492489"/>
          </a:xfrm>
          <a:prstGeom prst="ellipse">
            <a:avLst/>
          </a:prstGeom>
          <a:solidFill>
            <a:srgbClr val="58C4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399" kern="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BFF0A78-B016-424C-A9DC-FB3419D219C3}"/>
              </a:ext>
            </a:extLst>
          </p:cNvPr>
          <p:cNvSpPr txBox="1"/>
          <p:nvPr/>
        </p:nvSpPr>
        <p:spPr>
          <a:xfrm>
            <a:off x="533946" y="1849235"/>
            <a:ext cx="1342196" cy="64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597" dirty="0">
                <a:solidFill>
                  <a:schemeClr val="bg1"/>
                </a:solidFill>
                <a:latin typeface="ITC Avant Garde Std Bk" panose="020B0502020202020204" pitchFamily="34" charset="0"/>
              </a:rPr>
              <a:t>3</a:t>
            </a:r>
            <a:endParaRPr lang="zh-CN" altLang="en-US" sz="3597" dirty="0">
              <a:solidFill>
                <a:schemeClr val="bg1"/>
              </a:solidFill>
              <a:latin typeface="ITC Avant Garde Std Bk" panose="020B0502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53C1ACBF-7F24-4D3C-9B2E-F81477A5D7B0}"/>
              </a:ext>
            </a:extLst>
          </p:cNvPr>
          <p:cNvSpPr/>
          <p:nvPr/>
        </p:nvSpPr>
        <p:spPr>
          <a:xfrm>
            <a:off x="10386957" y="4124048"/>
            <a:ext cx="1492490" cy="1492487"/>
          </a:xfrm>
          <a:prstGeom prst="ellipse">
            <a:avLst/>
          </a:prstGeom>
          <a:solidFill>
            <a:srgbClr val="58C4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399" kern="0">
              <a:solidFill>
                <a:srgbClr val="FFFFFF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BABD286-0EB1-4B2B-9E51-A185CEC202B8}"/>
              </a:ext>
            </a:extLst>
          </p:cNvPr>
          <p:cNvSpPr txBox="1"/>
          <p:nvPr/>
        </p:nvSpPr>
        <p:spPr>
          <a:xfrm>
            <a:off x="10462105" y="4554251"/>
            <a:ext cx="1342196" cy="64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597" dirty="0">
                <a:solidFill>
                  <a:schemeClr val="bg1"/>
                </a:solidFill>
                <a:latin typeface="ITC Avant Garde Std Bk" panose="020B0502020202020204" pitchFamily="34" charset="0"/>
              </a:rPr>
              <a:t>4</a:t>
            </a:r>
            <a:endParaRPr lang="zh-CN" altLang="en-US" sz="3597" dirty="0">
              <a:solidFill>
                <a:schemeClr val="bg1"/>
              </a:solidFill>
              <a:latin typeface="ITC Avant Garde Std Bk" panose="020B0502020202020204" pitchFamily="34" charset="0"/>
            </a:endParaRPr>
          </a:p>
        </p:txBody>
      </p:sp>
      <p:grpSp>
        <p:nvGrpSpPr>
          <p:cNvPr id="43" name="组合 25">
            <a:extLst>
              <a:ext uri="{FF2B5EF4-FFF2-40B4-BE49-F238E27FC236}">
                <a16:creationId xmlns:a16="http://schemas.microsoft.com/office/drawing/2014/main" id="{17AF4649-E73D-421E-8009-5DB012AE8D37}"/>
              </a:ext>
            </a:extLst>
          </p:cNvPr>
          <p:cNvGrpSpPr/>
          <p:nvPr/>
        </p:nvGrpSpPr>
        <p:grpSpPr>
          <a:xfrm>
            <a:off x="5949614" y="3252782"/>
            <a:ext cx="371012" cy="372325"/>
            <a:chOff x="4511676" y="1389063"/>
            <a:chExt cx="449263" cy="450850"/>
          </a:xfrm>
          <a:solidFill>
            <a:schemeClr val="bg1"/>
          </a:solidFill>
        </p:grpSpPr>
        <p:sp>
          <p:nvSpPr>
            <p:cNvPr id="44" name="Freeform 62">
              <a:extLst>
                <a:ext uri="{FF2B5EF4-FFF2-40B4-BE49-F238E27FC236}">
                  <a16:creationId xmlns:a16="http://schemas.microsoft.com/office/drawing/2014/main" id="{77052FED-727D-4B52-A24F-0D2D5FC0F9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1676" y="1389063"/>
              <a:ext cx="449263" cy="450850"/>
            </a:xfrm>
            <a:custGeom>
              <a:avLst/>
              <a:gdLst>
                <a:gd name="T0" fmla="*/ 78 w 190"/>
                <a:gd name="T1" fmla="*/ 190 h 190"/>
                <a:gd name="T2" fmla="*/ 63 w 190"/>
                <a:gd name="T3" fmla="*/ 156 h 190"/>
                <a:gd name="T4" fmla="*/ 16 w 190"/>
                <a:gd name="T5" fmla="*/ 150 h 190"/>
                <a:gd name="T6" fmla="*/ 29 w 190"/>
                <a:gd name="T7" fmla="*/ 116 h 190"/>
                <a:gd name="T8" fmla="*/ 0 w 190"/>
                <a:gd name="T9" fmla="*/ 78 h 190"/>
                <a:gd name="T10" fmla="*/ 33 w 190"/>
                <a:gd name="T11" fmla="*/ 63 h 190"/>
                <a:gd name="T12" fmla="*/ 39 w 190"/>
                <a:gd name="T13" fmla="*/ 16 h 190"/>
                <a:gd name="T14" fmla="*/ 74 w 190"/>
                <a:gd name="T15" fmla="*/ 29 h 190"/>
                <a:gd name="T16" fmla="*/ 111 w 190"/>
                <a:gd name="T17" fmla="*/ 0 h 190"/>
                <a:gd name="T18" fmla="*/ 126 w 190"/>
                <a:gd name="T19" fmla="*/ 33 h 190"/>
                <a:gd name="T20" fmla="*/ 174 w 190"/>
                <a:gd name="T21" fmla="*/ 39 h 190"/>
                <a:gd name="T22" fmla="*/ 160 w 190"/>
                <a:gd name="T23" fmla="*/ 73 h 190"/>
                <a:gd name="T24" fmla="*/ 190 w 190"/>
                <a:gd name="T25" fmla="*/ 111 h 190"/>
                <a:gd name="T26" fmla="*/ 156 w 190"/>
                <a:gd name="T27" fmla="*/ 126 h 190"/>
                <a:gd name="T28" fmla="*/ 150 w 190"/>
                <a:gd name="T29" fmla="*/ 173 h 190"/>
                <a:gd name="T30" fmla="*/ 116 w 190"/>
                <a:gd name="T31" fmla="*/ 160 h 190"/>
                <a:gd name="T32" fmla="*/ 85 w 190"/>
                <a:gd name="T33" fmla="*/ 182 h 190"/>
                <a:gd name="T34" fmla="*/ 109 w 190"/>
                <a:gd name="T35" fmla="*/ 154 h 190"/>
                <a:gd name="T36" fmla="*/ 125 w 190"/>
                <a:gd name="T37" fmla="*/ 148 h 190"/>
                <a:gd name="T38" fmla="*/ 150 w 190"/>
                <a:gd name="T39" fmla="*/ 163 h 190"/>
                <a:gd name="T40" fmla="*/ 147 w 190"/>
                <a:gd name="T41" fmla="*/ 127 h 190"/>
                <a:gd name="T42" fmla="*/ 153 w 190"/>
                <a:gd name="T43" fmla="*/ 111 h 190"/>
                <a:gd name="T44" fmla="*/ 182 w 190"/>
                <a:gd name="T45" fmla="*/ 104 h 190"/>
                <a:gd name="T46" fmla="*/ 154 w 190"/>
                <a:gd name="T47" fmla="*/ 80 h 190"/>
                <a:gd name="T48" fmla="*/ 148 w 190"/>
                <a:gd name="T49" fmla="*/ 65 h 190"/>
                <a:gd name="T50" fmla="*/ 163 w 190"/>
                <a:gd name="T51" fmla="*/ 40 h 190"/>
                <a:gd name="T52" fmla="*/ 127 w 190"/>
                <a:gd name="T53" fmla="*/ 43 h 190"/>
                <a:gd name="T54" fmla="*/ 111 w 190"/>
                <a:gd name="T55" fmla="*/ 36 h 190"/>
                <a:gd name="T56" fmla="*/ 104 w 190"/>
                <a:gd name="T57" fmla="*/ 8 h 190"/>
                <a:gd name="T58" fmla="*/ 81 w 190"/>
                <a:gd name="T59" fmla="*/ 35 h 190"/>
                <a:gd name="T60" fmla="*/ 65 w 190"/>
                <a:gd name="T61" fmla="*/ 41 h 190"/>
                <a:gd name="T62" fmla="*/ 40 w 190"/>
                <a:gd name="T63" fmla="*/ 26 h 190"/>
                <a:gd name="T64" fmla="*/ 43 w 190"/>
                <a:gd name="T65" fmla="*/ 63 h 190"/>
                <a:gd name="T66" fmla="*/ 36 w 190"/>
                <a:gd name="T67" fmla="*/ 78 h 190"/>
                <a:gd name="T68" fmla="*/ 8 w 190"/>
                <a:gd name="T69" fmla="*/ 85 h 190"/>
                <a:gd name="T70" fmla="*/ 35 w 190"/>
                <a:gd name="T71" fmla="*/ 109 h 190"/>
                <a:gd name="T72" fmla="*/ 42 w 190"/>
                <a:gd name="T73" fmla="*/ 124 h 190"/>
                <a:gd name="T74" fmla="*/ 27 w 190"/>
                <a:gd name="T75" fmla="*/ 149 h 190"/>
                <a:gd name="T76" fmla="*/ 63 w 190"/>
                <a:gd name="T77" fmla="*/ 147 h 190"/>
                <a:gd name="T78" fmla="*/ 78 w 190"/>
                <a:gd name="T79" fmla="*/ 153 h 190"/>
                <a:gd name="T80" fmla="*/ 85 w 190"/>
                <a:gd name="T81" fmla="*/ 182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0" h="190">
                  <a:moveTo>
                    <a:pt x="111" y="190"/>
                  </a:moveTo>
                  <a:cubicBezTo>
                    <a:pt x="78" y="190"/>
                    <a:pt x="78" y="190"/>
                    <a:pt x="78" y="190"/>
                  </a:cubicBezTo>
                  <a:cubicBezTo>
                    <a:pt x="74" y="160"/>
                    <a:pt x="74" y="160"/>
                    <a:pt x="74" y="160"/>
                  </a:cubicBezTo>
                  <a:cubicBezTo>
                    <a:pt x="70" y="159"/>
                    <a:pt x="67" y="158"/>
                    <a:pt x="63" y="156"/>
                  </a:cubicBezTo>
                  <a:cubicBezTo>
                    <a:pt x="39" y="173"/>
                    <a:pt x="39" y="173"/>
                    <a:pt x="39" y="173"/>
                  </a:cubicBezTo>
                  <a:cubicBezTo>
                    <a:pt x="16" y="150"/>
                    <a:pt x="16" y="150"/>
                    <a:pt x="16" y="150"/>
                  </a:cubicBezTo>
                  <a:cubicBezTo>
                    <a:pt x="33" y="126"/>
                    <a:pt x="33" y="126"/>
                    <a:pt x="33" y="126"/>
                  </a:cubicBezTo>
                  <a:cubicBezTo>
                    <a:pt x="32" y="123"/>
                    <a:pt x="30" y="119"/>
                    <a:pt x="29" y="116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0" y="70"/>
                    <a:pt x="32" y="67"/>
                    <a:pt x="33" y="63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7" y="32"/>
                    <a:pt x="70" y="30"/>
                    <a:pt x="74" y="29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6" y="29"/>
                    <a:pt x="116" y="29"/>
                    <a:pt x="116" y="29"/>
                  </a:cubicBezTo>
                  <a:cubicBezTo>
                    <a:pt x="120" y="30"/>
                    <a:pt x="123" y="32"/>
                    <a:pt x="126" y="33"/>
                  </a:cubicBezTo>
                  <a:cubicBezTo>
                    <a:pt x="150" y="16"/>
                    <a:pt x="150" y="16"/>
                    <a:pt x="150" y="16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56" y="63"/>
                    <a:pt x="156" y="63"/>
                    <a:pt x="156" y="63"/>
                  </a:cubicBezTo>
                  <a:cubicBezTo>
                    <a:pt x="158" y="67"/>
                    <a:pt x="159" y="70"/>
                    <a:pt x="160" y="73"/>
                  </a:cubicBezTo>
                  <a:cubicBezTo>
                    <a:pt x="190" y="78"/>
                    <a:pt x="190" y="78"/>
                    <a:pt x="190" y="78"/>
                  </a:cubicBezTo>
                  <a:cubicBezTo>
                    <a:pt x="190" y="111"/>
                    <a:pt x="190" y="111"/>
                    <a:pt x="190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59" y="119"/>
                    <a:pt x="158" y="123"/>
                    <a:pt x="156" y="126"/>
                  </a:cubicBezTo>
                  <a:cubicBezTo>
                    <a:pt x="174" y="150"/>
                    <a:pt x="174" y="150"/>
                    <a:pt x="174" y="150"/>
                  </a:cubicBezTo>
                  <a:cubicBezTo>
                    <a:pt x="150" y="173"/>
                    <a:pt x="150" y="173"/>
                    <a:pt x="150" y="173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3" y="158"/>
                    <a:pt x="120" y="159"/>
                    <a:pt x="116" y="160"/>
                  </a:cubicBezTo>
                  <a:lnTo>
                    <a:pt x="111" y="190"/>
                  </a:lnTo>
                  <a:close/>
                  <a:moveTo>
                    <a:pt x="85" y="182"/>
                  </a:moveTo>
                  <a:cubicBezTo>
                    <a:pt x="104" y="182"/>
                    <a:pt x="104" y="182"/>
                    <a:pt x="104" y="182"/>
                  </a:cubicBezTo>
                  <a:cubicBezTo>
                    <a:pt x="109" y="154"/>
                    <a:pt x="109" y="154"/>
                    <a:pt x="109" y="154"/>
                  </a:cubicBezTo>
                  <a:cubicBezTo>
                    <a:pt x="111" y="153"/>
                    <a:pt x="111" y="153"/>
                    <a:pt x="111" y="153"/>
                  </a:cubicBezTo>
                  <a:cubicBezTo>
                    <a:pt x="116" y="152"/>
                    <a:pt x="120" y="150"/>
                    <a:pt x="125" y="148"/>
                  </a:cubicBezTo>
                  <a:cubicBezTo>
                    <a:pt x="127" y="147"/>
                    <a:pt x="127" y="147"/>
                    <a:pt x="127" y="147"/>
                  </a:cubicBezTo>
                  <a:cubicBezTo>
                    <a:pt x="150" y="163"/>
                    <a:pt x="150" y="163"/>
                    <a:pt x="150" y="163"/>
                  </a:cubicBezTo>
                  <a:cubicBezTo>
                    <a:pt x="163" y="149"/>
                    <a:pt x="163" y="149"/>
                    <a:pt x="163" y="149"/>
                  </a:cubicBezTo>
                  <a:cubicBezTo>
                    <a:pt x="147" y="127"/>
                    <a:pt x="147" y="127"/>
                    <a:pt x="147" y="127"/>
                  </a:cubicBezTo>
                  <a:cubicBezTo>
                    <a:pt x="148" y="124"/>
                    <a:pt x="148" y="124"/>
                    <a:pt x="148" y="124"/>
                  </a:cubicBezTo>
                  <a:cubicBezTo>
                    <a:pt x="150" y="120"/>
                    <a:pt x="152" y="116"/>
                    <a:pt x="153" y="111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54" y="80"/>
                    <a:pt x="154" y="80"/>
                    <a:pt x="154" y="80"/>
                  </a:cubicBezTo>
                  <a:cubicBezTo>
                    <a:pt x="153" y="78"/>
                    <a:pt x="153" y="78"/>
                    <a:pt x="153" y="78"/>
                  </a:cubicBezTo>
                  <a:cubicBezTo>
                    <a:pt x="152" y="73"/>
                    <a:pt x="150" y="69"/>
                    <a:pt x="148" y="65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63" y="40"/>
                    <a:pt x="163" y="40"/>
                    <a:pt x="163" y="40"/>
                  </a:cubicBezTo>
                  <a:cubicBezTo>
                    <a:pt x="150" y="26"/>
                    <a:pt x="150" y="26"/>
                    <a:pt x="150" y="26"/>
                  </a:cubicBezTo>
                  <a:cubicBezTo>
                    <a:pt x="127" y="43"/>
                    <a:pt x="127" y="43"/>
                    <a:pt x="127" y="43"/>
                  </a:cubicBezTo>
                  <a:cubicBezTo>
                    <a:pt x="125" y="41"/>
                    <a:pt x="125" y="41"/>
                    <a:pt x="125" y="41"/>
                  </a:cubicBezTo>
                  <a:cubicBezTo>
                    <a:pt x="120" y="39"/>
                    <a:pt x="116" y="37"/>
                    <a:pt x="111" y="36"/>
                  </a:cubicBezTo>
                  <a:cubicBezTo>
                    <a:pt x="109" y="35"/>
                    <a:pt x="109" y="35"/>
                    <a:pt x="109" y="35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1" y="35"/>
                    <a:pt x="81" y="35"/>
                    <a:pt x="81" y="35"/>
                  </a:cubicBezTo>
                  <a:cubicBezTo>
                    <a:pt x="78" y="36"/>
                    <a:pt x="78" y="36"/>
                    <a:pt x="78" y="36"/>
                  </a:cubicBezTo>
                  <a:cubicBezTo>
                    <a:pt x="74" y="37"/>
                    <a:pt x="69" y="39"/>
                    <a:pt x="65" y="41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43" y="63"/>
                    <a:pt x="43" y="63"/>
                    <a:pt x="43" y="63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9" y="69"/>
                    <a:pt x="37" y="74"/>
                    <a:pt x="36" y="78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8" y="85"/>
                    <a:pt x="8" y="85"/>
                    <a:pt x="8" y="85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35" y="109"/>
                    <a:pt x="35" y="109"/>
                    <a:pt x="35" y="109"/>
                  </a:cubicBezTo>
                  <a:cubicBezTo>
                    <a:pt x="36" y="111"/>
                    <a:pt x="36" y="111"/>
                    <a:pt x="36" y="111"/>
                  </a:cubicBezTo>
                  <a:cubicBezTo>
                    <a:pt x="37" y="116"/>
                    <a:pt x="39" y="120"/>
                    <a:pt x="42" y="124"/>
                  </a:cubicBezTo>
                  <a:cubicBezTo>
                    <a:pt x="43" y="127"/>
                    <a:pt x="43" y="127"/>
                    <a:pt x="43" y="127"/>
                  </a:cubicBezTo>
                  <a:cubicBezTo>
                    <a:pt x="27" y="149"/>
                    <a:pt x="27" y="149"/>
                    <a:pt x="27" y="149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5" y="148"/>
                    <a:pt x="65" y="148"/>
                    <a:pt x="65" y="148"/>
                  </a:cubicBezTo>
                  <a:cubicBezTo>
                    <a:pt x="69" y="150"/>
                    <a:pt x="74" y="152"/>
                    <a:pt x="78" y="153"/>
                  </a:cubicBezTo>
                  <a:cubicBezTo>
                    <a:pt x="81" y="154"/>
                    <a:pt x="81" y="154"/>
                    <a:pt x="81" y="154"/>
                  </a:cubicBezTo>
                  <a:lnTo>
                    <a:pt x="85" y="1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71" tIns="45686" rIns="91371" bIns="45686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99"/>
            </a:p>
          </p:txBody>
        </p:sp>
        <p:sp>
          <p:nvSpPr>
            <p:cNvPr id="45" name="Freeform 63">
              <a:extLst>
                <a:ext uri="{FF2B5EF4-FFF2-40B4-BE49-F238E27FC236}">
                  <a16:creationId xmlns:a16="http://schemas.microsoft.com/office/drawing/2014/main" id="{21E235A4-63CD-410E-B7AF-37DC2A88A7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0426" y="1549401"/>
              <a:ext cx="131763" cy="131763"/>
            </a:xfrm>
            <a:custGeom>
              <a:avLst/>
              <a:gdLst>
                <a:gd name="T0" fmla="*/ 28 w 56"/>
                <a:gd name="T1" fmla="*/ 56 h 56"/>
                <a:gd name="T2" fmla="*/ 0 w 56"/>
                <a:gd name="T3" fmla="*/ 28 h 56"/>
                <a:gd name="T4" fmla="*/ 28 w 56"/>
                <a:gd name="T5" fmla="*/ 0 h 56"/>
                <a:gd name="T6" fmla="*/ 56 w 56"/>
                <a:gd name="T7" fmla="*/ 28 h 56"/>
                <a:gd name="T8" fmla="*/ 28 w 56"/>
                <a:gd name="T9" fmla="*/ 56 h 56"/>
                <a:gd name="T10" fmla="*/ 28 w 56"/>
                <a:gd name="T11" fmla="*/ 4 h 56"/>
                <a:gd name="T12" fmla="*/ 4 w 56"/>
                <a:gd name="T13" fmla="*/ 28 h 56"/>
                <a:gd name="T14" fmla="*/ 28 w 56"/>
                <a:gd name="T15" fmla="*/ 52 h 56"/>
                <a:gd name="T16" fmla="*/ 52 w 56"/>
                <a:gd name="T17" fmla="*/ 28 h 56"/>
                <a:gd name="T18" fmla="*/ 28 w 56"/>
                <a:gd name="T19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56"/>
                  </a:moveTo>
                  <a:cubicBezTo>
                    <a:pt x="12" y="56"/>
                    <a:pt x="0" y="43"/>
                    <a:pt x="0" y="28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6" y="12"/>
                    <a:pt x="56" y="28"/>
                  </a:cubicBezTo>
                  <a:cubicBezTo>
                    <a:pt x="56" y="43"/>
                    <a:pt x="43" y="56"/>
                    <a:pt x="28" y="56"/>
                  </a:cubicBezTo>
                  <a:close/>
                  <a:moveTo>
                    <a:pt x="28" y="4"/>
                  </a:moveTo>
                  <a:cubicBezTo>
                    <a:pt x="15" y="4"/>
                    <a:pt x="4" y="14"/>
                    <a:pt x="4" y="28"/>
                  </a:cubicBezTo>
                  <a:cubicBezTo>
                    <a:pt x="4" y="41"/>
                    <a:pt x="15" y="52"/>
                    <a:pt x="28" y="52"/>
                  </a:cubicBezTo>
                  <a:cubicBezTo>
                    <a:pt x="41" y="52"/>
                    <a:pt x="52" y="41"/>
                    <a:pt x="52" y="28"/>
                  </a:cubicBezTo>
                  <a:cubicBezTo>
                    <a:pt x="52" y="14"/>
                    <a:pt x="41" y="4"/>
                    <a:pt x="2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71" tIns="45686" rIns="91371" bIns="45686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99"/>
            </a:p>
          </p:txBody>
        </p:sp>
      </p:grpSp>
      <p:grpSp>
        <p:nvGrpSpPr>
          <p:cNvPr id="48" name="组合 30">
            <a:extLst>
              <a:ext uri="{FF2B5EF4-FFF2-40B4-BE49-F238E27FC236}">
                <a16:creationId xmlns:a16="http://schemas.microsoft.com/office/drawing/2014/main" id="{3F54141B-E50B-4E7A-9612-96D72450C22C}"/>
              </a:ext>
            </a:extLst>
          </p:cNvPr>
          <p:cNvGrpSpPr/>
          <p:nvPr/>
        </p:nvGrpSpPr>
        <p:grpSpPr>
          <a:xfrm>
            <a:off x="5452712" y="4576729"/>
            <a:ext cx="227639" cy="240135"/>
            <a:chOff x="2720976" y="3214688"/>
            <a:chExt cx="404813" cy="427038"/>
          </a:xfrm>
          <a:solidFill>
            <a:srgbClr val="24B0D2"/>
          </a:solidFill>
        </p:grpSpPr>
        <p:sp>
          <p:nvSpPr>
            <p:cNvPr id="49" name="Freeform 104">
              <a:extLst>
                <a:ext uri="{FF2B5EF4-FFF2-40B4-BE49-F238E27FC236}">
                  <a16:creationId xmlns:a16="http://schemas.microsoft.com/office/drawing/2014/main" id="{7783630A-E4F6-4075-B025-AC1A11735C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0976" y="3214688"/>
              <a:ext cx="404813" cy="427038"/>
            </a:xfrm>
            <a:custGeom>
              <a:avLst/>
              <a:gdLst>
                <a:gd name="T0" fmla="*/ 121 w 171"/>
                <a:gd name="T1" fmla="*/ 180 h 180"/>
                <a:gd name="T2" fmla="*/ 121 w 171"/>
                <a:gd name="T3" fmla="*/ 144 h 180"/>
                <a:gd name="T4" fmla="*/ 74 w 171"/>
                <a:gd name="T5" fmla="*/ 129 h 180"/>
                <a:gd name="T6" fmla="*/ 52 w 171"/>
                <a:gd name="T7" fmla="*/ 96 h 180"/>
                <a:gd name="T8" fmla="*/ 4 w 171"/>
                <a:gd name="T9" fmla="*/ 64 h 180"/>
                <a:gd name="T10" fmla="*/ 0 w 171"/>
                <a:gd name="T11" fmla="*/ 64 h 180"/>
                <a:gd name="T12" fmla="*/ 0 w 171"/>
                <a:gd name="T13" fmla="*/ 36 h 180"/>
                <a:gd name="T14" fmla="*/ 4 w 171"/>
                <a:gd name="T15" fmla="*/ 36 h 180"/>
                <a:gd name="T16" fmla="*/ 54 w 171"/>
                <a:gd name="T17" fmla="*/ 52 h 180"/>
                <a:gd name="T18" fmla="*/ 77 w 171"/>
                <a:gd name="T19" fmla="*/ 84 h 180"/>
                <a:gd name="T20" fmla="*/ 121 w 171"/>
                <a:gd name="T21" fmla="*/ 116 h 180"/>
                <a:gd name="T22" fmla="*/ 121 w 171"/>
                <a:gd name="T23" fmla="*/ 64 h 180"/>
                <a:gd name="T24" fmla="*/ 88 w 171"/>
                <a:gd name="T25" fmla="*/ 78 h 180"/>
                <a:gd name="T26" fmla="*/ 84 w 171"/>
                <a:gd name="T27" fmla="*/ 82 h 180"/>
                <a:gd name="T28" fmla="*/ 81 w 171"/>
                <a:gd name="T29" fmla="*/ 77 h 180"/>
                <a:gd name="T30" fmla="*/ 71 w 171"/>
                <a:gd name="T31" fmla="*/ 59 h 180"/>
                <a:gd name="T32" fmla="*/ 69 w 171"/>
                <a:gd name="T33" fmla="*/ 56 h 180"/>
                <a:gd name="T34" fmla="*/ 71 w 171"/>
                <a:gd name="T35" fmla="*/ 54 h 180"/>
                <a:gd name="T36" fmla="*/ 74 w 171"/>
                <a:gd name="T37" fmla="*/ 52 h 180"/>
                <a:gd name="T38" fmla="*/ 121 w 171"/>
                <a:gd name="T39" fmla="*/ 36 h 180"/>
                <a:gd name="T40" fmla="*/ 121 w 171"/>
                <a:gd name="T41" fmla="*/ 0 h 180"/>
                <a:gd name="T42" fmla="*/ 171 w 171"/>
                <a:gd name="T43" fmla="*/ 50 h 180"/>
                <a:gd name="T44" fmla="*/ 130 w 171"/>
                <a:gd name="T45" fmla="*/ 90 h 180"/>
                <a:gd name="T46" fmla="*/ 171 w 171"/>
                <a:gd name="T47" fmla="*/ 130 h 180"/>
                <a:gd name="T48" fmla="*/ 121 w 171"/>
                <a:gd name="T49" fmla="*/ 180 h 180"/>
                <a:gd name="T50" fmla="*/ 8 w 171"/>
                <a:gd name="T51" fmla="*/ 56 h 180"/>
                <a:gd name="T52" fmla="*/ 59 w 171"/>
                <a:gd name="T53" fmla="*/ 93 h 180"/>
                <a:gd name="T54" fmla="*/ 79 w 171"/>
                <a:gd name="T55" fmla="*/ 122 h 180"/>
                <a:gd name="T56" fmla="*/ 125 w 171"/>
                <a:gd name="T57" fmla="*/ 137 h 180"/>
                <a:gd name="T58" fmla="*/ 129 w 171"/>
                <a:gd name="T59" fmla="*/ 137 h 180"/>
                <a:gd name="T60" fmla="*/ 129 w 171"/>
                <a:gd name="T61" fmla="*/ 161 h 180"/>
                <a:gd name="T62" fmla="*/ 159 w 171"/>
                <a:gd name="T63" fmla="*/ 130 h 180"/>
                <a:gd name="T64" fmla="*/ 129 w 171"/>
                <a:gd name="T65" fmla="*/ 100 h 180"/>
                <a:gd name="T66" fmla="*/ 129 w 171"/>
                <a:gd name="T67" fmla="*/ 124 h 180"/>
                <a:gd name="T68" fmla="*/ 125 w 171"/>
                <a:gd name="T69" fmla="*/ 124 h 180"/>
                <a:gd name="T70" fmla="*/ 70 w 171"/>
                <a:gd name="T71" fmla="*/ 87 h 180"/>
                <a:gd name="T72" fmla="*/ 49 w 171"/>
                <a:gd name="T73" fmla="*/ 58 h 180"/>
                <a:gd name="T74" fmla="*/ 8 w 171"/>
                <a:gd name="T75" fmla="*/ 44 h 180"/>
                <a:gd name="T76" fmla="*/ 8 w 171"/>
                <a:gd name="T77" fmla="*/ 56 h 180"/>
                <a:gd name="T78" fmla="*/ 125 w 171"/>
                <a:gd name="T79" fmla="*/ 56 h 180"/>
                <a:gd name="T80" fmla="*/ 129 w 171"/>
                <a:gd name="T81" fmla="*/ 56 h 180"/>
                <a:gd name="T82" fmla="*/ 129 w 171"/>
                <a:gd name="T83" fmla="*/ 80 h 180"/>
                <a:gd name="T84" fmla="*/ 159 w 171"/>
                <a:gd name="T85" fmla="*/ 50 h 180"/>
                <a:gd name="T86" fmla="*/ 129 w 171"/>
                <a:gd name="T87" fmla="*/ 19 h 180"/>
                <a:gd name="T88" fmla="*/ 129 w 171"/>
                <a:gd name="T89" fmla="*/ 44 h 180"/>
                <a:gd name="T90" fmla="*/ 125 w 171"/>
                <a:gd name="T91" fmla="*/ 44 h 180"/>
                <a:gd name="T92" fmla="*/ 79 w 171"/>
                <a:gd name="T93" fmla="*/ 58 h 180"/>
                <a:gd name="T94" fmla="*/ 86 w 171"/>
                <a:gd name="T95" fmla="*/ 68 h 180"/>
                <a:gd name="T96" fmla="*/ 125 w 171"/>
                <a:gd name="T97" fmla="*/ 56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71" h="180">
                  <a:moveTo>
                    <a:pt x="121" y="180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01" y="144"/>
                    <a:pt x="86" y="139"/>
                    <a:pt x="74" y="129"/>
                  </a:cubicBezTo>
                  <a:cubicBezTo>
                    <a:pt x="63" y="119"/>
                    <a:pt x="57" y="108"/>
                    <a:pt x="52" y="96"/>
                  </a:cubicBezTo>
                  <a:cubicBezTo>
                    <a:pt x="42" y="78"/>
                    <a:pt x="35" y="64"/>
                    <a:pt x="4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25" y="36"/>
                    <a:pt x="42" y="41"/>
                    <a:pt x="54" y="52"/>
                  </a:cubicBezTo>
                  <a:cubicBezTo>
                    <a:pt x="65" y="61"/>
                    <a:pt x="71" y="73"/>
                    <a:pt x="77" y="84"/>
                  </a:cubicBezTo>
                  <a:cubicBezTo>
                    <a:pt x="86" y="102"/>
                    <a:pt x="92" y="115"/>
                    <a:pt x="121" y="116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01" y="65"/>
                    <a:pt x="93" y="71"/>
                    <a:pt x="88" y="78"/>
                  </a:cubicBezTo>
                  <a:cubicBezTo>
                    <a:pt x="84" y="82"/>
                    <a:pt x="84" y="82"/>
                    <a:pt x="84" y="82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78" y="71"/>
                    <a:pt x="75" y="65"/>
                    <a:pt x="71" y="59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72" y="53"/>
                    <a:pt x="73" y="52"/>
                    <a:pt x="74" y="52"/>
                  </a:cubicBezTo>
                  <a:cubicBezTo>
                    <a:pt x="86" y="42"/>
                    <a:pt x="101" y="36"/>
                    <a:pt x="121" y="36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71" y="50"/>
                    <a:pt x="171" y="50"/>
                    <a:pt x="171" y="50"/>
                  </a:cubicBezTo>
                  <a:cubicBezTo>
                    <a:pt x="130" y="90"/>
                    <a:pt x="130" y="90"/>
                    <a:pt x="130" y="90"/>
                  </a:cubicBezTo>
                  <a:cubicBezTo>
                    <a:pt x="171" y="130"/>
                    <a:pt x="171" y="130"/>
                    <a:pt x="171" y="130"/>
                  </a:cubicBezTo>
                  <a:lnTo>
                    <a:pt x="121" y="180"/>
                  </a:lnTo>
                  <a:close/>
                  <a:moveTo>
                    <a:pt x="8" y="56"/>
                  </a:moveTo>
                  <a:cubicBezTo>
                    <a:pt x="41" y="57"/>
                    <a:pt x="49" y="74"/>
                    <a:pt x="59" y="93"/>
                  </a:cubicBezTo>
                  <a:cubicBezTo>
                    <a:pt x="64" y="103"/>
                    <a:pt x="69" y="114"/>
                    <a:pt x="79" y="122"/>
                  </a:cubicBezTo>
                  <a:cubicBezTo>
                    <a:pt x="90" y="132"/>
                    <a:pt x="105" y="137"/>
                    <a:pt x="125" y="137"/>
                  </a:cubicBezTo>
                  <a:cubicBezTo>
                    <a:pt x="129" y="137"/>
                    <a:pt x="129" y="137"/>
                    <a:pt x="129" y="137"/>
                  </a:cubicBezTo>
                  <a:cubicBezTo>
                    <a:pt x="129" y="161"/>
                    <a:pt x="129" y="161"/>
                    <a:pt x="129" y="161"/>
                  </a:cubicBezTo>
                  <a:cubicBezTo>
                    <a:pt x="159" y="130"/>
                    <a:pt x="159" y="130"/>
                    <a:pt x="159" y="130"/>
                  </a:cubicBezTo>
                  <a:cubicBezTo>
                    <a:pt x="129" y="100"/>
                    <a:pt x="129" y="100"/>
                    <a:pt x="129" y="100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88" y="124"/>
                    <a:pt x="80" y="107"/>
                    <a:pt x="70" y="87"/>
                  </a:cubicBezTo>
                  <a:cubicBezTo>
                    <a:pt x="64" y="77"/>
                    <a:pt x="59" y="66"/>
                    <a:pt x="49" y="58"/>
                  </a:cubicBezTo>
                  <a:cubicBezTo>
                    <a:pt x="39" y="49"/>
                    <a:pt x="25" y="44"/>
                    <a:pt x="8" y="44"/>
                  </a:cubicBezTo>
                  <a:lnTo>
                    <a:pt x="8" y="56"/>
                  </a:lnTo>
                  <a:close/>
                  <a:moveTo>
                    <a:pt x="125" y="56"/>
                  </a:moveTo>
                  <a:cubicBezTo>
                    <a:pt x="129" y="56"/>
                    <a:pt x="129" y="56"/>
                    <a:pt x="129" y="56"/>
                  </a:cubicBezTo>
                  <a:cubicBezTo>
                    <a:pt x="129" y="80"/>
                    <a:pt x="129" y="80"/>
                    <a:pt x="129" y="80"/>
                  </a:cubicBezTo>
                  <a:cubicBezTo>
                    <a:pt x="159" y="50"/>
                    <a:pt x="159" y="50"/>
                    <a:pt x="159" y="50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29" y="44"/>
                    <a:pt x="129" y="44"/>
                    <a:pt x="129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05" y="44"/>
                    <a:pt x="90" y="48"/>
                    <a:pt x="79" y="58"/>
                  </a:cubicBezTo>
                  <a:cubicBezTo>
                    <a:pt x="82" y="61"/>
                    <a:pt x="84" y="65"/>
                    <a:pt x="86" y="68"/>
                  </a:cubicBezTo>
                  <a:cubicBezTo>
                    <a:pt x="95" y="60"/>
                    <a:pt x="107" y="56"/>
                    <a:pt x="125" y="56"/>
                  </a:cubicBezTo>
                  <a:close/>
                </a:path>
              </a:pathLst>
            </a:custGeom>
            <a:grpFill/>
            <a:ln w="9525">
              <a:solidFill>
                <a:srgbClr val="24B0D2"/>
              </a:solidFill>
              <a:round/>
              <a:headEnd/>
              <a:tailEnd/>
            </a:ln>
            <a:extLst/>
          </p:spPr>
          <p:txBody>
            <a:bodyPr vert="horz" wrap="square" lIns="91371" tIns="45686" rIns="91371" bIns="45686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99"/>
            </a:p>
          </p:txBody>
        </p:sp>
        <p:sp>
          <p:nvSpPr>
            <p:cNvPr id="50" name="Freeform 105">
              <a:extLst>
                <a:ext uri="{FF2B5EF4-FFF2-40B4-BE49-F238E27FC236}">
                  <a16:creationId xmlns:a16="http://schemas.microsoft.com/office/drawing/2014/main" id="{2DDA6E0C-F837-410E-9494-FBE84C366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5738" y="3455988"/>
              <a:ext cx="130175" cy="98425"/>
            </a:xfrm>
            <a:custGeom>
              <a:avLst/>
              <a:gdLst>
                <a:gd name="T0" fmla="*/ 2 w 55"/>
                <a:gd name="T1" fmla="*/ 41 h 41"/>
                <a:gd name="T2" fmla="*/ 0 w 55"/>
                <a:gd name="T3" fmla="*/ 41 h 41"/>
                <a:gd name="T4" fmla="*/ 0 w 55"/>
                <a:gd name="T5" fmla="*/ 16 h 41"/>
                <a:gd name="T6" fmla="*/ 2 w 55"/>
                <a:gd name="T7" fmla="*/ 16 h 41"/>
                <a:gd name="T8" fmla="*/ 40 w 55"/>
                <a:gd name="T9" fmla="*/ 2 h 41"/>
                <a:gd name="T10" fmla="*/ 42 w 55"/>
                <a:gd name="T11" fmla="*/ 0 h 41"/>
                <a:gd name="T12" fmla="*/ 43 w 55"/>
                <a:gd name="T13" fmla="*/ 2 h 41"/>
                <a:gd name="T14" fmla="*/ 54 w 55"/>
                <a:gd name="T15" fmla="*/ 20 h 41"/>
                <a:gd name="T16" fmla="*/ 55 w 55"/>
                <a:gd name="T17" fmla="*/ 22 h 41"/>
                <a:gd name="T18" fmla="*/ 54 w 55"/>
                <a:gd name="T19" fmla="*/ 23 h 41"/>
                <a:gd name="T20" fmla="*/ 51 w 55"/>
                <a:gd name="T21" fmla="*/ 25 h 41"/>
                <a:gd name="T22" fmla="*/ 2 w 55"/>
                <a:gd name="T23" fmla="*/ 41 h 41"/>
                <a:gd name="T24" fmla="*/ 4 w 55"/>
                <a:gd name="T25" fmla="*/ 20 h 41"/>
                <a:gd name="T26" fmla="*/ 4 w 55"/>
                <a:gd name="T27" fmla="*/ 37 h 41"/>
                <a:gd name="T28" fmla="*/ 49 w 55"/>
                <a:gd name="T29" fmla="*/ 22 h 41"/>
                <a:gd name="T30" fmla="*/ 50 w 55"/>
                <a:gd name="T31" fmla="*/ 21 h 41"/>
                <a:gd name="T32" fmla="*/ 41 w 55"/>
                <a:gd name="T33" fmla="*/ 7 h 41"/>
                <a:gd name="T34" fmla="*/ 4 w 55"/>
                <a:gd name="T35" fmla="*/ 2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" h="41">
                  <a:moveTo>
                    <a:pt x="2" y="41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0" y="16"/>
                    <a:pt x="32" y="12"/>
                    <a:pt x="40" y="2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6" y="8"/>
                    <a:pt x="50" y="14"/>
                    <a:pt x="54" y="20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3" y="24"/>
                    <a:pt x="52" y="24"/>
                    <a:pt x="51" y="25"/>
                  </a:cubicBezTo>
                  <a:cubicBezTo>
                    <a:pt x="39" y="35"/>
                    <a:pt x="23" y="41"/>
                    <a:pt x="2" y="41"/>
                  </a:cubicBezTo>
                  <a:close/>
                  <a:moveTo>
                    <a:pt x="4" y="20"/>
                  </a:moveTo>
                  <a:cubicBezTo>
                    <a:pt x="4" y="37"/>
                    <a:pt x="4" y="37"/>
                    <a:pt x="4" y="37"/>
                  </a:cubicBezTo>
                  <a:cubicBezTo>
                    <a:pt x="23" y="36"/>
                    <a:pt x="37" y="31"/>
                    <a:pt x="49" y="22"/>
                  </a:cubicBezTo>
                  <a:cubicBezTo>
                    <a:pt x="49" y="22"/>
                    <a:pt x="49" y="21"/>
                    <a:pt x="50" y="21"/>
                  </a:cubicBezTo>
                  <a:cubicBezTo>
                    <a:pt x="46" y="16"/>
                    <a:pt x="44" y="11"/>
                    <a:pt x="41" y="7"/>
                  </a:cubicBezTo>
                  <a:cubicBezTo>
                    <a:pt x="32" y="16"/>
                    <a:pt x="21" y="20"/>
                    <a:pt x="4" y="20"/>
                  </a:cubicBezTo>
                  <a:close/>
                </a:path>
              </a:pathLst>
            </a:custGeom>
            <a:grpFill/>
            <a:ln w="9525">
              <a:solidFill>
                <a:srgbClr val="24B0D2"/>
              </a:solidFill>
              <a:round/>
              <a:headEnd/>
              <a:tailEnd/>
            </a:ln>
            <a:extLst/>
          </p:spPr>
          <p:txBody>
            <a:bodyPr vert="horz" wrap="square" lIns="91371" tIns="45686" rIns="91371" bIns="45686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99"/>
            </a:p>
          </p:txBody>
        </p:sp>
      </p:grpSp>
      <p:grpSp>
        <p:nvGrpSpPr>
          <p:cNvPr id="51" name="组合 33">
            <a:extLst>
              <a:ext uri="{FF2B5EF4-FFF2-40B4-BE49-F238E27FC236}">
                <a16:creationId xmlns:a16="http://schemas.microsoft.com/office/drawing/2014/main" id="{EC2C53D1-B223-42E7-84B5-E0732E828E41}"/>
              </a:ext>
            </a:extLst>
          </p:cNvPr>
          <p:cNvGrpSpPr/>
          <p:nvPr/>
        </p:nvGrpSpPr>
        <p:grpSpPr>
          <a:xfrm>
            <a:off x="6620484" y="2050137"/>
            <a:ext cx="210140" cy="229781"/>
            <a:chOff x="6383338" y="3238501"/>
            <a:chExt cx="339725" cy="371475"/>
          </a:xfrm>
          <a:solidFill>
            <a:srgbClr val="24B0D2"/>
          </a:solidFill>
        </p:grpSpPr>
        <p:sp>
          <p:nvSpPr>
            <p:cNvPr id="52" name="Freeform 125">
              <a:extLst>
                <a:ext uri="{FF2B5EF4-FFF2-40B4-BE49-F238E27FC236}">
                  <a16:creationId xmlns:a16="http://schemas.microsoft.com/office/drawing/2014/main" id="{438E11B4-FE50-401B-874D-61015A7021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3338" y="3541713"/>
              <a:ext cx="339725" cy="68263"/>
            </a:xfrm>
            <a:custGeom>
              <a:avLst/>
              <a:gdLst>
                <a:gd name="T0" fmla="*/ 128 w 143"/>
                <a:gd name="T1" fmla="*/ 29 h 29"/>
                <a:gd name="T2" fmla="*/ 14 w 143"/>
                <a:gd name="T3" fmla="*/ 29 h 29"/>
                <a:gd name="T4" fmla="*/ 0 w 143"/>
                <a:gd name="T5" fmla="*/ 15 h 29"/>
                <a:gd name="T6" fmla="*/ 14 w 143"/>
                <a:gd name="T7" fmla="*/ 0 h 29"/>
                <a:gd name="T8" fmla="*/ 54 w 143"/>
                <a:gd name="T9" fmla="*/ 0 h 29"/>
                <a:gd name="T10" fmla="*/ 58 w 143"/>
                <a:gd name="T11" fmla="*/ 7 h 29"/>
                <a:gd name="T12" fmla="*/ 71 w 143"/>
                <a:gd name="T13" fmla="*/ 16 h 29"/>
                <a:gd name="T14" fmla="*/ 84 w 143"/>
                <a:gd name="T15" fmla="*/ 7 h 29"/>
                <a:gd name="T16" fmla="*/ 88 w 143"/>
                <a:gd name="T17" fmla="*/ 0 h 29"/>
                <a:gd name="T18" fmla="*/ 128 w 143"/>
                <a:gd name="T19" fmla="*/ 0 h 29"/>
                <a:gd name="T20" fmla="*/ 143 w 143"/>
                <a:gd name="T21" fmla="*/ 15 h 29"/>
                <a:gd name="T22" fmla="*/ 128 w 143"/>
                <a:gd name="T23" fmla="*/ 29 h 29"/>
                <a:gd name="T24" fmla="*/ 14 w 143"/>
                <a:gd name="T25" fmla="*/ 4 h 29"/>
                <a:gd name="T26" fmla="*/ 4 w 143"/>
                <a:gd name="T27" fmla="*/ 15 h 29"/>
                <a:gd name="T28" fmla="*/ 14 w 143"/>
                <a:gd name="T29" fmla="*/ 25 h 29"/>
                <a:gd name="T30" fmla="*/ 128 w 143"/>
                <a:gd name="T31" fmla="*/ 25 h 29"/>
                <a:gd name="T32" fmla="*/ 139 w 143"/>
                <a:gd name="T33" fmla="*/ 15 h 29"/>
                <a:gd name="T34" fmla="*/ 128 w 143"/>
                <a:gd name="T35" fmla="*/ 4 h 29"/>
                <a:gd name="T36" fmla="*/ 91 w 143"/>
                <a:gd name="T37" fmla="*/ 4 h 29"/>
                <a:gd name="T38" fmla="*/ 88 w 143"/>
                <a:gd name="T39" fmla="*/ 9 h 29"/>
                <a:gd name="T40" fmla="*/ 71 w 143"/>
                <a:gd name="T41" fmla="*/ 20 h 29"/>
                <a:gd name="T42" fmla="*/ 55 w 143"/>
                <a:gd name="T43" fmla="*/ 9 h 29"/>
                <a:gd name="T44" fmla="*/ 52 w 143"/>
                <a:gd name="T45" fmla="*/ 4 h 29"/>
                <a:gd name="T46" fmla="*/ 14 w 143"/>
                <a:gd name="T47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3" h="29">
                  <a:moveTo>
                    <a:pt x="128" y="29"/>
                  </a:moveTo>
                  <a:cubicBezTo>
                    <a:pt x="14" y="29"/>
                    <a:pt x="14" y="29"/>
                    <a:pt x="14" y="29"/>
                  </a:cubicBezTo>
                  <a:cubicBezTo>
                    <a:pt x="6" y="29"/>
                    <a:pt x="0" y="23"/>
                    <a:pt x="0" y="15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61" y="13"/>
                    <a:pt x="66" y="16"/>
                    <a:pt x="71" y="16"/>
                  </a:cubicBezTo>
                  <a:cubicBezTo>
                    <a:pt x="76" y="16"/>
                    <a:pt x="81" y="13"/>
                    <a:pt x="84" y="7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6" y="0"/>
                    <a:pt x="143" y="6"/>
                    <a:pt x="143" y="15"/>
                  </a:cubicBezTo>
                  <a:cubicBezTo>
                    <a:pt x="143" y="23"/>
                    <a:pt x="136" y="29"/>
                    <a:pt x="128" y="29"/>
                  </a:cubicBezTo>
                  <a:close/>
                  <a:moveTo>
                    <a:pt x="14" y="4"/>
                  </a:moveTo>
                  <a:cubicBezTo>
                    <a:pt x="8" y="4"/>
                    <a:pt x="4" y="9"/>
                    <a:pt x="4" y="15"/>
                  </a:cubicBezTo>
                  <a:cubicBezTo>
                    <a:pt x="4" y="20"/>
                    <a:pt x="8" y="25"/>
                    <a:pt x="14" y="25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34" y="25"/>
                    <a:pt x="139" y="20"/>
                    <a:pt x="139" y="15"/>
                  </a:cubicBezTo>
                  <a:cubicBezTo>
                    <a:pt x="139" y="9"/>
                    <a:pt x="134" y="4"/>
                    <a:pt x="128" y="4"/>
                  </a:cubicBezTo>
                  <a:cubicBezTo>
                    <a:pt x="91" y="4"/>
                    <a:pt x="91" y="4"/>
                    <a:pt x="91" y="4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4" y="16"/>
                    <a:pt x="78" y="20"/>
                    <a:pt x="71" y="20"/>
                  </a:cubicBezTo>
                  <a:cubicBezTo>
                    <a:pt x="65" y="20"/>
                    <a:pt x="59" y="16"/>
                    <a:pt x="55" y="9"/>
                  </a:cubicBezTo>
                  <a:cubicBezTo>
                    <a:pt x="52" y="4"/>
                    <a:pt x="52" y="4"/>
                    <a:pt x="52" y="4"/>
                  </a:cubicBezTo>
                  <a:lnTo>
                    <a:pt x="14" y="4"/>
                  </a:lnTo>
                  <a:close/>
                </a:path>
              </a:pathLst>
            </a:custGeom>
            <a:grpFill/>
            <a:ln w="9525">
              <a:solidFill>
                <a:srgbClr val="24B0D2"/>
              </a:solidFill>
              <a:round/>
              <a:headEnd/>
              <a:tailEnd/>
            </a:ln>
            <a:extLst/>
          </p:spPr>
          <p:txBody>
            <a:bodyPr vert="horz" wrap="square" lIns="91371" tIns="45686" rIns="91371" bIns="45686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99"/>
            </a:p>
          </p:txBody>
        </p:sp>
        <p:sp>
          <p:nvSpPr>
            <p:cNvPr id="53" name="Freeform 126">
              <a:extLst>
                <a:ext uri="{FF2B5EF4-FFF2-40B4-BE49-F238E27FC236}">
                  <a16:creationId xmlns:a16="http://schemas.microsoft.com/office/drawing/2014/main" id="{AED7A986-9ACC-45AA-B6CF-EBBF4A4B9D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38901" y="3238501"/>
              <a:ext cx="227013" cy="303213"/>
            </a:xfrm>
            <a:custGeom>
              <a:avLst/>
              <a:gdLst>
                <a:gd name="T0" fmla="*/ 48 w 96"/>
                <a:gd name="T1" fmla="*/ 128 h 128"/>
                <a:gd name="T2" fmla="*/ 38 w 96"/>
                <a:gd name="T3" fmla="*/ 122 h 128"/>
                <a:gd name="T4" fmla="*/ 3 w 96"/>
                <a:gd name="T5" fmla="*/ 60 h 128"/>
                <a:gd name="T6" fmla="*/ 2 w 96"/>
                <a:gd name="T7" fmla="*/ 48 h 128"/>
                <a:gd name="T8" fmla="*/ 13 w 96"/>
                <a:gd name="T9" fmla="*/ 43 h 128"/>
                <a:gd name="T10" fmla="*/ 23 w 96"/>
                <a:gd name="T11" fmla="*/ 43 h 128"/>
                <a:gd name="T12" fmla="*/ 23 w 96"/>
                <a:gd name="T13" fmla="*/ 18 h 128"/>
                <a:gd name="T14" fmla="*/ 41 w 96"/>
                <a:gd name="T15" fmla="*/ 0 h 128"/>
                <a:gd name="T16" fmla="*/ 55 w 96"/>
                <a:gd name="T17" fmla="*/ 0 h 128"/>
                <a:gd name="T18" fmla="*/ 74 w 96"/>
                <a:gd name="T19" fmla="*/ 18 h 128"/>
                <a:gd name="T20" fmla="*/ 74 w 96"/>
                <a:gd name="T21" fmla="*/ 43 h 128"/>
                <a:gd name="T22" fmla="*/ 84 w 96"/>
                <a:gd name="T23" fmla="*/ 43 h 128"/>
                <a:gd name="T24" fmla="*/ 94 w 96"/>
                <a:gd name="T25" fmla="*/ 48 h 128"/>
                <a:gd name="T26" fmla="*/ 93 w 96"/>
                <a:gd name="T27" fmla="*/ 60 h 128"/>
                <a:gd name="T28" fmla="*/ 58 w 96"/>
                <a:gd name="T29" fmla="*/ 122 h 128"/>
                <a:gd name="T30" fmla="*/ 48 w 96"/>
                <a:gd name="T31" fmla="*/ 128 h 128"/>
                <a:gd name="T32" fmla="*/ 13 w 96"/>
                <a:gd name="T33" fmla="*/ 51 h 128"/>
                <a:gd name="T34" fmla="*/ 9 w 96"/>
                <a:gd name="T35" fmla="*/ 52 h 128"/>
                <a:gd name="T36" fmla="*/ 10 w 96"/>
                <a:gd name="T37" fmla="*/ 56 h 128"/>
                <a:gd name="T38" fmla="*/ 45 w 96"/>
                <a:gd name="T39" fmla="*/ 118 h 128"/>
                <a:gd name="T40" fmla="*/ 48 w 96"/>
                <a:gd name="T41" fmla="*/ 120 h 128"/>
                <a:gd name="T42" fmla="*/ 51 w 96"/>
                <a:gd name="T43" fmla="*/ 118 h 128"/>
                <a:gd name="T44" fmla="*/ 87 w 96"/>
                <a:gd name="T45" fmla="*/ 56 h 128"/>
                <a:gd name="T46" fmla="*/ 87 w 96"/>
                <a:gd name="T47" fmla="*/ 52 h 128"/>
                <a:gd name="T48" fmla="*/ 84 w 96"/>
                <a:gd name="T49" fmla="*/ 51 h 128"/>
                <a:gd name="T50" fmla="*/ 66 w 96"/>
                <a:gd name="T51" fmla="*/ 51 h 128"/>
                <a:gd name="T52" fmla="*/ 66 w 96"/>
                <a:gd name="T53" fmla="*/ 18 h 128"/>
                <a:gd name="T54" fmla="*/ 55 w 96"/>
                <a:gd name="T55" fmla="*/ 8 h 128"/>
                <a:gd name="T56" fmla="*/ 41 w 96"/>
                <a:gd name="T57" fmla="*/ 8 h 128"/>
                <a:gd name="T58" fmla="*/ 31 w 96"/>
                <a:gd name="T59" fmla="*/ 18 h 128"/>
                <a:gd name="T60" fmla="*/ 31 w 96"/>
                <a:gd name="T61" fmla="*/ 51 h 128"/>
                <a:gd name="T62" fmla="*/ 13 w 96"/>
                <a:gd name="T63" fmla="*/ 5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6" h="128">
                  <a:moveTo>
                    <a:pt x="48" y="128"/>
                  </a:moveTo>
                  <a:cubicBezTo>
                    <a:pt x="44" y="128"/>
                    <a:pt x="41" y="126"/>
                    <a:pt x="38" y="122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1" y="56"/>
                    <a:pt x="0" y="52"/>
                    <a:pt x="2" y="48"/>
                  </a:cubicBezTo>
                  <a:cubicBezTo>
                    <a:pt x="4" y="45"/>
                    <a:pt x="8" y="43"/>
                    <a:pt x="13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8"/>
                    <a:pt x="31" y="0"/>
                    <a:pt x="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5" y="0"/>
                    <a:pt x="74" y="8"/>
                    <a:pt x="74" y="18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84" y="43"/>
                    <a:pt x="84" y="43"/>
                    <a:pt x="84" y="43"/>
                  </a:cubicBezTo>
                  <a:cubicBezTo>
                    <a:pt x="88" y="43"/>
                    <a:pt x="92" y="45"/>
                    <a:pt x="94" y="48"/>
                  </a:cubicBezTo>
                  <a:cubicBezTo>
                    <a:pt x="96" y="52"/>
                    <a:pt x="96" y="56"/>
                    <a:pt x="93" y="60"/>
                  </a:cubicBezTo>
                  <a:cubicBezTo>
                    <a:pt x="58" y="122"/>
                    <a:pt x="58" y="122"/>
                    <a:pt x="58" y="122"/>
                  </a:cubicBezTo>
                  <a:cubicBezTo>
                    <a:pt x="56" y="126"/>
                    <a:pt x="52" y="128"/>
                    <a:pt x="48" y="128"/>
                  </a:cubicBezTo>
                  <a:close/>
                  <a:moveTo>
                    <a:pt x="13" y="51"/>
                  </a:moveTo>
                  <a:cubicBezTo>
                    <a:pt x="11" y="51"/>
                    <a:pt x="10" y="52"/>
                    <a:pt x="9" y="52"/>
                  </a:cubicBezTo>
                  <a:cubicBezTo>
                    <a:pt x="9" y="53"/>
                    <a:pt x="9" y="55"/>
                    <a:pt x="10" y="56"/>
                  </a:cubicBezTo>
                  <a:cubicBezTo>
                    <a:pt x="45" y="118"/>
                    <a:pt x="45" y="118"/>
                    <a:pt x="45" y="118"/>
                  </a:cubicBezTo>
                  <a:cubicBezTo>
                    <a:pt x="46" y="119"/>
                    <a:pt x="47" y="120"/>
                    <a:pt x="48" y="120"/>
                  </a:cubicBezTo>
                  <a:cubicBezTo>
                    <a:pt x="49" y="120"/>
                    <a:pt x="50" y="119"/>
                    <a:pt x="51" y="118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7" y="55"/>
                    <a:pt x="88" y="53"/>
                    <a:pt x="87" y="52"/>
                  </a:cubicBezTo>
                  <a:cubicBezTo>
                    <a:pt x="87" y="52"/>
                    <a:pt x="85" y="51"/>
                    <a:pt x="84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2"/>
                    <a:pt x="61" y="8"/>
                    <a:pt x="55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36" y="8"/>
                    <a:pt x="31" y="12"/>
                    <a:pt x="31" y="18"/>
                  </a:cubicBezTo>
                  <a:cubicBezTo>
                    <a:pt x="31" y="51"/>
                    <a:pt x="31" y="51"/>
                    <a:pt x="31" y="51"/>
                  </a:cubicBezTo>
                  <a:lnTo>
                    <a:pt x="13" y="51"/>
                  </a:lnTo>
                  <a:close/>
                </a:path>
              </a:pathLst>
            </a:custGeom>
            <a:grpFill/>
            <a:ln w="9525">
              <a:solidFill>
                <a:srgbClr val="24B0D2"/>
              </a:solidFill>
              <a:round/>
              <a:headEnd/>
              <a:tailEnd/>
            </a:ln>
            <a:extLst/>
          </p:spPr>
          <p:txBody>
            <a:bodyPr vert="horz" wrap="square" lIns="91371" tIns="45686" rIns="91371" bIns="45686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99"/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836D98CA-A935-487B-8D6E-AA07EC3D7B35}"/>
              </a:ext>
            </a:extLst>
          </p:cNvPr>
          <p:cNvSpPr txBox="1"/>
          <p:nvPr/>
        </p:nvSpPr>
        <p:spPr bwMode="auto">
          <a:xfrm>
            <a:off x="1945482" y="2376218"/>
            <a:ext cx="3576570" cy="2252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ja-JP" altLang="en-US" sz="2400" spc="10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rPr>
              <a:t>任务调度采用插件式设计</a:t>
            </a:r>
            <a:r>
              <a:rPr lang="zh-CN" altLang="en-US" sz="2400" spc="1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rPr>
              <a:t>，</a:t>
            </a:r>
            <a:r>
              <a:rPr lang="ja-JP" altLang="en-US" sz="2400" spc="10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rPr>
              <a:t>可以根据不同的调度策略来加载一组不同的驱动程序</a:t>
            </a:r>
            <a:endParaRPr lang="zh-CN" altLang="en-US" sz="2400" spc="10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904616E-EFB7-4833-97F5-AB78E32E064E}"/>
              </a:ext>
            </a:extLst>
          </p:cNvPr>
          <p:cNvSpPr txBox="1"/>
          <p:nvPr/>
        </p:nvSpPr>
        <p:spPr bwMode="auto">
          <a:xfrm>
            <a:off x="6813755" y="2740072"/>
            <a:ext cx="3860085" cy="1698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ja-JP" altLang="en-US" sz="2400" spc="10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</a:rPr>
              <a:t>计算节点定期向调度器发送主机状态信息作为调度策略执行的基础</a:t>
            </a:r>
            <a:endParaRPr lang="zh-CN" altLang="en-US" sz="2400" spc="10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679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900"/>
                            </p:stCondLst>
                            <p:childTnLst>
                              <p:par>
                                <p:cTn id="1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900"/>
                            </p:stCondLst>
                            <p:childTnLst>
                              <p:par>
                                <p:cTn id="1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4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9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4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900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400"/>
                            </p:stCondLst>
                            <p:childTnLst>
                              <p:par>
                                <p:cTn id="65" presetID="55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38" grpId="1"/>
      <p:bldP spid="39" grpId="0" animBg="1"/>
      <p:bldP spid="40" grpId="0"/>
      <p:bldP spid="40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171581" y="6494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调度模型</a:t>
            </a:r>
            <a:endParaRPr kumimoji="1" lang="zh-CN" altLang="en-US" sz="2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90">
            <a:extLst>
              <a:ext uri="{FF2B5EF4-FFF2-40B4-BE49-F238E27FC236}">
                <a16:creationId xmlns:a16="http://schemas.microsoft.com/office/drawing/2014/main" id="{1E79EABF-E6DB-4976-B8FC-761FFA1F8006}"/>
              </a:ext>
            </a:extLst>
          </p:cNvPr>
          <p:cNvSpPr txBox="1"/>
          <p:nvPr/>
        </p:nvSpPr>
        <p:spPr>
          <a:xfrm>
            <a:off x="1877203" y="1771613"/>
            <a:ext cx="904572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OpenStack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的计算节点包含三种类型的调度器</a:t>
            </a:r>
            <a:r>
              <a:rPr 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: Filter, Chance and Simple 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ED5302C7-FD24-8D47-A8F4-0D24F6941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321" y="2685068"/>
            <a:ext cx="7795151" cy="358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23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171583" y="6494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调度过程</a:t>
            </a:r>
            <a:endParaRPr kumimoji="1" lang="zh-CN" altLang="en-US" sz="2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90">
            <a:extLst>
              <a:ext uri="{FF2B5EF4-FFF2-40B4-BE49-F238E27FC236}">
                <a16:creationId xmlns:a16="http://schemas.microsoft.com/office/drawing/2014/main" id="{1E79EABF-E6DB-4976-B8FC-761FFA1F8006}"/>
              </a:ext>
            </a:extLst>
          </p:cNvPr>
          <p:cNvSpPr txBox="1"/>
          <p:nvPr/>
        </p:nvSpPr>
        <p:spPr>
          <a:xfrm>
            <a:off x="1877203" y="1771613"/>
            <a:ext cx="90457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Filter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调度器默认将使用三个选择器</a:t>
            </a:r>
            <a:r>
              <a:rPr lang="zh-CN" alt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（</a:t>
            </a:r>
            <a:r>
              <a:rPr lang="en-US" altLang="zh-CN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filter</a:t>
            </a:r>
            <a:r>
              <a:rPr lang="zh-CN" alt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）</a:t>
            </a:r>
            <a:endParaRPr lang="en-US" sz="24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D5F55-D186-7F4C-BDE1-C72B7E90B0AA}"/>
              </a:ext>
            </a:extLst>
          </p:cNvPr>
          <p:cNvSpPr txBox="1"/>
          <p:nvPr/>
        </p:nvSpPr>
        <p:spPr>
          <a:xfrm>
            <a:off x="2323821" y="2599981"/>
            <a:ext cx="8152483" cy="3369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1.AvailabiligyZoneFilter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	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负责过滤掉不属于当前可以分配的主机</a:t>
            </a:r>
            <a:endParaRPr 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2.RamFilter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	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确保加入到主机列表中的节点有足够的</a:t>
            </a:r>
            <a:r>
              <a:rPr lang="en-US" altLang="ja-JP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RAM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默认分配超过任务需求</a:t>
            </a:r>
            <a:r>
              <a:rPr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20%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的</a:t>
            </a:r>
            <a:r>
              <a:rPr lang="en-US" altLang="ja-JP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RAM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大小</a:t>
            </a:r>
            <a:endParaRPr 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3.ComputerFilter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	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过滤没有足够能力启动一个满足当前请求的虚拟机的主机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同时过滤掉不支持某些特性的主机</a:t>
            </a:r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。</a:t>
            </a:r>
            <a:endParaRPr 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386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角三角形 3"/>
          <p:cNvSpPr/>
          <p:nvPr/>
        </p:nvSpPr>
        <p:spPr>
          <a:xfrm flipH="1">
            <a:off x="3505199" y="5629274"/>
            <a:ext cx="8755236" cy="1228725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直角三角形 4"/>
          <p:cNvSpPr/>
          <p:nvPr/>
        </p:nvSpPr>
        <p:spPr>
          <a:xfrm>
            <a:off x="0" y="3900488"/>
            <a:ext cx="8340898" cy="2957512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44" b="61520"/>
          <a:stretch/>
        </p:blipFill>
        <p:spPr>
          <a:xfrm>
            <a:off x="4489796" y="0"/>
            <a:ext cx="7702204" cy="150876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4993964" y="2151402"/>
            <a:ext cx="1864408" cy="1864510"/>
          </a:xfrm>
          <a:prstGeom prst="ellipse">
            <a:avLst/>
          </a:prstGeom>
          <a:solidFill>
            <a:srgbClr val="58C4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algn="ctr"/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Part 3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04113" y="4230052"/>
            <a:ext cx="244411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/>
            <a:r>
              <a:rPr lang="ja-JP" altLang="en-US" sz="3200" b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调度实验</a:t>
            </a:r>
            <a:endParaRPr lang="zh-CN" altLang="zh-CN" sz="32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70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171583" y="6494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实验方法</a:t>
            </a:r>
            <a:endParaRPr kumimoji="1" lang="zh-CN" altLang="en-US" sz="2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D5F55-D186-7F4C-BDE1-C72B7E90B0AA}"/>
              </a:ext>
            </a:extLst>
          </p:cNvPr>
          <p:cNvSpPr txBox="1"/>
          <p:nvPr/>
        </p:nvSpPr>
        <p:spPr>
          <a:xfrm>
            <a:off x="2279754" y="1740666"/>
            <a:ext cx="8152483" cy="1137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1.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评价不同算法完成同一调度任务的总时长</a:t>
            </a:r>
            <a:endParaRPr lang="en-US" altLang="ja-JP" sz="24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2.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评价不同算法在不同条件下完成调度任务的平均时长</a:t>
            </a:r>
            <a:endParaRPr lang="en-US" sz="24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B2D2E-CF76-8B4E-B5EA-13B92260D9D0}"/>
              </a:ext>
            </a:extLst>
          </p:cNvPr>
          <p:cNvSpPr txBox="1"/>
          <p:nvPr/>
        </p:nvSpPr>
        <p:spPr>
          <a:xfrm>
            <a:off x="2279754" y="3040655"/>
            <a:ext cx="7616829" cy="3353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调度算法</a:t>
            </a:r>
            <a:r>
              <a:rPr lang="zh-CN" alt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</a:t>
            </a:r>
            <a:endParaRPr lang="en-US" altLang="zh-CN" sz="24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	</a:t>
            </a:r>
            <a:r>
              <a:rPr lang="en-US" altLang="zh-CN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1.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先进先出</a:t>
            </a:r>
            <a:r>
              <a:rPr lang="en-US" altLang="ja-JP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</a:t>
            </a:r>
            <a:r>
              <a:rPr lang="en-US" altLang="zh-CN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FIFO)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	</a:t>
            </a:r>
            <a:r>
              <a:rPr lang="en-US" altLang="zh-CN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2.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随机调度</a:t>
            </a:r>
            <a:r>
              <a:rPr lang="en-US" altLang="ja-JP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</a:t>
            </a:r>
            <a:r>
              <a:rPr lang="en-US" altLang="zh-CN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Random)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	3.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贪心</a:t>
            </a:r>
            <a:r>
              <a:rPr lang="en-US" altLang="ja-JP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</a:t>
            </a:r>
            <a:r>
              <a:rPr 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Greedy)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	4.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标准遗传算法</a:t>
            </a:r>
            <a:r>
              <a:rPr lang="en-US" altLang="ja-JP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(Genetic Algorithm)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	5.</a:t>
            </a:r>
            <a:r>
              <a:rPr lang="ja-JP" altLang="en-US" sz="240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粒子群优化算法</a:t>
            </a:r>
            <a:r>
              <a:rPr lang="en-US" altLang="ja-JP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(Particle Swarm Optimization)</a:t>
            </a:r>
            <a:endParaRPr lang="en-US" sz="24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088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12512" y="64949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实验参数设定</a:t>
            </a:r>
            <a:endParaRPr kumimoji="1" lang="zh-CN" altLang="en-US" sz="28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7D3075-3CB3-C84F-ABBD-EDEE2ABB2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159" y="1609479"/>
            <a:ext cx="9757272" cy="44002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1FBF6C-B5A5-A444-979C-F56CE9101DD4}"/>
              </a:ext>
            </a:extLst>
          </p:cNvPr>
          <p:cNvSpPr txBox="1"/>
          <p:nvPr/>
        </p:nvSpPr>
        <p:spPr>
          <a:xfrm>
            <a:off x="9232135" y="6077136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（</a:t>
            </a:r>
            <a:r>
              <a:rPr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MI:</a:t>
            </a:r>
            <a:r>
              <a:rPr lang="ja-JP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百万条指令</a:t>
            </a:r>
            <a:r>
              <a:rPr lang="zh-CN" altLang="en-US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）</a:t>
            </a:r>
            <a:endParaRPr lang="en-US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329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9612" y="65890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单击这里输入大标题</a:t>
            </a:r>
          </a:p>
        </p:txBody>
      </p:sp>
      <p:sp>
        <p:nvSpPr>
          <p:cNvPr id="3" name="任意多边形 3"/>
          <p:cNvSpPr/>
          <p:nvPr/>
        </p:nvSpPr>
        <p:spPr>
          <a:xfrm>
            <a:off x="5282439" y="2324982"/>
            <a:ext cx="1632278" cy="817287"/>
          </a:xfrm>
          <a:custGeom>
            <a:avLst/>
            <a:gdLst>
              <a:gd name="connsiteX0" fmla="*/ 1213505 w 1391850"/>
              <a:gd name="connsiteY0" fmla="*/ 0 h 696292"/>
              <a:gd name="connsiteX1" fmla="*/ 1391850 w 1391850"/>
              <a:gd name="connsiteY1" fmla="*/ 680523 h 696292"/>
              <a:gd name="connsiteX2" fmla="*/ 664395 w 1391850"/>
              <a:gd name="connsiteY2" fmla="*/ 679784 h 696292"/>
              <a:gd name="connsiteX3" fmla="*/ 810270 w 1391850"/>
              <a:gd name="connsiteY3" fmla="*/ 476062 h 696292"/>
              <a:gd name="connsiteX4" fmla="*/ 0 w 1391850"/>
              <a:gd name="connsiteY4" fmla="*/ 696292 h 696292"/>
              <a:gd name="connsiteX5" fmla="*/ 1084978 w 1391850"/>
              <a:gd name="connsiteY5" fmla="*/ 149640 h 69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1850" h="696292">
                <a:moveTo>
                  <a:pt x="1213505" y="0"/>
                </a:moveTo>
                <a:lnTo>
                  <a:pt x="1391850" y="680523"/>
                </a:lnTo>
                <a:lnTo>
                  <a:pt x="664395" y="679784"/>
                </a:lnTo>
                <a:lnTo>
                  <a:pt x="810270" y="476062"/>
                </a:lnTo>
                <a:cubicBezTo>
                  <a:pt x="711564" y="424684"/>
                  <a:pt x="364296" y="301346"/>
                  <a:pt x="0" y="696292"/>
                </a:cubicBezTo>
                <a:cubicBezTo>
                  <a:pt x="100779" y="106417"/>
                  <a:pt x="733669" y="-15667"/>
                  <a:pt x="1084978" y="149640"/>
                </a:cubicBezTo>
                <a:close/>
              </a:path>
            </a:pathLst>
          </a:cu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cs typeface="+mn-ea"/>
              <a:sym typeface="+mn-lt"/>
            </a:endParaRPr>
          </a:p>
        </p:txBody>
      </p:sp>
      <p:sp>
        <p:nvSpPr>
          <p:cNvPr id="4" name="任意多边形 4"/>
          <p:cNvSpPr/>
          <p:nvPr/>
        </p:nvSpPr>
        <p:spPr>
          <a:xfrm rot="5400000">
            <a:off x="6605939" y="3584201"/>
            <a:ext cx="1632280" cy="817287"/>
          </a:xfrm>
          <a:custGeom>
            <a:avLst/>
            <a:gdLst>
              <a:gd name="connsiteX0" fmla="*/ 1213505 w 1391850"/>
              <a:gd name="connsiteY0" fmla="*/ 0 h 696292"/>
              <a:gd name="connsiteX1" fmla="*/ 1391850 w 1391850"/>
              <a:gd name="connsiteY1" fmla="*/ 680523 h 696292"/>
              <a:gd name="connsiteX2" fmla="*/ 664395 w 1391850"/>
              <a:gd name="connsiteY2" fmla="*/ 679784 h 696292"/>
              <a:gd name="connsiteX3" fmla="*/ 810270 w 1391850"/>
              <a:gd name="connsiteY3" fmla="*/ 476062 h 696292"/>
              <a:gd name="connsiteX4" fmla="*/ 0 w 1391850"/>
              <a:gd name="connsiteY4" fmla="*/ 696292 h 696292"/>
              <a:gd name="connsiteX5" fmla="*/ 1084978 w 1391850"/>
              <a:gd name="connsiteY5" fmla="*/ 149640 h 69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1850" h="696292">
                <a:moveTo>
                  <a:pt x="1213505" y="0"/>
                </a:moveTo>
                <a:lnTo>
                  <a:pt x="1391850" y="680523"/>
                </a:lnTo>
                <a:lnTo>
                  <a:pt x="664395" y="679784"/>
                </a:lnTo>
                <a:lnTo>
                  <a:pt x="810270" y="476062"/>
                </a:lnTo>
                <a:cubicBezTo>
                  <a:pt x="711564" y="424684"/>
                  <a:pt x="364296" y="301346"/>
                  <a:pt x="0" y="696292"/>
                </a:cubicBezTo>
                <a:cubicBezTo>
                  <a:pt x="100779" y="106417"/>
                  <a:pt x="733669" y="-15667"/>
                  <a:pt x="1084978" y="149640"/>
                </a:cubicBezTo>
                <a:close/>
              </a:path>
            </a:pathLst>
          </a:custGeom>
          <a:solidFill>
            <a:schemeClr val="accent5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cs typeface="+mn-ea"/>
              <a:sym typeface="+mn-lt"/>
            </a:endParaRPr>
          </a:p>
        </p:txBody>
      </p:sp>
      <p:sp>
        <p:nvSpPr>
          <p:cNvPr id="5" name="任意多边形 5"/>
          <p:cNvSpPr/>
          <p:nvPr/>
        </p:nvSpPr>
        <p:spPr>
          <a:xfrm rot="10800000">
            <a:off x="5282439" y="4845716"/>
            <a:ext cx="1632278" cy="817287"/>
          </a:xfrm>
          <a:custGeom>
            <a:avLst/>
            <a:gdLst>
              <a:gd name="connsiteX0" fmla="*/ 1213505 w 1391850"/>
              <a:gd name="connsiteY0" fmla="*/ 0 h 696292"/>
              <a:gd name="connsiteX1" fmla="*/ 1391850 w 1391850"/>
              <a:gd name="connsiteY1" fmla="*/ 680523 h 696292"/>
              <a:gd name="connsiteX2" fmla="*/ 664395 w 1391850"/>
              <a:gd name="connsiteY2" fmla="*/ 679784 h 696292"/>
              <a:gd name="connsiteX3" fmla="*/ 810270 w 1391850"/>
              <a:gd name="connsiteY3" fmla="*/ 476062 h 696292"/>
              <a:gd name="connsiteX4" fmla="*/ 0 w 1391850"/>
              <a:gd name="connsiteY4" fmla="*/ 696292 h 696292"/>
              <a:gd name="connsiteX5" fmla="*/ 1084978 w 1391850"/>
              <a:gd name="connsiteY5" fmla="*/ 149640 h 69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1850" h="696292">
                <a:moveTo>
                  <a:pt x="1213505" y="0"/>
                </a:moveTo>
                <a:lnTo>
                  <a:pt x="1391850" y="680523"/>
                </a:lnTo>
                <a:lnTo>
                  <a:pt x="664395" y="679784"/>
                </a:lnTo>
                <a:lnTo>
                  <a:pt x="810270" y="476062"/>
                </a:lnTo>
                <a:cubicBezTo>
                  <a:pt x="711564" y="424684"/>
                  <a:pt x="364296" y="301346"/>
                  <a:pt x="0" y="696292"/>
                </a:cubicBezTo>
                <a:cubicBezTo>
                  <a:pt x="100779" y="106417"/>
                  <a:pt x="733669" y="-15667"/>
                  <a:pt x="1084978" y="149640"/>
                </a:cubicBezTo>
                <a:close/>
              </a:path>
            </a:pathLst>
          </a:custGeom>
          <a:solidFill>
            <a:schemeClr val="accent4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cs typeface="+mn-ea"/>
              <a:sym typeface="+mn-lt"/>
            </a:endParaRPr>
          </a:p>
        </p:txBody>
      </p:sp>
      <p:sp>
        <p:nvSpPr>
          <p:cNvPr id="6" name="任意多边形 6"/>
          <p:cNvSpPr/>
          <p:nvPr/>
        </p:nvSpPr>
        <p:spPr>
          <a:xfrm rot="16200000">
            <a:off x="3935980" y="3584201"/>
            <a:ext cx="1632280" cy="817287"/>
          </a:xfrm>
          <a:custGeom>
            <a:avLst/>
            <a:gdLst>
              <a:gd name="connsiteX0" fmla="*/ 1213505 w 1391850"/>
              <a:gd name="connsiteY0" fmla="*/ 0 h 696292"/>
              <a:gd name="connsiteX1" fmla="*/ 1391850 w 1391850"/>
              <a:gd name="connsiteY1" fmla="*/ 680523 h 696292"/>
              <a:gd name="connsiteX2" fmla="*/ 664395 w 1391850"/>
              <a:gd name="connsiteY2" fmla="*/ 679784 h 696292"/>
              <a:gd name="connsiteX3" fmla="*/ 810270 w 1391850"/>
              <a:gd name="connsiteY3" fmla="*/ 476062 h 696292"/>
              <a:gd name="connsiteX4" fmla="*/ 0 w 1391850"/>
              <a:gd name="connsiteY4" fmla="*/ 696292 h 696292"/>
              <a:gd name="connsiteX5" fmla="*/ 1084978 w 1391850"/>
              <a:gd name="connsiteY5" fmla="*/ 149640 h 69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1850" h="696292">
                <a:moveTo>
                  <a:pt x="1213505" y="0"/>
                </a:moveTo>
                <a:lnTo>
                  <a:pt x="1391850" y="680523"/>
                </a:lnTo>
                <a:lnTo>
                  <a:pt x="664395" y="679784"/>
                </a:lnTo>
                <a:lnTo>
                  <a:pt x="810270" y="476062"/>
                </a:lnTo>
                <a:cubicBezTo>
                  <a:pt x="711564" y="424684"/>
                  <a:pt x="364296" y="301346"/>
                  <a:pt x="0" y="696292"/>
                </a:cubicBezTo>
                <a:cubicBezTo>
                  <a:pt x="100779" y="106417"/>
                  <a:pt x="733669" y="-15667"/>
                  <a:pt x="1084978" y="149640"/>
                </a:cubicBezTo>
                <a:close/>
              </a:path>
            </a:pathLst>
          </a:custGeom>
          <a:solidFill>
            <a:schemeClr val="accent3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800">
              <a:cs typeface="+mn-ea"/>
              <a:sym typeface="+mn-lt"/>
            </a:endParaRPr>
          </a:p>
        </p:txBody>
      </p:sp>
      <p:grpSp>
        <p:nvGrpSpPr>
          <p:cNvPr id="7" name="组合 7"/>
          <p:cNvGrpSpPr/>
          <p:nvPr/>
        </p:nvGrpSpPr>
        <p:grpSpPr>
          <a:xfrm>
            <a:off x="1815353" y="3103240"/>
            <a:ext cx="2833458" cy="1323423"/>
            <a:chOff x="1855694" y="2820852"/>
            <a:chExt cx="2833458" cy="1323423"/>
          </a:xfrm>
        </p:grpSpPr>
        <p:cxnSp>
          <p:nvCxnSpPr>
            <p:cNvPr id="8" name="直接连接符 8"/>
            <p:cNvCxnSpPr/>
            <p:nvPr/>
          </p:nvCxnSpPr>
          <p:spPr>
            <a:xfrm>
              <a:off x="3881048" y="3100934"/>
              <a:ext cx="808104" cy="0"/>
            </a:xfrm>
            <a:prstGeom prst="line">
              <a:avLst/>
            </a:prstGeom>
            <a:ln w="3175">
              <a:solidFill>
                <a:srgbClr val="C2C2C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/>
            <p:cNvSpPr/>
            <p:nvPr/>
          </p:nvSpPr>
          <p:spPr>
            <a:xfrm>
              <a:off x="3201506" y="2820852"/>
              <a:ext cx="587712" cy="587712"/>
            </a:xfrm>
            <a:prstGeom prst="ellipse">
              <a:avLst/>
            </a:prstGeom>
            <a:solidFill>
              <a:schemeClr val="accent3"/>
            </a:solidFill>
            <a:ln w="127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400" dirty="0">
                  <a:cs typeface="+mn-ea"/>
                  <a:sym typeface="+mn-lt"/>
                </a:rPr>
                <a:t>1</a:t>
              </a:r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10" name="Rectangle 42"/>
            <p:cNvSpPr/>
            <p:nvPr/>
          </p:nvSpPr>
          <p:spPr>
            <a:xfrm>
              <a:off x="1855694" y="3483256"/>
              <a:ext cx="2080925" cy="66101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pPr algn="r"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点击此处更换文本点击此处更换文本</a:t>
              </a:r>
              <a:endParaRPr lang="en-US" sz="14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组合 11"/>
          <p:cNvGrpSpPr/>
          <p:nvPr/>
        </p:nvGrpSpPr>
        <p:grpSpPr>
          <a:xfrm>
            <a:off x="1815353" y="5171713"/>
            <a:ext cx="3749462" cy="698313"/>
            <a:chOff x="1855694" y="4889325"/>
            <a:chExt cx="3749462" cy="698313"/>
          </a:xfrm>
        </p:grpSpPr>
        <p:cxnSp>
          <p:nvCxnSpPr>
            <p:cNvPr id="12" name="直接连接符 12"/>
            <p:cNvCxnSpPr/>
            <p:nvPr/>
          </p:nvCxnSpPr>
          <p:spPr>
            <a:xfrm>
              <a:off x="4797052" y="5169406"/>
              <a:ext cx="808104" cy="0"/>
            </a:xfrm>
            <a:prstGeom prst="line">
              <a:avLst/>
            </a:prstGeom>
            <a:ln w="3175">
              <a:solidFill>
                <a:srgbClr val="C2C2C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4115215" y="4889325"/>
              <a:ext cx="587712" cy="587712"/>
            </a:xfrm>
            <a:prstGeom prst="ellipse">
              <a:avLst/>
            </a:prstGeom>
            <a:solidFill>
              <a:schemeClr val="accent4"/>
            </a:solidFill>
            <a:ln w="127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3200" dirty="0">
                  <a:solidFill>
                    <a:srgbClr val="FFFFFF"/>
                  </a:solidFill>
                  <a:cs typeface="+mn-ea"/>
                  <a:sym typeface="+mn-lt"/>
                </a:rPr>
                <a:t>4</a:t>
              </a:r>
              <a:endParaRPr lang="zh-CN" altLang="en-US" sz="32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4" name="Rectangle 42"/>
            <p:cNvSpPr/>
            <p:nvPr/>
          </p:nvSpPr>
          <p:spPr>
            <a:xfrm>
              <a:off x="1855694" y="4926619"/>
              <a:ext cx="2118942" cy="66101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pPr algn="r"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点击此处更换文本点击此处更换文本</a:t>
              </a:r>
              <a:endParaRPr lang="en-US" sz="14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5"/>
          <p:cNvGrpSpPr/>
          <p:nvPr/>
        </p:nvGrpSpPr>
        <p:grpSpPr>
          <a:xfrm>
            <a:off x="6609382" y="2315799"/>
            <a:ext cx="3422125" cy="748335"/>
            <a:chOff x="6649723" y="2033411"/>
            <a:chExt cx="3422125" cy="748335"/>
          </a:xfrm>
        </p:grpSpPr>
        <p:cxnSp>
          <p:nvCxnSpPr>
            <p:cNvPr id="16" name="直接连接符 16"/>
            <p:cNvCxnSpPr/>
            <p:nvPr/>
          </p:nvCxnSpPr>
          <p:spPr>
            <a:xfrm>
              <a:off x="6649723" y="2327267"/>
              <a:ext cx="808104" cy="0"/>
            </a:xfrm>
            <a:prstGeom prst="line">
              <a:avLst/>
            </a:prstGeom>
            <a:ln w="3175">
              <a:solidFill>
                <a:srgbClr val="C2C2C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7503743" y="2033411"/>
              <a:ext cx="587712" cy="587712"/>
            </a:xfrm>
            <a:prstGeom prst="ellipse">
              <a:avLst/>
            </a:prstGeom>
            <a:solidFill>
              <a:schemeClr val="accent1"/>
            </a:solidFill>
            <a:ln w="127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3200" dirty="0">
                  <a:solidFill>
                    <a:srgbClr val="FFFFFF"/>
                  </a:solidFill>
                  <a:cs typeface="+mn-ea"/>
                  <a:sym typeface="+mn-lt"/>
                </a:rPr>
                <a:t>2</a:t>
              </a:r>
              <a:endParaRPr lang="zh-CN" altLang="en-US" sz="32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8" name="Rectangle 42"/>
            <p:cNvSpPr/>
            <p:nvPr/>
          </p:nvSpPr>
          <p:spPr>
            <a:xfrm>
              <a:off x="8282002" y="2120727"/>
              <a:ext cx="1789846" cy="66101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pPr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点击此处更换文本点击此处更换文本</a:t>
              </a:r>
              <a:endParaRPr lang="en-US" sz="14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9" name="组合 19"/>
          <p:cNvGrpSpPr/>
          <p:nvPr/>
        </p:nvGrpSpPr>
        <p:grpSpPr>
          <a:xfrm>
            <a:off x="7463402" y="4258004"/>
            <a:ext cx="2863940" cy="1326865"/>
            <a:chOff x="7503743" y="3975616"/>
            <a:chExt cx="2863940" cy="1326865"/>
          </a:xfrm>
        </p:grpSpPr>
        <p:cxnSp>
          <p:nvCxnSpPr>
            <p:cNvPr id="20" name="直接连接符 20"/>
            <p:cNvCxnSpPr/>
            <p:nvPr/>
          </p:nvCxnSpPr>
          <p:spPr>
            <a:xfrm>
              <a:off x="7503743" y="4269472"/>
              <a:ext cx="808104" cy="0"/>
            </a:xfrm>
            <a:prstGeom prst="line">
              <a:avLst/>
            </a:prstGeom>
            <a:ln w="3175">
              <a:solidFill>
                <a:srgbClr val="C2C2C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8355466" y="3975616"/>
              <a:ext cx="587712" cy="587712"/>
            </a:xfrm>
            <a:prstGeom prst="ellipse">
              <a:avLst/>
            </a:prstGeom>
            <a:solidFill>
              <a:schemeClr val="accent5"/>
            </a:solidFill>
            <a:ln w="127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3200" dirty="0">
                  <a:solidFill>
                    <a:srgbClr val="FFFFFF"/>
                  </a:solidFill>
                  <a:cs typeface="+mn-ea"/>
                  <a:sym typeface="+mn-lt"/>
                </a:rPr>
                <a:t>3</a:t>
              </a:r>
              <a:endParaRPr lang="zh-CN" altLang="en-US" sz="32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2" name="Rectangle 42"/>
            <p:cNvSpPr/>
            <p:nvPr/>
          </p:nvSpPr>
          <p:spPr>
            <a:xfrm>
              <a:off x="8282001" y="4641462"/>
              <a:ext cx="2085682" cy="66101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pPr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点击此处更换文本点击此处更换文本</a:t>
              </a:r>
              <a:endParaRPr lang="en-US" sz="14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946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8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8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3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8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3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9612" y="65890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单击这里输入大标题</a:t>
            </a:r>
          </a:p>
        </p:txBody>
      </p:sp>
      <p:grpSp>
        <p:nvGrpSpPr>
          <p:cNvPr id="3" name="Group 157"/>
          <p:cNvGrpSpPr/>
          <p:nvPr/>
        </p:nvGrpSpPr>
        <p:grpSpPr>
          <a:xfrm>
            <a:off x="4113569" y="2300428"/>
            <a:ext cx="3393033" cy="4557572"/>
            <a:chOff x="4265562" y="1940657"/>
            <a:chExt cx="3660875" cy="4917341"/>
          </a:xfrm>
        </p:grpSpPr>
        <p:grpSp>
          <p:nvGrpSpPr>
            <p:cNvPr id="4" name="Group 3"/>
            <p:cNvGrpSpPr/>
            <p:nvPr/>
          </p:nvGrpSpPr>
          <p:grpSpPr>
            <a:xfrm>
              <a:off x="4265562" y="1940657"/>
              <a:ext cx="3660875" cy="3121872"/>
              <a:chOff x="4265562" y="1940657"/>
              <a:chExt cx="3660875" cy="3121872"/>
            </a:xfrm>
          </p:grpSpPr>
          <p:sp>
            <p:nvSpPr>
              <p:cNvPr id="20" name="Freeform: Shape 4"/>
              <p:cNvSpPr>
                <a:spLocks/>
              </p:cNvSpPr>
              <p:nvPr/>
            </p:nvSpPr>
            <p:spPr bwMode="auto">
              <a:xfrm>
                <a:off x="5450885" y="3828974"/>
                <a:ext cx="567942" cy="832017"/>
              </a:xfrm>
              <a:custGeom>
                <a:avLst/>
                <a:gdLst>
                  <a:gd name="T0" fmla="*/ 351 w 351"/>
                  <a:gd name="T1" fmla="*/ 514 h 514"/>
                  <a:gd name="T2" fmla="*/ 351 w 351"/>
                  <a:gd name="T3" fmla="*/ 316 h 514"/>
                  <a:gd name="T4" fmla="*/ 286 w 351"/>
                  <a:gd name="T5" fmla="*/ 257 h 514"/>
                  <a:gd name="T6" fmla="*/ 66 w 351"/>
                  <a:gd name="T7" fmla="*/ 257 h 514"/>
                  <a:gd name="T8" fmla="*/ 0 w 351"/>
                  <a:gd name="T9" fmla="*/ 199 h 514"/>
                  <a:gd name="T10" fmla="*/ 0 w 351"/>
                  <a:gd name="T11" fmla="*/ 0 h 5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1" h="514">
                    <a:moveTo>
                      <a:pt x="351" y="514"/>
                    </a:moveTo>
                    <a:cubicBezTo>
                      <a:pt x="351" y="316"/>
                      <a:pt x="351" y="316"/>
                      <a:pt x="351" y="316"/>
                    </a:cubicBezTo>
                    <a:cubicBezTo>
                      <a:pt x="351" y="283"/>
                      <a:pt x="322" y="257"/>
                      <a:pt x="286" y="257"/>
                    </a:cubicBezTo>
                    <a:cubicBezTo>
                      <a:pt x="66" y="257"/>
                      <a:pt x="66" y="257"/>
                      <a:pt x="66" y="257"/>
                    </a:cubicBezTo>
                    <a:cubicBezTo>
                      <a:pt x="30" y="257"/>
                      <a:pt x="0" y="231"/>
                      <a:pt x="0" y="199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41275" cap="flat">
                <a:solidFill>
                  <a:schemeClr val="accent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Freeform: Shape 5"/>
              <p:cNvSpPr>
                <a:spLocks/>
              </p:cNvSpPr>
              <p:nvPr/>
            </p:nvSpPr>
            <p:spPr bwMode="auto">
              <a:xfrm>
                <a:off x="6127351" y="3828974"/>
                <a:ext cx="567942" cy="832017"/>
              </a:xfrm>
              <a:custGeom>
                <a:avLst/>
                <a:gdLst>
                  <a:gd name="T0" fmla="*/ 0 w 351"/>
                  <a:gd name="T1" fmla="*/ 514 h 514"/>
                  <a:gd name="T2" fmla="*/ 0 w 351"/>
                  <a:gd name="T3" fmla="*/ 316 h 514"/>
                  <a:gd name="T4" fmla="*/ 65 w 351"/>
                  <a:gd name="T5" fmla="*/ 257 h 514"/>
                  <a:gd name="T6" fmla="*/ 285 w 351"/>
                  <a:gd name="T7" fmla="*/ 257 h 514"/>
                  <a:gd name="T8" fmla="*/ 351 w 351"/>
                  <a:gd name="T9" fmla="*/ 199 h 514"/>
                  <a:gd name="T10" fmla="*/ 351 w 351"/>
                  <a:gd name="T11" fmla="*/ 0 h 5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1" h="514">
                    <a:moveTo>
                      <a:pt x="0" y="514"/>
                    </a:moveTo>
                    <a:cubicBezTo>
                      <a:pt x="0" y="316"/>
                      <a:pt x="0" y="316"/>
                      <a:pt x="0" y="316"/>
                    </a:cubicBezTo>
                    <a:cubicBezTo>
                      <a:pt x="0" y="283"/>
                      <a:pt x="29" y="257"/>
                      <a:pt x="65" y="257"/>
                    </a:cubicBezTo>
                    <a:cubicBezTo>
                      <a:pt x="285" y="257"/>
                      <a:pt x="285" y="257"/>
                      <a:pt x="285" y="257"/>
                    </a:cubicBezTo>
                    <a:cubicBezTo>
                      <a:pt x="321" y="257"/>
                      <a:pt x="351" y="231"/>
                      <a:pt x="351" y="199"/>
                    </a:cubicBezTo>
                    <a:cubicBezTo>
                      <a:pt x="351" y="0"/>
                      <a:pt x="351" y="0"/>
                      <a:pt x="351" y="0"/>
                    </a:cubicBezTo>
                  </a:path>
                </a:pathLst>
              </a:custGeom>
              <a:noFill/>
              <a:ln w="41275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Freeform: Shape 6"/>
              <p:cNvSpPr>
                <a:spLocks/>
              </p:cNvSpPr>
              <p:nvPr/>
            </p:nvSpPr>
            <p:spPr bwMode="auto">
              <a:xfrm>
                <a:off x="4667101" y="2976458"/>
                <a:ext cx="381040" cy="555884"/>
              </a:xfrm>
              <a:custGeom>
                <a:avLst/>
                <a:gdLst>
                  <a:gd name="T0" fmla="*/ 235 w 235"/>
                  <a:gd name="T1" fmla="*/ 344 h 344"/>
                  <a:gd name="T2" fmla="*/ 235 w 235"/>
                  <a:gd name="T3" fmla="*/ 211 h 344"/>
                  <a:gd name="T4" fmla="*/ 191 w 235"/>
                  <a:gd name="T5" fmla="*/ 172 h 344"/>
                  <a:gd name="T6" fmla="*/ 44 w 235"/>
                  <a:gd name="T7" fmla="*/ 172 h 344"/>
                  <a:gd name="T8" fmla="*/ 0 w 235"/>
                  <a:gd name="T9" fmla="*/ 133 h 344"/>
                  <a:gd name="T10" fmla="*/ 0 w 235"/>
                  <a:gd name="T11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5" h="344">
                    <a:moveTo>
                      <a:pt x="235" y="344"/>
                    </a:moveTo>
                    <a:cubicBezTo>
                      <a:pt x="235" y="211"/>
                      <a:pt x="235" y="211"/>
                      <a:pt x="235" y="211"/>
                    </a:cubicBezTo>
                    <a:cubicBezTo>
                      <a:pt x="235" y="189"/>
                      <a:pt x="215" y="172"/>
                      <a:pt x="191" y="172"/>
                    </a:cubicBezTo>
                    <a:cubicBezTo>
                      <a:pt x="44" y="172"/>
                      <a:pt x="44" y="172"/>
                      <a:pt x="44" y="172"/>
                    </a:cubicBezTo>
                    <a:cubicBezTo>
                      <a:pt x="20" y="172"/>
                      <a:pt x="0" y="154"/>
                      <a:pt x="0" y="13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41275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Freeform: Shape 7"/>
              <p:cNvSpPr>
                <a:spLocks/>
              </p:cNvSpPr>
              <p:nvPr/>
            </p:nvSpPr>
            <p:spPr bwMode="auto">
              <a:xfrm>
                <a:off x="7193297" y="3323735"/>
                <a:ext cx="378628" cy="557090"/>
              </a:xfrm>
              <a:custGeom>
                <a:avLst/>
                <a:gdLst>
                  <a:gd name="T0" fmla="*/ 0 w 234"/>
                  <a:gd name="T1" fmla="*/ 344 h 344"/>
                  <a:gd name="T2" fmla="*/ 0 w 234"/>
                  <a:gd name="T3" fmla="*/ 211 h 344"/>
                  <a:gd name="T4" fmla="*/ 43 w 234"/>
                  <a:gd name="T5" fmla="*/ 172 h 344"/>
                  <a:gd name="T6" fmla="*/ 191 w 234"/>
                  <a:gd name="T7" fmla="*/ 172 h 344"/>
                  <a:gd name="T8" fmla="*/ 234 w 234"/>
                  <a:gd name="T9" fmla="*/ 133 h 344"/>
                  <a:gd name="T10" fmla="*/ 234 w 234"/>
                  <a:gd name="T11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4" h="344">
                    <a:moveTo>
                      <a:pt x="0" y="344"/>
                    </a:moveTo>
                    <a:cubicBezTo>
                      <a:pt x="0" y="211"/>
                      <a:pt x="0" y="211"/>
                      <a:pt x="0" y="211"/>
                    </a:cubicBezTo>
                    <a:cubicBezTo>
                      <a:pt x="0" y="190"/>
                      <a:pt x="19" y="172"/>
                      <a:pt x="43" y="172"/>
                    </a:cubicBezTo>
                    <a:cubicBezTo>
                      <a:pt x="191" y="172"/>
                      <a:pt x="191" y="172"/>
                      <a:pt x="191" y="172"/>
                    </a:cubicBezTo>
                    <a:cubicBezTo>
                      <a:pt x="215" y="172"/>
                      <a:pt x="234" y="154"/>
                      <a:pt x="234" y="133"/>
                    </a:cubicBezTo>
                    <a:cubicBezTo>
                      <a:pt x="234" y="0"/>
                      <a:pt x="234" y="0"/>
                      <a:pt x="234" y="0"/>
                    </a:cubicBezTo>
                  </a:path>
                </a:pathLst>
              </a:custGeom>
              <a:noFill/>
              <a:ln w="41275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Freeform: Shape 8"/>
              <p:cNvSpPr>
                <a:spLocks/>
              </p:cNvSpPr>
              <p:nvPr/>
            </p:nvSpPr>
            <p:spPr bwMode="auto">
              <a:xfrm>
                <a:off x="6495127" y="2197497"/>
                <a:ext cx="379834" cy="555884"/>
              </a:xfrm>
              <a:custGeom>
                <a:avLst/>
                <a:gdLst>
                  <a:gd name="T0" fmla="*/ 0 w 235"/>
                  <a:gd name="T1" fmla="*/ 343 h 343"/>
                  <a:gd name="T2" fmla="*/ 0 w 235"/>
                  <a:gd name="T3" fmla="*/ 210 h 343"/>
                  <a:gd name="T4" fmla="*/ 44 w 235"/>
                  <a:gd name="T5" fmla="*/ 171 h 343"/>
                  <a:gd name="T6" fmla="*/ 191 w 235"/>
                  <a:gd name="T7" fmla="*/ 171 h 343"/>
                  <a:gd name="T8" fmla="*/ 235 w 235"/>
                  <a:gd name="T9" fmla="*/ 132 h 343"/>
                  <a:gd name="T10" fmla="*/ 235 w 235"/>
                  <a:gd name="T11" fmla="*/ 0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5" h="343">
                    <a:moveTo>
                      <a:pt x="0" y="343"/>
                    </a:moveTo>
                    <a:cubicBezTo>
                      <a:pt x="0" y="210"/>
                      <a:pt x="0" y="210"/>
                      <a:pt x="0" y="210"/>
                    </a:cubicBezTo>
                    <a:cubicBezTo>
                      <a:pt x="0" y="189"/>
                      <a:pt x="20" y="171"/>
                      <a:pt x="44" y="171"/>
                    </a:cubicBezTo>
                    <a:cubicBezTo>
                      <a:pt x="191" y="171"/>
                      <a:pt x="191" y="171"/>
                      <a:pt x="191" y="171"/>
                    </a:cubicBezTo>
                    <a:cubicBezTo>
                      <a:pt x="215" y="171"/>
                      <a:pt x="235" y="154"/>
                      <a:pt x="235" y="132"/>
                    </a:cubicBezTo>
                    <a:cubicBezTo>
                      <a:pt x="235" y="0"/>
                      <a:pt x="235" y="0"/>
                      <a:pt x="235" y="0"/>
                    </a:cubicBezTo>
                  </a:path>
                </a:pathLst>
              </a:custGeom>
              <a:noFill/>
              <a:ln w="41275" cap="flat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Straight Connector 9"/>
              <p:cNvSpPr>
                <a:spLocks/>
              </p:cNvSpPr>
              <p:nvPr/>
            </p:nvSpPr>
            <p:spPr bwMode="auto">
              <a:xfrm>
                <a:off x="6074295" y="3655335"/>
                <a:ext cx="0" cy="1407194"/>
              </a:xfrm>
              <a:prstGeom prst="line">
                <a:avLst/>
              </a:prstGeom>
              <a:noFill/>
              <a:ln w="41275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Freeform: Shape 10"/>
              <p:cNvSpPr>
                <a:spLocks/>
              </p:cNvSpPr>
              <p:nvPr/>
            </p:nvSpPr>
            <p:spPr bwMode="auto">
              <a:xfrm>
                <a:off x="5282070" y="2357871"/>
                <a:ext cx="1583244" cy="1002038"/>
              </a:xfrm>
              <a:custGeom>
                <a:avLst/>
                <a:gdLst>
                  <a:gd name="T0" fmla="*/ 781 w 978"/>
                  <a:gd name="T1" fmla="*/ 619 h 619"/>
                  <a:gd name="T2" fmla="*/ 978 w 978"/>
                  <a:gd name="T3" fmla="*/ 422 h 619"/>
                  <a:gd name="T4" fmla="*/ 781 w 978"/>
                  <a:gd name="T5" fmla="*/ 225 h 619"/>
                  <a:gd name="T6" fmla="*/ 764 w 978"/>
                  <a:gd name="T7" fmla="*/ 226 h 619"/>
                  <a:gd name="T8" fmla="*/ 498 w 978"/>
                  <a:gd name="T9" fmla="*/ 0 h 619"/>
                  <a:gd name="T10" fmla="*/ 231 w 978"/>
                  <a:gd name="T11" fmla="*/ 228 h 619"/>
                  <a:gd name="T12" fmla="*/ 197 w 978"/>
                  <a:gd name="T13" fmla="*/ 225 h 619"/>
                  <a:gd name="T14" fmla="*/ 0 w 978"/>
                  <a:gd name="T15" fmla="*/ 422 h 619"/>
                  <a:gd name="T16" fmla="*/ 197 w 978"/>
                  <a:gd name="T17" fmla="*/ 619 h 619"/>
                  <a:gd name="T18" fmla="*/ 781 w 978"/>
                  <a:gd name="T19" fmla="*/ 619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78" h="619">
                    <a:moveTo>
                      <a:pt x="781" y="619"/>
                    </a:moveTo>
                    <a:cubicBezTo>
                      <a:pt x="890" y="619"/>
                      <a:pt x="978" y="531"/>
                      <a:pt x="978" y="422"/>
                    </a:cubicBezTo>
                    <a:cubicBezTo>
                      <a:pt x="978" y="313"/>
                      <a:pt x="890" y="225"/>
                      <a:pt x="781" y="225"/>
                    </a:cubicBezTo>
                    <a:cubicBezTo>
                      <a:pt x="775" y="225"/>
                      <a:pt x="770" y="226"/>
                      <a:pt x="764" y="226"/>
                    </a:cubicBezTo>
                    <a:cubicBezTo>
                      <a:pt x="743" y="98"/>
                      <a:pt x="632" y="0"/>
                      <a:pt x="498" y="0"/>
                    </a:cubicBezTo>
                    <a:cubicBezTo>
                      <a:pt x="363" y="0"/>
                      <a:pt x="251" y="99"/>
                      <a:pt x="231" y="228"/>
                    </a:cubicBezTo>
                    <a:cubicBezTo>
                      <a:pt x="220" y="226"/>
                      <a:pt x="208" y="225"/>
                      <a:pt x="197" y="225"/>
                    </a:cubicBezTo>
                    <a:cubicBezTo>
                      <a:pt x="88" y="225"/>
                      <a:pt x="0" y="313"/>
                      <a:pt x="0" y="422"/>
                    </a:cubicBezTo>
                    <a:cubicBezTo>
                      <a:pt x="0" y="531"/>
                      <a:pt x="88" y="619"/>
                      <a:pt x="197" y="619"/>
                    </a:cubicBezTo>
                    <a:lnTo>
                      <a:pt x="781" y="61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Freeform: Shape 11"/>
              <p:cNvSpPr>
                <a:spLocks/>
              </p:cNvSpPr>
              <p:nvPr/>
            </p:nvSpPr>
            <p:spPr bwMode="auto">
              <a:xfrm>
                <a:off x="5754752" y="2994545"/>
                <a:ext cx="1583244" cy="1000832"/>
              </a:xfrm>
              <a:custGeom>
                <a:avLst/>
                <a:gdLst>
                  <a:gd name="T0" fmla="*/ 781 w 978"/>
                  <a:gd name="T1" fmla="*/ 619 h 619"/>
                  <a:gd name="T2" fmla="*/ 978 w 978"/>
                  <a:gd name="T3" fmla="*/ 423 h 619"/>
                  <a:gd name="T4" fmla="*/ 781 w 978"/>
                  <a:gd name="T5" fmla="*/ 226 h 619"/>
                  <a:gd name="T6" fmla="*/ 764 w 978"/>
                  <a:gd name="T7" fmla="*/ 227 h 619"/>
                  <a:gd name="T8" fmla="*/ 498 w 978"/>
                  <a:gd name="T9" fmla="*/ 0 h 619"/>
                  <a:gd name="T10" fmla="*/ 231 w 978"/>
                  <a:gd name="T11" fmla="*/ 229 h 619"/>
                  <a:gd name="T12" fmla="*/ 197 w 978"/>
                  <a:gd name="T13" fmla="*/ 226 h 619"/>
                  <a:gd name="T14" fmla="*/ 0 w 978"/>
                  <a:gd name="T15" fmla="*/ 423 h 619"/>
                  <a:gd name="T16" fmla="*/ 197 w 978"/>
                  <a:gd name="T17" fmla="*/ 619 h 619"/>
                  <a:gd name="T18" fmla="*/ 781 w 978"/>
                  <a:gd name="T19" fmla="*/ 619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78" h="619">
                    <a:moveTo>
                      <a:pt x="781" y="619"/>
                    </a:moveTo>
                    <a:cubicBezTo>
                      <a:pt x="890" y="619"/>
                      <a:pt x="978" y="531"/>
                      <a:pt x="978" y="423"/>
                    </a:cubicBezTo>
                    <a:cubicBezTo>
                      <a:pt x="978" y="314"/>
                      <a:pt x="890" y="226"/>
                      <a:pt x="781" y="226"/>
                    </a:cubicBezTo>
                    <a:cubicBezTo>
                      <a:pt x="776" y="226"/>
                      <a:pt x="770" y="226"/>
                      <a:pt x="764" y="227"/>
                    </a:cubicBezTo>
                    <a:cubicBezTo>
                      <a:pt x="743" y="98"/>
                      <a:pt x="632" y="0"/>
                      <a:pt x="498" y="0"/>
                    </a:cubicBezTo>
                    <a:cubicBezTo>
                      <a:pt x="363" y="0"/>
                      <a:pt x="251" y="99"/>
                      <a:pt x="231" y="229"/>
                    </a:cubicBezTo>
                    <a:cubicBezTo>
                      <a:pt x="220" y="227"/>
                      <a:pt x="209" y="226"/>
                      <a:pt x="197" y="226"/>
                    </a:cubicBezTo>
                    <a:cubicBezTo>
                      <a:pt x="88" y="226"/>
                      <a:pt x="0" y="314"/>
                      <a:pt x="0" y="423"/>
                    </a:cubicBezTo>
                    <a:cubicBezTo>
                      <a:pt x="0" y="531"/>
                      <a:pt x="88" y="619"/>
                      <a:pt x="197" y="619"/>
                    </a:cubicBezTo>
                    <a:lnTo>
                      <a:pt x="781" y="619"/>
                    </a:ln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bg1"/>
                </a:solidFill>
                <a:round/>
                <a:headEnd/>
                <a:tailEnd/>
              </a:ln>
              <a:ex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Freeform: Shape 12"/>
              <p:cNvSpPr>
                <a:spLocks/>
              </p:cNvSpPr>
              <p:nvPr/>
            </p:nvSpPr>
            <p:spPr bwMode="auto">
              <a:xfrm>
                <a:off x="4809388" y="2994545"/>
                <a:ext cx="1583244" cy="1000832"/>
              </a:xfrm>
              <a:custGeom>
                <a:avLst/>
                <a:gdLst>
                  <a:gd name="T0" fmla="*/ 781 w 978"/>
                  <a:gd name="T1" fmla="*/ 619 h 619"/>
                  <a:gd name="T2" fmla="*/ 978 w 978"/>
                  <a:gd name="T3" fmla="*/ 423 h 619"/>
                  <a:gd name="T4" fmla="*/ 781 w 978"/>
                  <a:gd name="T5" fmla="*/ 226 h 619"/>
                  <a:gd name="T6" fmla="*/ 764 w 978"/>
                  <a:gd name="T7" fmla="*/ 227 h 619"/>
                  <a:gd name="T8" fmla="*/ 497 w 978"/>
                  <a:gd name="T9" fmla="*/ 0 h 619"/>
                  <a:gd name="T10" fmla="*/ 231 w 978"/>
                  <a:gd name="T11" fmla="*/ 229 h 619"/>
                  <a:gd name="T12" fmla="*/ 197 w 978"/>
                  <a:gd name="T13" fmla="*/ 226 h 619"/>
                  <a:gd name="T14" fmla="*/ 0 w 978"/>
                  <a:gd name="T15" fmla="*/ 423 h 619"/>
                  <a:gd name="T16" fmla="*/ 197 w 978"/>
                  <a:gd name="T17" fmla="*/ 619 h 619"/>
                  <a:gd name="T18" fmla="*/ 781 w 978"/>
                  <a:gd name="T19" fmla="*/ 619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78" h="619">
                    <a:moveTo>
                      <a:pt x="781" y="619"/>
                    </a:moveTo>
                    <a:cubicBezTo>
                      <a:pt x="890" y="619"/>
                      <a:pt x="978" y="531"/>
                      <a:pt x="978" y="423"/>
                    </a:cubicBezTo>
                    <a:cubicBezTo>
                      <a:pt x="978" y="314"/>
                      <a:pt x="890" y="226"/>
                      <a:pt x="781" y="226"/>
                    </a:cubicBezTo>
                    <a:cubicBezTo>
                      <a:pt x="775" y="226"/>
                      <a:pt x="770" y="226"/>
                      <a:pt x="764" y="227"/>
                    </a:cubicBezTo>
                    <a:cubicBezTo>
                      <a:pt x="743" y="98"/>
                      <a:pt x="632" y="0"/>
                      <a:pt x="497" y="0"/>
                    </a:cubicBezTo>
                    <a:cubicBezTo>
                      <a:pt x="362" y="0"/>
                      <a:pt x="251" y="99"/>
                      <a:pt x="231" y="229"/>
                    </a:cubicBezTo>
                    <a:cubicBezTo>
                      <a:pt x="220" y="227"/>
                      <a:pt x="208" y="226"/>
                      <a:pt x="197" y="226"/>
                    </a:cubicBezTo>
                    <a:cubicBezTo>
                      <a:pt x="88" y="226"/>
                      <a:pt x="0" y="314"/>
                      <a:pt x="0" y="423"/>
                    </a:cubicBezTo>
                    <a:cubicBezTo>
                      <a:pt x="0" y="531"/>
                      <a:pt x="88" y="619"/>
                      <a:pt x="197" y="619"/>
                    </a:cubicBezTo>
                    <a:lnTo>
                      <a:pt x="781" y="619"/>
                    </a:lnTo>
                    <a:close/>
                  </a:path>
                </a:pathLst>
              </a:custGeom>
              <a:solidFill>
                <a:schemeClr val="accent4"/>
              </a:solidFill>
              <a:ln w="38100">
                <a:solidFill>
                  <a:schemeClr val="bg1"/>
                </a:solidFill>
                <a:round/>
                <a:headEnd/>
                <a:tailEnd/>
              </a:ln>
              <a:ex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Oval 13"/>
              <p:cNvSpPr>
                <a:spLocks/>
              </p:cNvSpPr>
              <p:nvPr/>
            </p:nvSpPr>
            <p:spPr bwMode="auto">
              <a:xfrm>
                <a:off x="5746311" y="3343028"/>
                <a:ext cx="654761" cy="65235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  <a:round/>
                <a:headEnd/>
                <a:tailEnd/>
              </a:ln>
              <a:ex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Freeform: Shape 14"/>
              <p:cNvSpPr>
                <a:spLocks/>
              </p:cNvSpPr>
              <p:nvPr/>
            </p:nvSpPr>
            <p:spPr bwMode="auto">
              <a:xfrm>
                <a:off x="7263235" y="2934254"/>
                <a:ext cx="618587" cy="389480"/>
              </a:xfrm>
              <a:custGeom>
                <a:avLst/>
                <a:gdLst>
                  <a:gd name="T0" fmla="*/ 305 w 382"/>
                  <a:gd name="T1" fmla="*/ 241 h 241"/>
                  <a:gd name="T2" fmla="*/ 382 w 382"/>
                  <a:gd name="T3" fmla="*/ 164 h 241"/>
                  <a:gd name="T4" fmla="*/ 305 w 382"/>
                  <a:gd name="T5" fmla="*/ 88 h 241"/>
                  <a:gd name="T6" fmla="*/ 299 w 382"/>
                  <a:gd name="T7" fmla="*/ 88 h 241"/>
                  <a:gd name="T8" fmla="*/ 195 w 382"/>
                  <a:gd name="T9" fmla="*/ 0 h 241"/>
                  <a:gd name="T10" fmla="*/ 90 w 382"/>
                  <a:gd name="T11" fmla="*/ 89 h 241"/>
                  <a:gd name="T12" fmla="*/ 77 w 382"/>
                  <a:gd name="T13" fmla="*/ 88 h 241"/>
                  <a:gd name="T14" fmla="*/ 0 w 382"/>
                  <a:gd name="T15" fmla="*/ 164 h 241"/>
                  <a:gd name="T16" fmla="*/ 77 w 382"/>
                  <a:gd name="T17" fmla="*/ 241 h 241"/>
                  <a:gd name="T18" fmla="*/ 305 w 382"/>
                  <a:gd name="T19" fmla="*/ 241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2" h="241">
                    <a:moveTo>
                      <a:pt x="305" y="241"/>
                    </a:moveTo>
                    <a:cubicBezTo>
                      <a:pt x="348" y="241"/>
                      <a:pt x="382" y="207"/>
                      <a:pt x="382" y="164"/>
                    </a:cubicBezTo>
                    <a:cubicBezTo>
                      <a:pt x="382" y="122"/>
                      <a:pt x="348" y="88"/>
                      <a:pt x="305" y="88"/>
                    </a:cubicBezTo>
                    <a:cubicBezTo>
                      <a:pt x="303" y="88"/>
                      <a:pt x="301" y="88"/>
                      <a:pt x="299" y="88"/>
                    </a:cubicBezTo>
                    <a:cubicBezTo>
                      <a:pt x="290" y="38"/>
                      <a:pt x="247" y="0"/>
                      <a:pt x="195" y="0"/>
                    </a:cubicBezTo>
                    <a:cubicBezTo>
                      <a:pt x="142" y="0"/>
                      <a:pt x="98" y="38"/>
                      <a:pt x="90" y="89"/>
                    </a:cubicBezTo>
                    <a:cubicBezTo>
                      <a:pt x="86" y="88"/>
                      <a:pt x="82" y="88"/>
                      <a:pt x="77" y="88"/>
                    </a:cubicBezTo>
                    <a:cubicBezTo>
                      <a:pt x="35" y="88"/>
                      <a:pt x="0" y="122"/>
                      <a:pt x="0" y="164"/>
                    </a:cubicBezTo>
                    <a:cubicBezTo>
                      <a:pt x="0" y="207"/>
                      <a:pt x="35" y="241"/>
                      <a:pt x="77" y="241"/>
                    </a:cubicBezTo>
                    <a:lnTo>
                      <a:pt x="305" y="24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Freeform: Shape 15"/>
              <p:cNvSpPr>
                <a:spLocks/>
              </p:cNvSpPr>
              <p:nvPr/>
            </p:nvSpPr>
            <p:spPr bwMode="auto">
              <a:xfrm>
                <a:off x="4359616" y="2726853"/>
                <a:ext cx="617381" cy="390686"/>
              </a:xfrm>
              <a:custGeom>
                <a:avLst/>
                <a:gdLst>
                  <a:gd name="T0" fmla="*/ 304 w 381"/>
                  <a:gd name="T1" fmla="*/ 241 h 241"/>
                  <a:gd name="T2" fmla="*/ 381 w 381"/>
                  <a:gd name="T3" fmla="*/ 165 h 241"/>
                  <a:gd name="T4" fmla="*/ 304 w 381"/>
                  <a:gd name="T5" fmla="*/ 88 h 241"/>
                  <a:gd name="T6" fmla="*/ 298 w 381"/>
                  <a:gd name="T7" fmla="*/ 88 h 241"/>
                  <a:gd name="T8" fmla="*/ 194 w 381"/>
                  <a:gd name="T9" fmla="*/ 0 h 241"/>
                  <a:gd name="T10" fmla="*/ 90 w 381"/>
                  <a:gd name="T11" fmla="*/ 89 h 241"/>
                  <a:gd name="T12" fmla="*/ 76 w 381"/>
                  <a:gd name="T13" fmla="*/ 88 h 241"/>
                  <a:gd name="T14" fmla="*/ 0 w 381"/>
                  <a:gd name="T15" fmla="*/ 165 h 241"/>
                  <a:gd name="T16" fmla="*/ 76 w 381"/>
                  <a:gd name="T17" fmla="*/ 241 h 241"/>
                  <a:gd name="T18" fmla="*/ 304 w 381"/>
                  <a:gd name="T19" fmla="*/ 241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1" h="241">
                    <a:moveTo>
                      <a:pt x="304" y="241"/>
                    </a:moveTo>
                    <a:cubicBezTo>
                      <a:pt x="347" y="241"/>
                      <a:pt x="381" y="207"/>
                      <a:pt x="381" y="165"/>
                    </a:cubicBezTo>
                    <a:cubicBezTo>
                      <a:pt x="381" y="122"/>
                      <a:pt x="347" y="88"/>
                      <a:pt x="304" y="88"/>
                    </a:cubicBezTo>
                    <a:cubicBezTo>
                      <a:pt x="302" y="88"/>
                      <a:pt x="300" y="88"/>
                      <a:pt x="298" y="88"/>
                    </a:cubicBezTo>
                    <a:cubicBezTo>
                      <a:pt x="290" y="38"/>
                      <a:pt x="246" y="0"/>
                      <a:pt x="194" y="0"/>
                    </a:cubicBezTo>
                    <a:cubicBezTo>
                      <a:pt x="141" y="0"/>
                      <a:pt x="97" y="38"/>
                      <a:pt x="90" y="89"/>
                    </a:cubicBezTo>
                    <a:cubicBezTo>
                      <a:pt x="85" y="88"/>
                      <a:pt x="81" y="88"/>
                      <a:pt x="76" y="88"/>
                    </a:cubicBezTo>
                    <a:cubicBezTo>
                      <a:pt x="34" y="88"/>
                      <a:pt x="0" y="122"/>
                      <a:pt x="0" y="165"/>
                    </a:cubicBezTo>
                    <a:cubicBezTo>
                      <a:pt x="0" y="207"/>
                      <a:pt x="34" y="241"/>
                      <a:pt x="76" y="241"/>
                    </a:cubicBezTo>
                    <a:lnTo>
                      <a:pt x="304" y="24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Freeform: Shape 16"/>
              <p:cNvSpPr>
                <a:spLocks/>
              </p:cNvSpPr>
              <p:nvPr/>
            </p:nvSpPr>
            <p:spPr bwMode="auto">
              <a:xfrm>
                <a:off x="6566270" y="1959950"/>
                <a:ext cx="617381" cy="391892"/>
              </a:xfrm>
              <a:custGeom>
                <a:avLst/>
                <a:gdLst>
                  <a:gd name="T0" fmla="*/ 305 w 382"/>
                  <a:gd name="T1" fmla="*/ 242 h 242"/>
                  <a:gd name="T2" fmla="*/ 382 w 382"/>
                  <a:gd name="T3" fmla="*/ 165 h 242"/>
                  <a:gd name="T4" fmla="*/ 305 w 382"/>
                  <a:gd name="T5" fmla="*/ 88 h 242"/>
                  <a:gd name="T6" fmla="*/ 298 w 382"/>
                  <a:gd name="T7" fmla="*/ 88 h 242"/>
                  <a:gd name="T8" fmla="*/ 194 w 382"/>
                  <a:gd name="T9" fmla="*/ 0 h 242"/>
                  <a:gd name="T10" fmla="*/ 90 w 382"/>
                  <a:gd name="T11" fmla="*/ 89 h 242"/>
                  <a:gd name="T12" fmla="*/ 77 w 382"/>
                  <a:gd name="T13" fmla="*/ 88 h 242"/>
                  <a:gd name="T14" fmla="*/ 0 w 382"/>
                  <a:gd name="T15" fmla="*/ 165 h 242"/>
                  <a:gd name="T16" fmla="*/ 77 w 382"/>
                  <a:gd name="T17" fmla="*/ 242 h 242"/>
                  <a:gd name="T18" fmla="*/ 305 w 382"/>
                  <a:gd name="T19" fmla="*/ 242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2" h="242">
                    <a:moveTo>
                      <a:pt x="305" y="242"/>
                    </a:moveTo>
                    <a:cubicBezTo>
                      <a:pt x="347" y="242"/>
                      <a:pt x="382" y="207"/>
                      <a:pt x="382" y="165"/>
                    </a:cubicBezTo>
                    <a:cubicBezTo>
                      <a:pt x="382" y="122"/>
                      <a:pt x="347" y="88"/>
                      <a:pt x="305" y="88"/>
                    </a:cubicBezTo>
                    <a:cubicBezTo>
                      <a:pt x="303" y="88"/>
                      <a:pt x="300" y="88"/>
                      <a:pt x="298" y="88"/>
                    </a:cubicBezTo>
                    <a:cubicBezTo>
                      <a:pt x="290" y="38"/>
                      <a:pt x="247" y="0"/>
                      <a:pt x="194" y="0"/>
                    </a:cubicBezTo>
                    <a:cubicBezTo>
                      <a:pt x="142" y="0"/>
                      <a:pt x="98" y="39"/>
                      <a:pt x="90" y="89"/>
                    </a:cubicBezTo>
                    <a:cubicBezTo>
                      <a:pt x="86" y="88"/>
                      <a:pt x="81" y="88"/>
                      <a:pt x="77" y="88"/>
                    </a:cubicBezTo>
                    <a:cubicBezTo>
                      <a:pt x="34" y="88"/>
                      <a:pt x="0" y="122"/>
                      <a:pt x="0" y="165"/>
                    </a:cubicBezTo>
                    <a:cubicBezTo>
                      <a:pt x="0" y="207"/>
                      <a:pt x="34" y="242"/>
                      <a:pt x="77" y="242"/>
                    </a:cubicBezTo>
                    <a:lnTo>
                      <a:pt x="305" y="24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Oval 17"/>
              <p:cNvSpPr>
                <a:spLocks/>
              </p:cNvSpPr>
              <p:nvPr/>
            </p:nvSpPr>
            <p:spPr bwMode="auto">
              <a:xfrm>
                <a:off x="5027641" y="2156499"/>
                <a:ext cx="309896" cy="30989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Oval 18"/>
              <p:cNvSpPr>
                <a:spLocks/>
              </p:cNvSpPr>
              <p:nvPr/>
            </p:nvSpPr>
            <p:spPr bwMode="auto">
              <a:xfrm>
                <a:off x="7616541" y="3630013"/>
                <a:ext cx="309896" cy="31110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Oval 19"/>
              <p:cNvSpPr>
                <a:spLocks/>
              </p:cNvSpPr>
              <p:nvPr/>
            </p:nvSpPr>
            <p:spPr bwMode="auto">
              <a:xfrm>
                <a:off x="7556250" y="2190262"/>
                <a:ext cx="311102" cy="3098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Oval 20"/>
              <p:cNvSpPr>
                <a:spLocks/>
              </p:cNvSpPr>
              <p:nvPr/>
            </p:nvSpPr>
            <p:spPr bwMode="auto">
              <a:xfrm>
                <a:off x="4265562" y="3699951"/>
                <a:ext cx="311102" cy="30989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Oval 21"/>
              <p:cNvSpPr>
                <a:spLocks/>
              </p:cNvSpPr>
              <p:nvPr/>
            </p:nvSpPr>
            <p:spPr bwMode="auto">
              <a:xfrm>
                <a:off x="7198121" y="2611094"/>
                <a:ext cx="230312" cy="22910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Oval 22"/>
              <p:cNvSpPr>
                <a:spLocks/>
              </p:cNvSpPr>
              <p:nvPr/>
            </p:nvSpPr>
            <p:spPr bwMode="auto">
              <a:xfrm>
                <a:off x="5687226" y="1940657"/>
                <a:ext cx="229106" cy="23031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Oval 23"/>
              <p:cNvSpPr>
                <a:spLocks/>
              </p:cNvSpPr>
              <p:nvPr/>
            </p:nvSpPr>
            <p:spPr bwMode="auto">
              <a:xfrm>
                <a:off x="4378909" y="2180616"/>
                <a:ext cx="230312" cy="22910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Oval 24"/>
              <p:cNvSpPr>
                <a:spLocks/>
              </p:cNvSpPr>
              <p:nvPr/>
            </p:nvSpPr>
            <p:spPr bwMode="auto">
              <a:xfrm>
                <a:off x="4806976" y="4220866"/>
                <a:ext cx="229106" cy="229106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Oval 25"/>
              <p:cNvSpPr>
                <a:spLocks/>
              </p:cNvSpPr>
              <p:nvPr/>
            </p:nvSpPr>
            <p:spPr bwMode="auto">
              <a:xfrm>
                <a:off x="7065480" y="4220866"/>
                <a:ext cx="230312" cy="22910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Freeform: Shape 26"/>
              <p:cNvSpPr>
                <a:spLocks/>
              </p:cNvSpPr>
              <p:nvPr/>
            </p:nvSpPr>
            <p:spPr bwMode="auto">
              <a:xfrm>
                <a:off x="5126519" y="3379202"/>
                <a:ext cx="271310" cy="204990"/>
              </a:xfrm>
              <a:custGeom>
                <a:avLst/>
                <a:gdLst>
                  <a:gd name="T0" fmla="*/ 151 w 167"/>
                  <a:gd name="T1" fmla="*/ 22 h 127"/>
                  <a:gd name="T2" fmla="*/ 110 w 167"/>
                  <a:gd name="T3" fmla="*/ 0 h 127"/>
                  <a:gd name="T4" fmla="*/ 110 w 167"/>
                  <a:gd name="T5" fmla="*/ 15 h 127"/>
                  <a:gd name="T6" fmla="*/ 139 w 167"/>
                  <a:gd name="T7" fmla="*/ 30 h 127"/>
                  <a:gd name="T8" fmla="*/ 129 w 167"/>
                  <a:gd name="T9" fmla="*/ 79 h 127"/>
                  <a:gd name="T10" fmla="*/ 110 w 167"/>
                  <a:gd name="T11" fmla="*/ 85 h 127"/>
                  <a:gd name="T12" fmla="*/ 110 w 167"/>
                  <a:gd name="T13" fmla="*/ 100 h 127"/>
                  <a:gd name="T14" fmla="*/ 137 w 167"/>
                  <a:gd name="T15" fmla="*/ 91 h 127"/>
                  <a:gd name="T16" fmla="*/ 151 w 167"/>
                  <a:gd name="T17" fmla="*/ 22 h 127"/>
                  <a:gd name="T18" fmla="*/ 110 w 167"/>
                  <a:gd name="T19" fmla="*/ 0 h 127"/>
                  <a:gd name="T20" fmla="*/ 82 w 167"/>
                  <a:gd name="T21" fmla="*/ 8 h 127"/>
                  <a:gd name="T22" fmla="*/ 65 w 167"/>
                  <a:gd name="T23" fmla="*/ 72 h 127"/>
                  <a:gd name="T24" fmla="*/ 57 w 167"/>
                  <a:gd name="T25" fmla="*/ 77 h 127"/>
                  <a:gd name="T26" fmla="*/ 57 w 167"/>
                  <a:gd name="T27" fmla="*/ 76 h 127"/>
                  <a:gd name="T28" fmla="*/ 57 w 167"/>
                  <a:gd name="T29" fmla="*/ 76 h 127"/>
                  <a:gd name="T30" fmla="*/ 57 w 167"/>
                  <a:gd name="T31" fmla="*/ 76 h 127"/>
                  <a:gd name="T32" fmla="*/ 57 w 167"/>
                  <a:gd name="T33" fmla="*/ 76 h 127"/>
                  <a:gd name="T34" fmla="*/ 47 w 167"/>
                  <a:gd name="T35" fmla="*/ 78 h 127"/>
                  <a:gd name="T36" fmla="*/ 7 w 167"/>
                  <a:gd name="T37" fmla="*/ 105 h 127"/>
                  <a:gd name="T38" fmla="*/ 3 w 167"/>
                  <a:gd name="T39" fmla="*/ 121 h 127"/>
                  <a:gd name="T40" fmla="*/ 19 w 167"/>
                  <a:gd name="T41" fmla="*/ 124 h 127"/>
                  <a:gd name="T42" fmla="*/ 60 w 167"/>
                  <a:gd name="T43" fmla="*/ 97 h 127"/>
                  <a:gd name="T44" fmla="*/ 65 w 167"/>
                  <a:gd name="T45" fmla="*/ 88 h 127"/>
                  <a:gd name="T46" fmla="*/ 65 w 167"/>
                  <a:gd name="T47" fmla="*/ 88 h 127"/>
                  <a:gd name="T48" fmla="*/ 65 w 167"/>
                  <a:gd name="T49" fmla="*/ 88 h 127"/>
                  <a:gd name="T50" fmla="*/ 72 w 167"/>
                  <a:gd name="T51" fmla="*/ 83 h 127"/>
                  <a:gd name="T52" fmla="*/ 110 w 167"/>
                  <a:gd name="T53" fmla="*/ 100 h 127"/>
                  <a:gd name="T54" fmla="*/ 110 w 167"/>
                  <a:gd name="T55" fmla="*/ 85 h 127"/>
                  <a:gd name="T56" fmla="*/ 81 w 167"/>
                  <a:gd name="T57" fmla="*/ 69 h 127"/>
                  <a:gd name="T58" fmla="*/ 81 w 167"/>
                  <a:gd name="T59" fmla="*/ 69 h 127"/>
                  <a:gd name="T60" fmla="*/ 90 w 167"/>
                  <a:gd name="T61" fmla="*/ 21 h 127"/>
                  <a:gd name="T62" fmla="*/ 110 w 167"/>
                  <a:gd name="T63" fmla="*/ 15 h 127"/>
                  <a:gd name="T64" fmla="*/ 110 w 167"/>
                  <a:gd name="T65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7" h="127">
                    <a:moveTo>
                      <a:pt x="151" y="22"/>
                    </a:moveTo>
                    <a:cubicBezTo>
                      <a:pt x="142" y="8"/>
                      <a:pt x="126" y="0"/>
                      <a:pt x="110" y="0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21" y="15"/>
                      <a:pt x="132" y="20"/>
                      <a:pt x="139" y="30"/>
                    </a:cubicBezTo>
                    <a:cubicBezTo>
                      <a:pt x="150" y="47"/>
                      <a:pt x="145" y="68"/>
                      <a:pt x="129" y="79"/>
                    </a:cubicBezTo>
                    <a:cubicBezTo>
                      <a:pt x="123" y="83"/>
                      <a:pt x="116" y="85"/>
                      <a:pt x="110" y="85"/>
                    </a:cubicBezTo>
                    <a:cubicBezTo>
                      <a:pt x="110" y="100"/>
                      <a:pt x="110" y="100"/>
                      <a:pt x="110" y="100"/>
                    </a:cubicBezTo>
                    <a:cubicBezTo>
                      <a:pt x="119" y="100"/>
                      <a:pt x="129" y="97"/>
                      <a:pt x="137" y="91"/>
                    </a:cubicBezTo>
                    <a:cubicBezTo>
                      <a:pt x="160" y="76"/>
                      <a:pt x="167" y="45"/>
                      <a:pt x="151" y="22"/>
                    </a:cubicBezTo>
                    <a:close/>
                    <a:moveTo>
                      <a:pt x="110" y="0"/>
                    </a:moveTo>
                    <a:cubicBezTo>
                      <a:pt x="100" y="0"/>
                      <a:pt x="91" y="3"/>
                      <a:pt x="82" y="8"/>
                    </a:cubicBezTo>
                    <a:cubicBezTo>
                      <a:pt x="61" y="22"/>
                      <a:pt x="54" y="50"/>
                      <a:pt x="65" y="72"/>
                    </a:cubicBezTo>
                    <a:cubicBezTo>
                      <a:pt x="57" y="77"/>
                      <a:pt x="57" y="77"/>
                      <a:pt x="57" y="77"/>
                    </a:cubicBezTo>
                    <a:cubicBezTo>
                      <a:pt x="57" y="76"/>
                      <a:pt x="57" y="76"/>
                      <a:pt x="57" y="76"/>
                    </a:cubicBezTo>
                    <a:cubicBezTo>
                      <a:pt x="57" y="76"/>
                      <a:pt x="57" y="76"/>
                      <a:pt x="57" y="76"/>
                    </a:cubicBezTo>
                    <a:cubicBezTo>
                      <a:pt x="57" y="76"/>
                      <a:pt x="57" y="76"/>
                      <a:pt x="57" y="76"/>
                    </a:cubicBezTo>
                    <a:cubicBezTo>
                      <a:pt x="57" y="76"/>
                      <a:pt x="57" y="76"/>
                      <a:pt x="57" y="76"/>
                    </a:cubicBezTo>
                    <a:cubicBezTo>
                      <a:pt x="54" y="75"/>
                      <a:pt x="50" y="76"/>
                      <a:pt x="47" y="78"/>
                    </a:cubicBezTo>
                    <a:cubicBezTo>
                      <a:pt x="7" y="105"/>
                      <a:pt x="7" y="105"/>
                      <a:pt x="7" y="105"/>
                    </a:cubicBezTo>
                    <a:cubicBezTo>
                      <a:pt x="1" y="108"/>
                      <a:pt x="0" y="115"/>
                      <a:pt x="3" y="121"/>
                    </a:cubicBezTo>
                    <a:cubicBezTo>
                      <a:pt x="7" y="126"/>
                      <a:pt x="14" y="127"/>
                      <a:pt x="19" y="124"/>
                    </a:cubicBezTo>
                    <a:cubicBezTo>
                      <a:pt x="60" y="97"/>
                      <a:pt x="60" y="97"/>
                      <a:pt x="60" y="97"/>
                    </a:cubicBezTo>
                    <a:cubicBezTo>
                      <a:pt x="63" y="95"/>
                      <a:pt x="65" y="92"/>
                      <a:pt x="65" y="88"/>
                    </a:cubicBezTo>
                    <a:cubicBezTo>
                      <a:pt x="65" y="88"/>
                      <a:pt x="65" y="88"/>
                      <a:pt x="65" y="88"/>
                    </a:cubicBezTo>
                    <a:cubicBezTo>
                      <a:pt x="65" y="88"/>
                      <a:pt x="65" y="88"/>
                      <a:pt x="65" y="88"/>
                    </a:cubicBezTo>
                    <a:cubicBezTo>
                      <a:pt x="72" y="83"/>
                      <a:pt x="72" y="83"/>
                      <a:pt x="72" y="83"/>
                    </a:cubicBezTo>
                    <a:cubicBezTo>
                      <a:pt x="82" y="94"/>
                      <a:pt x="96" y="100"/>
                      <a:pt x="110" y="100"/>
                    </a:cubicBezTo>
                    <a:cubicBezTo>
                      <a:pt x="110" y="85"/>
                      <a:pt x="110" y="85"/>
                      <a:pt x="110" y="85"/>
                    </a:cubicBezTo>
                    <a:cubicBezTo>
                      <a:pt x="98" y="85"/>
                      <a:pt x="87" y="79"/>
                      <a:pt x="81" y="69"/>
                    </a:cubicBezTo>
                    <a:cubicBezTo>
                      <a:pt x="81" y="69"/>
                      <a:pt x="81" y="69"/>
                      <a:pt x="81" y="69"/>
                    </a:cubicBezTo>
                    <a:cubicBezTo>
                      <a:pt x="70" y="53"/>
                      <a:pt x="74" y="31"/>
                      <a:pt x="90" y="21"/>
                    </a:cubicBezTo>
                    <a:cubicBezTo>
                      <a:pt x="96" y="17"/>
                      <a:pt x="103" y="15"/>
                      <a:pt x="110" y="15"/>
                    </a:cubicBez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Oval 27"/>
              <p:cNvSpPr>
                <a:spLocks/>
              </p:cNvSpPr>
              <p:nvPr/>
            </p:nvSpPr>
            <p:spPr bwMode="auto">
              <a:xfrm>
                <a:off x="7685273" y="3790388"/>
                <a:ext cx="80790" cy="8079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Freeform: Shape 28"/>
              <p:cNvSpPr>
                <a:spLocks/>
              </p:cNvSpPr>
              <p:nvPr/>
            </p:nvSpPr>
            <p:spPr bwMode="auto">
              <a:xfrm>
                <a:off x="7726271" y="3678246"/>
                <a:ext cx="151934" cy="151934"/>
              </a:xfrm>
              <a:custGeom>
                <a:avLst/>
                <a:gdLst>
                  <a:gd name="T0" fmla="*/ 30 w 94"/>
                  <a:gd name="T1" fmla="*/ 64 h 94"/>
                  <a:gd name="T2" fmla="*/ 42 w 94"/>
                  <a:gd name="T3" fmla="*/ 94 h 94"/>
                  <a:gd name="T4" fmla="*/ 59 w 94"/>
                  <a:gd name="T5" fmla="*/ 94 h 94"/>
                  <a:gd name="T6" fmla="*/ 30 w 94"/>
                  <a:gd name="T7" fmla="*/ 42 h 94"/>
                  <a:gd name="T8" fmla="*/ 30 w 94"/>
                  <a:gd name="T9" fmla="*/ 64 h 94"/>
                  <a:gd name="T10" fmla="*/ 30 w 94"/>
                  <a:gd name="T11" fmla="*/ 23 h 94"/>
                  <a:gd name="T12" fmla="*/ 30 w 94"/>
                  <a:gd name="T13" fmla="*/ 5 h 94"/>
                  <a:gd name="T14" fmla="*/ 94 w 94"/>
                  <a:gd name="T15" fmla="*/ 94 h 94"/>
                  <a:gd name="T16" fmla="*/ 77 w 94"/>
                  <a:gd name="T17" fmla="*/ 94 h 94"/>
                  <a:gd name="T18" fmla="*/ 30 w 94"/>
                  <a:gd name="T19" fmla="*/ 23 h 94"/>
                  <a:gd name="T20" fmla="*/ 0 w 94"/>
                  <a:gd name="T21" fmla="*/ 51 h 94"/>
                  <a:gd name="T22" fmla="*/ 30 w 94"/>
                  <a:gd name="T23" fmla="*/ 64 h 94"/>
                  <a:gd name="T24" fmla="*/ 30 w 94"/>
                  <a:gd name="T25" fmla="*/ 42 h 94"/>
                  <a:gd name="T26" fmla="*/ 0 w 94"/>
                  <a:gd name="T27" fmla="*/ 35 h 94"/>
                  <a:gd name="T28" fmla="*/ 0 w 94"/>
                  <a:gd name="T29" fmla="*/ 51 h 94"/>
                  <a:gd name="T30" fmla="*/ 30 w 94"/>
                  <a:gd name="T31" fmla="*/ 5 h 94"/>
                  <a:gd name="T32" fmla="*/ 30 w 94"/>
                  <a:gd name="T33" fmla="*/ 23 h 94"/>
                  <a:gd name="T34" fmla="*/ 0 w 94"/>
                  <a:gd name="T35" fmla="*/ 17 h 94"/>
                  <a:gd name="T36" fmla="*/ 0 w 94"/>
                  <a:gd name="T37" fmla="*/ 0 h 94"/>
                  <a:gd name="T38" fmla="*/ 30 w 94"/>
                  <a:gd name="T39" fmla="*/ 5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4" h="94">
                    <a:moveTo>
                      <a:pt x="30" y="64"/>
                    </a:moveTo>
                    <a:cubicBezTo>
                      <a:pt x="38" y="71"/>
                      <a:pt x="42" y="82"/>
                      <a:pt x="42" y="94"/>
                    </a:cubicBezTo>
                    <a:cubicBezTo>
                      <a:pt x="59" y="94"/>
                      <a:pt x="59" y="94"/>
                      <a:pt x="59" y="94"/>
                    </a:cubicBezTo>
                    <a:cubicBezTo>
                      <a:pt x="59" y="72"/>
                      <a:pt x="47" y="53"/>
                      <a:pt x="30" y="42"/>
                    </a:cubicBezTo>
                    <a:cubicBezTo>
                      <a:pt x="30" y="64"/>
                      <a:pt x="30" y="64"/>
                      <a:pt x="30" y="64"/>
                    </a:cubicBezTo>
                    <a:close/>
                    <a:moveTo>
                      <a:pt x="30" y="23"/>
                    </a:moveTo>
                    <a:cubicBezTo>
                      <a:pt x="30" y="5"/>
                      <a:pt x="30" y="5"/>
                      <a:pt x="30" y="5"/>
                    </a:cubicBezTo>
                    <a:cubicBezTo>
                      <a:pt x="67" y="18"/>
                      <a:pt x="94" y="53"/>
                      <a:pt x="94" y="94"/>
                    </a:cubicBezTo>
                    <a:cubicBezTo>
                      <a:pt x="77" y="94"/>
                      <a:pt x="77" y="94"/>
                      <a:pt x="77" y="94"/>
                    </a:cubicBezTo>
                    <a:cubicBezTo>
                      <a:pt x="77" y="62"/>
                      <a:pt x="57" y="34"/>
                      <a:pt x="30" y="23"/>
                    </a:cubicBezTo>
                    <a:close/>
                    <a:moveTo>
                      <a:pt x="0" y="51"/>
                    </a:moveTo>
                    <a:cubicBezTo>
                      <a:pt x="11" y="51"/>
                      <a:pt x="22" y="56"/>
                      <a:pt x="30" y="64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21" y="37"/>
                      <a:pt x="11" y="35"/>
                      <a:pt x="0" y="35"/>
                    </a:cubicBezTo>
                    <a:cubicBezTo>
                      <a:pt x="0" y="51"/>
                      <a:pt x="0" y="51"/>
                      <a:pt x="0" y="51"/>
                    </a:cubicBezTo>
                    <a:close/>
                    <a:moveTo>
                      <a:pt x="30" y="5"/>
                    </a:moveTo>
                    <a:cubicBezTo>
                      <a:pt x="30" y="23"/>
                      <a:pt x="30" y="23"/>
                      <a:pt x="30" y="23"/>
                    </a:cubicBezTo>
                    <a:cubicBezTo>
                      <a:pt x="20" y="19"/>
                      <a:pt x="10" y="17"/>
                      <a:pt x="0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" y="0"/>
                      <a:pt x="20" y="2"/>
                      <a:pt x="30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Freeform: Shape 29"/>
              <p:cNvSpPr>
                <a:spLocks/>
              </p:cNvSpPr>
              <p:nvPr/>
            </p:nvSpPr>
            <p:spPr bwMode="auto">
              <a:xfrm>
                <a:off x="5777663" y="2578537"/>
                <a:ext cx="224283" cy="224283"/>
              </a:xfrm>
              <a:custGeom>
                <a:avLst/>
                <a:gdLst>
                  <a:gd name="T0" fmla="*/ 69 w 139"/>
                  <a:gd name="T1" fmla="*/ 10 h 139"/>
                  <a:gd name="T2" fmla="*/ 76 w 139"/>
                  <a:gd name="T3" fmla="*/ 10 h 139"/>
                  <a:gd name="T4" fmla="*/ 79 w 139"/>
                  <a:gd name="T5" fmla="*/ 0 h 139"/>
                  <a:gd name="T6" fmla="*/ 100 w 139"/>
                  <a:gd name="T7" fmla="*/ 6 h 139"/>
                  <a:gd name="T8" fmla="*/ 97 w 139"/>
                  <a:gd name="T9" fmla="*/ 16 h 139"/>
                  <a:gd name="T10" fmla="*/ 116 w 139"/>
                  <a:gd name="T11" fmla="*/ 32 h 139"/>
                  <a:gd name="T12" fmla="*/ 125 w 139"/>
                  <a:gd name="T13" fmla="*/ 27 h 139"/>
                  <a:gd name="T14" fmla="*/ 136 w 139"/>
                  <a:gd name="T15" fmla="*/ 47 h 139"/>
                  <a:gd name="T16" fmla="*/ 127 w 139"/>
                  <a:gd name="T17" fmla="*/ 52 h 139"/>
                  <a:gd name="T18" fmla="*/ 129 w 139"/>
                  <a:gd name="T19" fmla="*/ 76 h 139"/>
                  <a:gd name="T20" fmla="*/ 139 w 139"/>
                  <a:gd name="T21" fmla="*/ 79 h 139"/>
                  <a:gd name="T22" fmla="*/ 133 w 139"/>
                  <a:gd name="T23" fmla="*/ 100 h 139"/>
                  <a:gd name="T24" fmla="*/ 123 w 139"/>
                  <a:gd name="T25" fmla="*/ 97 h 139"/>
                  <a:gd name="T26" fmla="*/ 107 w 139"/>
                  <a:gd name="T27" fmla="*/ 117 h 139"/>
                  <a:gd name="T28" fmla="*/ 112 w 139"/>
                  <a:gd name="T29" fmla="*/ 126 h 139"/>
                  <a:gd name="T30" fmla="*/ 92 w 139"/>
                  <a:gd name="T31" fmla="*/ 136 h 139"/>
                  <a:gd name="T32" fmla="*/ 87 w 139"/>
                  <a:gd name="T33" fmla="*/ 127 h 139"/>
                  <a:gd name="T34" fmla="*/ 69 w 139"/>
                  <a:gd name="T35" fmla="*/ 130 h 139"/>
                  <a:gd name="T36" fmla="*/ 69 w 139"/>
                  <a:gd name="T37" fmla="*/ 110 h 139"/>
                  <a:gd name="T38" fmla="*/ 108 w 139"/>
                  <a:gd name="T39" fmla="*/ 81 h 139"/>
                  <a:gd name="T40" fmla="*/ 81 w 139"/>
                  <a:gd name="T41" fmla="*/ 31 h 139"/>
                  <a:gd name="T42" fmla="*/ 69 w 139"/>
                  <a:gd name="T43" fmla="*/ 29 h 139"/>
                  <a:gd name="T44" fmla="*/ 69 w 139"/>
                  <a:gd name="T45" fmla="*/ 10 h 139"/>
                  <a:gd name="T46" fmla="*/ 32 w 139"/>
                  <a:gd name="T47" fmla="*/ 23 h 139"/>
                  <a:gd name="T48" fmla="*/ 27 w 139"/>
                  <a:gd name="T49" fmla="*/ 14 h 139"/>
                  <a:gd name="T50" fmla="*/ 46 w 139"/>
                  <a:gd name="T51" fmla="*/ 3 h 139"/>
                  <a:gd name="T52" fmla="*/ 51 w 139"/>
                  <a:gd name="T53" fmla="*/ 12 h 139"/>
                  <a:gd name="T54" fmla="*/ 69 w 139"/>
                  <a:gd name="T55" fmla="*/ 10 h 139"/>
                  <a:gd name="T56" fmla="*/ 69 w 139"/>
                  <a:gd name="T57" fmla="*/ 29 h 139"/>
                  <a:gd name="T58" fmla="*/ 31 w 139"/>
                  <a:gd name="T59" fmla="*/ 58 h 139"/>
                  <a:gd name="T60" fmla="*/ 58 w 139"/>
                  <a:gd name="T61" fmla="*/ 108 h 139"/>
                  <a:gd name="T62" fmla="*/ 58 w 139"/>
                  <a:gd name="T63" fmla="*/ 108 h 139"/>
                  <a:gd name="T64" fmla="*/ 69 w 139"/>
                  <a:gd name="T65" fmla="*/ 110 h 139"/>
                  <a:gd name="T66" fmla="*/ 69 w 139"/>
                  <a:gd name="T67" fmla="*/ 130 h 139"/>
                  <a:gd name="T68" fmla="*/ 63 w 139"/>
                  <a:gd name="T69" fmla="*/ 129 h 139"/>
                  <a:gd name="T70" fmla="*/ 60 w 139"/>
                  <a:gd name="T71" fmla="*/ 139 h 139"/>
                  <a:gd name="T72" fmla="*/ 39 w 139"/>
                  <a:gd name="T73" fmla="*/ 133 h 139"/>
                  <a:gd name="T74" fmla="*/ 42 w 139"/>
                  <a:gd name="T75" fmla="*/ 123 h 139"/>
                  <a:gd name="T76" fmla="*/ 22 w 139"/>
                  <a:gd name="T77" fmla="*/ 107 h 139"/>
                  <a:gd name="T78" fmla="*/ 13 w 139"/>
                  <a:gd name="T79" fmla="*/ 112 h 139"/>
                  <a:gd name="T80" fmla="*/ 3 w 139"/>
                  <a:gd name="T81" fmla="*/ 93 h 139"/>
                  <a:gd name="T82" fmla="*/ 12 w 139"/>
                  <a:gd name="T83" fmla="*/ 88 h 139"/>
                  <a:gd name="T84" fmla="*/ 10 w 139"/>
                  <a:gd name="T85" fmla="*/ 63 h 139"/>
                  <a:gd name="T86" fmla="*/ 0 w 139"/>
                  <a:gd name="T87" fmla="*/ 60 h 139"/>
                  <a:gd name="T88" fmla="*/ 6 w 139"/>
                  <a:gd name="T89" fmla="*/ 39 h 139"/>
                  <a:gd name="T90" fmla="*/ 16 w 139"/>
                  <a:gd name="T91" fmla="*/ 42 h 139"/>
                  <a:gd name="T92" fmla="*/ 32 w 139"/>
                  <a:gd name="T93" fmla="*/ 23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39" h="139">
                    <a:moveTo>
                      <a:pt x="69" y="10"/>
                    </a:moveTo>
                    <a:cubicBezTo>
                      <a:pt x="71" y="10"/>
                      <a:pt x="74" y="10"/>
                      <a:pt x="76" y="1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100" y="6"/>
                      <a:pt x="100" y="6"/>
                      <a:pt x="100" y="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105" y="20"/>
                      <a:pt x="111" y="26"/>
                      <a:pt x="116" y="32"/>
                    </a:cubicBezTo>
                    <a:cubicBezTo>
                      <a:pt x="125" y="27"/>
                      <a:pt x="125" y="27"/>
                      <a:pt x="125" y="27"/>
                    </a:cubicBezTo>
                    <a:cubicBezTo>
                      <a:pt x="136" y="47"/>
                      <a:pt x="136" y="47"/>
                      <a:pt x="136" y="47"/>
                    </a:cubicBezTo>
                    <a:cubicBezTo>
                      <a:pt x="127" y="52"/>
                      <a:pt x="127" y="52"/>
                      <a:pt x="127" y="52"/>
                    </a:cubicBezTo>
                    <a:cubicBezTo>
                      <a:pt x="129" y="59"/>
                      <a:pt x="130" y="68"/>
                      <a:pt x="129" y="76"/>
                    </a:cubicBezTo>
                    <a:cubicBezTo>
                      <a:pt x="139" y="79"/>
                      <a:pt x="139" y="79"/>
                      <a:pt x="139" y="79"/>
                    </a:cubicBezTo>
                    <a:cubicBezTo>
                      <a:pt x="133" y="100"/>
                      <a:pt x="133" y="100"/>
                      <a:pt x="133" y="100"/>
                    </a:cubicBezTo>
                    <a:cubicBezTo>
                      <a:pt x="123" y="97"/>
                      <a:pt x="123" y="97"/>
                      <a:pt x="123" y="97"/>
                    </a:cubicBezTo>
                    <a:cubicBezTo>
                      <a:pt x="119" y="105"/>
                      <a:pt x="113" y="112"/>
                      <a:pt x="107" y="117"/>
                    </a:cubicBezTo>
                    <a:cubicBezTo>
                      <a:pt x="112" y="126"/>
                      <a:pt x="112" y="126"/>
                      <a:pt x="112" y="126"/>
                    </a:cubicBezTo>
                    <a:cubicBezTo>
                      <a:pt x="92" y="136"/>
                      <a:pt x="92" y="136"/>
                      <a:pt x="92" y="136"/>
                    </a:cubicBezTo>
                    <a:cubicBezTo>
                      <a:pt x="87" y="127"/>
                      <a:pt x="87" y="127"/>
                      <a:pt x="87" y="127"/>
                    </a:cubicBezTo>
                    <a:cubicBezTo>
                      <a:pt x="82" y="129"/>
                      <a:pt x="76" y="130"/>
                      <a:pt x="69" y="130"/>
                    </a:cubicBezTo>
                    <a:cubicBezTo>
                      <a:pt x="69" y="110"/>
                      <a:pt x="69" y="110"/>
                      <a:pt x="69" y="110"/>
                    </a:cubicBezTo>
                    <a:cubicBezTo>
                      <a:pt x="87" y="110"/>
                      <a:pt x="103" y="99"/>
                      <a:pt x="108" y="81"/>
                    </a:cubicBezTo>
                    <a:cubicBezTo>
                      <a:pt x="114" y="60"/>
                      <a:pt x="102" y="38"/>
                      <a:pt x="81" y="31"/>
                    </a:cubicBezTo>
                    <a:cubicBezTo>
                      <a:pt x="77" y="30"/>
                      <a:pt x="73" y="29"/>
                      <a:pt x="69" y="29"/>
                    </a:cubicBezTo>
                    <a:lnTo>
                      <a:pt x="69" y="10"/>
                    </a:lnTo>
                    <a:close/>
                    <a:moveTo>
                      <a:pt x="32" y="23"/>
                    </a:moveTo>
                    <a:cubicBezTo>
                      <a:pt x="27" y="14"/>
                      <a:pt x="27" y="14"/>
                      <a:pt x="27" y="14"/>
                    </a:cubicBezTo>
                    <a:cubicBezTo>
                      <a:pt x="46" y="3"/>
                      <a:pt x="46" y="3"/>
                      <a:pt x="46" y="3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57" y="11"/>
                      <a:pt x="63" y="10"/>
                      <a:pt x="69" y="10"/>
                    </a:cubicBezTo>
                    <a:cubicBezTo>
                      <a:pt x="69" y="29"/>
                      <a:pt x="69" y="29"/>
                      <a:pt x="69" y="29"/>
                    </a:cubicBezTo>
                    <a:cubicBezTo>
                      <a:pt x="52" y="29"/>
                      <a:pt x="36" y="41"/>
                      <a:pt x="31" y="58"/>
                    </a:cubicBezTo>
                    <a:cubicBezTo>
                      <a:pt x="24" y="79"/>
                      <a:pt x="36" y="102"/>
                      <a:pt x="58" y="108"/>
                    </a:cubicBezTo>
                    <a:cubicBezTo>
                      <a:pt x="58" y="108"/>
                      <a:pt x="58" y="108"/>
                      <a:pt x="58" y="108"/>
                    </a:cubicBezTo>
                    <a:cubicBezTo>
                      <a:pt x="61" y="109"/>
                      <a:pt x="65" y="110"/>
                      <a:pt x="69" y="110"/>
                    </a:cubicBezTo>
                    <a:cubicBezTo>
                      <a:pt x="69" y="130"/>
                      <a:pt x="69" y="130"/>
                      <a:pt x="69" y="130"/>
                    </a:cubicBezTo>
                    <a:cubicBezTo>
                      <a:pt x="67" y="130"/>
                      <a:pt x="65" y="130"/>
                      <a:pt x="63" y="129"/>
                    </a:cubicBezTo>
                    <a:cubicBezTo>
                      <a:pt x="60" y="139"/>
                      <a:pt x="60" y="139"/>
                      <a:pt x="60" y="139"/>
                    </a:cubicBezTo>
                    <a:cubicBezTo>
                      <a:pt x="39" y="133"/>
                      <a:pt x="39" y="133"/>
                      <a:pt x="39" y="133"/>
                    </a:cubicBezTo>
                    <a:cubicBezTo>
                      <a:pt x="42" y="123"/>
                      <a:pt x="42" y="123"/>
                      <a:pt x="42" y="123"/>
                    </a:cubicBezTo>
                    <a:cubicBezTo>
                      <a:pt x="34" y="119"/>
                      <a:pt x="27" y="114"/>
                      <a:pt x="22" y="107"/>
                    </a:cubicBezTo>
                    <a:cubicBezTo>
                      <a:pt x="13" y="112"/>
                      <a:pt x="13" y="112"/>
                      <a:pt x="13" y="112"/>
                    </a:cubicBezTo>
                    <a:cubicBezTo>
                      <a:pt x="3" y="93"/>
                      <a:pt x="3" y="93"/>
                      <a:pt x="3" y="93"/>
                    </a:cubicBezTo>
                    <a:cubicBezTo>
                      <a:pt x="12" y="88"/>
                      <a:pt x="12" y="88"/>
                      <a:pt x="12" y="88"/>
                    </a:cubicBezTo>
                    <a:cubicBezTo>
                      <a:pt x="10" y="80"/>
                      <a:pt x="9" y="72"/>
                      <a:pt x="10" y="6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20" y="34"/>
                      <a:pt x="25" y="28"/>
                      <a:pt x="32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Freeform: Shape 30"/>
              <p:cNvSpPr>
                <a:spLocks/>
              </p:cNvSpPr>
              <p:nvPr/>
            </p:nvSpPr>
            <p:spPr bwMode="auto">
              <a:xfrm>
                <a:off x="5938037" y="2888433"/>
                <a:ext cx="237547" cy="229106"/>
              </a:xfrm>
              <a:custGeom>
                <a:avLst/>
                <a:gdLst>
                  <a:gd name="T0" fmla="*/ 74 w 147"/>
                  <a:gd name="T1" fmla="*/ 0 h 141"/>
                  <a:gd name="T2" fmla="*/ 147 w 147"/>
                  <a:gd name="T3" fmla="*/ 63 h 141"/>
                  <a:gd name="T4" fmla="*/ 117 w 147"/>
                  <a:gd name="T5" fmla="*/ 115 h 141"/>
                  <a:gd name="T6" fmla="*/ 128 w 147"/>
                  <a:gd name="T7" fmla="*/ 141 h 141"/>
                  <a:gd name="T8" fmla="*/ 102 w 147"/>
                  <a:gd name="T9" fmla="*/ 122 h 141"/>
                  <a:gd name="T10" fmla="*/ 74 w 147"/>
                  <a:gd name="T11" fmla="*/ 127 h 141"/>
                  <a:gd name="T12" fmla="*/ 0 w 147"/>
                  <a:gd name="T13" fmla="*/ 63 h 141"/>
                  <a:gd name="T14" fmla="*/ 74 w 147"/>
                  <a:gd name="T1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7" h="141">
                    <a:moveTo>
                      <a:pt x="74" y="0"/>
                    </a:moveTo>
                    <a:cubicBezTo>
                      <a:pt x="114" y="0"/>
                      <a:pt x="147" y="28"/>
                      <a:pt x="147" y="63"/>
                    </a:cubicBezTo>
                    <a:cubicBezTo>
                      <a:pt x="147" y="84"/>
                      <a:pt x="135" y="103"/>
                      <a:pt x="117" y="115"/>
                    </a:cubicBezTo>
                    <a:cubicBezTo>
                      <a:pt x="128" y="141"/>
                      <a:pt x="128" y="141"/>
                      <a:pt x="128" y="141"/>
                    </a:cubicBezTo>
                    <a:cubicBezTo>
                      <a:pt x="102" y="122"/>
                      <a:pt x="102" y="122"/>
                      <a:pt x="102" y="122"/>
                    </a:cubicBezTo>
                    <a:cubicBezTo>
                      <a:pt x="93" y="125"/>
                      <a:pt x="84" y="127"/>
                      <a:pt x="74" y="127"/>
                    </a:cubicBezTo>
                    <a:cubicBezTo>
                      <a:pt x="33" y="127"/>
                      <a:pt x="0" y="98"/>
                      <a:pt x="0" y="63"/>
                    </a:cubicBezTo>
                    <a:cubicBezTo>
                      <a:pt x="0" y="28"/>
                      <a:pt x="33" y="0"/>
                      <a:pt x="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Oval 31"/>
              <p:cNvSpPr>
                <a:spLocks/>
              </p:cNvSpPr>
              <p:nvPr/>
            </p:nvSpPr>
            <p:spPr bwMode="auto">
              <a:xfrm>
                <a:off x="6093588" y="2977664"/>
                <a:ext cx="31351" cy="313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Oval 32"/>
              <p:cNvSpPr>
                <a:spLocks/>
              </p:cNvSpPr>
              <p:nvPr/>
            </p:nvSpPr>
            <p:spPr bwMode="auto">
              <a:xfrm>
                <a:off x="6041738" y="2977664"/>
                <a:ext cx="32557" cy="313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Oval 33"/>
              <p:cNvSpPr>
                <a:spLocks/>
              </p:cNvSpPr>
              <p:nvPr/>
            </p:nvSpPr>
            <p:spPr bwMode="auto">
              <a:xfrm>
                <a:off x="5987476" y="2977664"/>
                <a:ext cx="32557" cy="313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Freeform: Shape 34"/>
              <p:cNvSpPr>
                <a:spLocks/>
              </p:cNvSpPr>
              <p:nvPr/>
            </p:nvSpPr>
            <p:spPr bwMode="auto">
              <a:xfrm>
                <a:off x="5138577" y="2232466"/>
                <a:ext cx="132640" cy="157963"/>
              </a:xfrm>
              <a:custGeom>
                <a:avLst/>
                <a:gdLst>
                  <a:gd name="T0" fmla="*/ 0 w 110"/>
                  <a:gd name="T1" fmla="*/ 0 h 131"/>
                  <a:gd name="T2" fmla="*/ 110 w 110"/>
                  <a:gd name="T3" fmla="*/ 65 h 131"/>
                  <a:gd name="T4" fmla="*/ 0 w 110"/>
                  <a:gd name="T5" fmla="*/ 131 h 131"/>
                  <a:gd name="T6" fmla="*/ 0 w 110"/>
                  <a:gd name="T7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131">
                    <a:moveTo>
                      <a:pt x="0" y="0"/>
                    </a:moveTo>
                    <a:lnTo>
                      <a:pt x="110" y="65"/>
                    </a:lnTo>
                    <a:lnTo>
                      <a:pt x="0" y="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Freeform: Shape 35"/>
              <p:cNvSpPr>
                <a:spLocks/>
              </p:cNvSpPr>
              <p:nvPr/>
            </p:nvSpPr>
            <p:spPr bwMode="auto">
              <a:xfrm>
                <a:off x="5968182" y="3673423"/>
                <a:ext cx="108524" cy="89231"/>
              </a:xfrm>
              <a:custGeom>
                <a:avLst/>
                <a:gdLst>
                  <a:gd name="T0" fmla="*/ 0 w 90"/>
                  <a:gd name="T1" fmla="*/ 66 h 74"/>
                  <a:gd name="T2" fmla="*/ 84 w 90"/>
                  <a:gd name="T3" fmla="*/ 0 h 74"/>
                  <a:gd name="T4" fmla="*/ 90 w 90"/>
                  <a:gd name="T5" fmla="*/ 8 h 74"/>
                  <a:gd name="T6" fmla="*/ 7 w 90"/>
                  <a:gd name="T7" fmla="*/ 74 h 74"/>
                  <a:gd name="T8" fmla="*/ 0 w 90"/>
                  <a:gd name="T9" fmla="*/ 6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" h="74">
                    <a:moveTo>
                      <a:pt x="0" y="66"/>
                    </a:moveTo>
                    <a:lnTo>
                      <a:pt x="84" y="0"/>
                    </a:lnTo>
                    <a:lnTo>
                      <a:pt x="90" y="8"/>
                    </a:lnTo>
                    <a:lnTo>
                      <a:pt x="7" y="74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Freeform: Shape 36"/>
              <p:cNvSpPr>
                <a:spLocks/>
              </p:cNvSpPr>
              <p:nvPr/>
            </p:nvSpPr>
            <p:spPr bwMode="auto">
              <a:xfrm>
                <a:off x="6069471" y="3673423"/>
                <a:ext cx="109730" cy="89231"/>
              </a:xfrm>
              <a:custGeom>
                <a:avLst/>
                <a:gdLst>
                  <a:gd name="T0" fmla="*/ 84 w 91"/>
                  <a:gd name="T1" fmla="*/ 74 h 74"/>
                  <a:gd name="T2" fmla="*/ 0 w 91"/>
                  <a:gd name="T3" fmla="*/ 8 h 74"/>
                  <a:gd name="T4" fmla="*/ 6 w 91"/>
                  <a:gd name="T5" fmla="*/ 0 h 74"/>
                  <a:gd name="T6" fmla="*/ 91 w 91"/>
                  <a:gd name="T7" fmla="*/ 66 h 74"/>
                  <a:gd name="T8" fmla="*/ 84 w 91"/>
                  <a:gd name="T9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74">
                    <a:moveTo>
                      <a:pt x="84" y="74"/>
                    </a:moveTo>
                    <a:lnTo>
                      <a:pt x="0" y="8"/>
                    </a:lnTo>
                    <a:lnTo>
                      <a:pt x="6" y="0"/>
                    </a:lnTo>
                    <a:lnTo>
                      <a:pt x="91" y="66"/>
                    </a:lnTo>
                    <a:lnTo>
                      <a:pt x="84" y="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Rectangle 37"/>
              <p:cNvSpPr>
                <a:spLocks/>
              </p:cNvSpPr>
              <p:nvPr/>
            </p:nvSpPr>
            <p:spPr bwMode="auto">
              <a:xfrm>
                <a:off x="6067060" y="3549223"/>
                <a:ext cx="13264" cy="12902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Freeform: Shape 38"/>
              <p:cNvSpPr>
                <a:spLocks/>
              </p:cNvSpPr>
              <p:nvPr/>
            </p:nvSpPr>
            <p:spPr bwMode="auto">
              <a:xfrm>
                <a:off x="6020033" y="3496167"/>
                <a:ext cx="107318" cy="106112"/>
              </a:xfrm>
              <a:custGeom>
                <a:avLst/>
                <a:gdLst>
                  <a:gd name="T0" fmla="*/ 45 w 66"/>
                  <a:gd name="T1" fmla="*/ 44 h 66"/>
                  <a:gd name="T2" fmla="*/ 66 w 66"/>
                  <a:gd name="T3" fmla="*/ 66 h 66"/>
                  <a:gd name="T4" fmla="*/ 0 w 66"/>
                  <a:gd name="T5" fmla="*/ 66 h 66"/>
                  <a:gd name="T6" fmla="*/ 21 w 66"/>
                  <a:gd name="T7" fmla="*/ 44 h 66"/>
                  <a:gd name="T8" fmla="*/ 13 w 66"/>
                  <a:gd name="T9" fmla="*/ 24 h 66"/>
                  <a:gd name="T10" fmla="*/ 33 w 66"/>
                  <a:gd name="T11" fmla="*/ 0 h 66"/>
                  <a:gd name="T12" fmla="*/ 53 w 66"/>
                  <a:gd name="T13" fmla="*/ 24 h 66"/>
                  <a:gd name="T14" fmla="*/ 45 w 66"/>
                  <a:gd name="T15" fmla="*/ 4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66">
                    <a:moveTo>
                      <a:pt x="45" y="44"/>
                    </a:moveTo>
                    <a:cubicBezTo>
                      <a:pt x="55" y="48"/>
                      <a:pt x="63" y="56"/>
                      <a:pt x="66" y="6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3" y="56"/>
                      <a:pt x="11" y="48"/>
                      <a:pt x="21" y="44"/>
                    </a:cubicBezTo>
                    <a:cubicBezTo>
                      <a:pt x="16" y="40"/>
                      <a:pt x="13" y="33"/>
                      <a:pt x="13" y="24"/>
                    </a:cubicBezTo>
                    <a:cubicBezTo>
                      <a:pt x="13" y="11"/>
                      <a:pt x="22" y="0"/>
                      <a:pt x="33" y="0"/>
                    </a:cubicBezTo>
                    <a:cubicBezTo>
                      <a:pt x="44" y="0"/>
                      <a:pt x="53" y="11"/>
                      <a:pt x="53" y="24"/>
                    </a:cubicBezTo>
                    <a:cubicBezTo>
                      <a:pt x="53" y="33"/>
                      <a:pt x="50" y="40"/>
                      <a:pt x="45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Freeform: Shape 39"/>
              <p:cNvSpPr>
                <a:spLocks/>
              </p:cNvSpPr>
              <p:nvPr/>
            </p:nvSpPr>
            <p:spPr bwMode="auto">
              <a:xfrm>
                <a:off x="5918744" y="3683069"/>
                <a:ext cx="106112" cy="107318"/>
              </a:xfrm>
              <a:custGeom>
                <a:avLst/>
                <a:gdLst>
                  <a:gd name="T0" fmla="*/ 44 w 66"/>
                  <a:gd name="T1" fmla="*/ 44 h 66"/>
                  <a:gd name="T2" fmla="*/ 66 w 66"/>
                  <a:gd name="T3" fmla="*/ 66 h 66"/>
                  <a:gd name="T4" fmla="*/ 0 w 66"/>
                  <a:gd name="T5" fmla="*/ 66 h 66"/>
                  <a:gd name="T6" fmla="*/ 21 w 66"/>
                  <a:gd name="T7" fmla="*/ 44 h 66"/>
                  <a:gd name="T8" fmla="*/ 13 w 66"/>
                  <a:gd name="T9" fmla="*/ 24 h 66"/>
                  <a:gd name="T10" fmla="*/ 33 w 66"/>
                  <a:gd name="T11" fmla="*/ 0 h 66"/>
                  <a:gd name="T12" fmla="*/ 53 w 66"/>
                  <a:gd name="T13" fmla="*/ 24 h 66"/>
                  <a:gd name="T14" fmla="*/ 44 w 66"/>
                  <a:gd name="T15" fmla="*/ 4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66">
                    <a:moveTo>
                      <a:pt x="44" y="44"/>
                    </a:moveTo>
                    <a:cubicBezTo>
                      <a:pt x="55" y="48"/>
                      <a:pt x="63" y="56"/>
                      <a:pt x="66" y="6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2" y="56"/>
                      <a:pt x="10" y="48"/>
                      <a:pt x="21" y="44"/>
                    </a:cubicBezTo>
                    <a:cubicBezTo>
                      <a:pt x="16" y="40"/>
                      <a:pt x="13" y="32"/>
                      <a:pt x="13" y="24"/>
                    </a:cubicBezTo>
                    <a:cubicBezTo>
                      <a:pt x="13" y="11"/>
                      <a:pt x="22" y="0"/>
                      <a:pt x="33" y="0"/>
                    </a:cubicBezTo>
                    <a:cubicBezTo>
                      <a:pt x="44" y="0"/>
                      <a:pt x="53" y="11"/>
                      <a:pt x="53" y="24"/>
                    </a:cubicBezTo>
                    <a:cubicBezTo>
                      <a:pt x="53" y="32"/>
                      <a:pt x="49" y="40"/>
                      <a:pt x="44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Freeform: Shape 40"/>
              <p:cNvSpPr>
                <a:spLocks/>
              </p:cNvSpPr>
              <p:nvPr/>
            </p:nvSpPr>
            <p:spPr bwMode="auto">
              <a:xfrm>
                <a:off x="6122528" y="3683069"/>
                <a:ext cx="106112" cy="107318"/>
              </a:xfrm>
              <a:custGeom>
                <a:avLst/>
                <a:gdLst>
                  <a:gd name="T0" fmla="*/ 45 w 66"/>
                  <a:gd name="T1" fmla="*/ 44 h 66"/>
                  <a:gd name="T2" fmla="*/ 66 w 66"/>
                  <a:gd name="T3" fmla="*/ 66 h 66"/>
                  <a:gd name="T4" fmla="*/ 0 w 66"/>
                  <a:gd name="T5" fmla="*/ 66 h 66"/>
                  <a:gd name="T6" fmla="*/ 22 w 66"/>
                  <a:gd name="T7" fmla="*/ 44 h 66"/>
                  <a:gd name="T8" fmla="*/ 13 w 66"/>
                  <a:gd name="T9" fmla="*/ 24 h 66"/>
                  <a:gd name="T10" fmla="*/ 33 w 66"/>
                  <a:gd name="T11" fmla="*/ 0 h 66"/>
                  <a:gd name="T12" fmla="*/ 53 w 66"/>
                  <a:gd name="T13" fmla="*/ 24 h 66"/>
                  <a:gd name="T14" fmla="*/ 45 w 66"/>
                  <a:gd name="T15" fmla="*/ 4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66">
                    <a:moveTo>
                      <a:pt x="45" y="44"/>
                    </a:moveTo>
                    <a:cubicBezTo>
                      <a:pt x="56" y="48"/>
                      <a:pt x="64" y="56"/>
                      <a:pt x="66" y="6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3" y="56"/>
                      <a:pt x="11" y="48"/>
                      <a:pt x="22" y="44"/>
                    </a:cubicBezTo>
                    <a:cubicBezTo>
                      <a:pt x="17" y="40"/>
                      <a:pt x="13" y="32"/>
                      <a:pt x="13" y="24"/>
                    </a:cubicBezTo>
                    <a:cubicBezTo>
                      <a:pt x="13" y="11"/>
                      <a:pt x="22" y="0"/>
                      <a:pt x="33" y="0"/>
                    </a:cubicBezTo>
                    <a:cubicBezTo>
                      <a:pt x="44" y="0"/>
                      <a:pt x="53" y="11"/>
                      <a:pt x="53" y="24"/>
                    </a:cubicBezTo>
                    <a:cubicBezTo>
                      <a:pt x="53" y="32"/>
                      <a:pt x="50" y="40"/>
                      <a:pt x="45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Oval 41"/>
              <p:cNvSpPr>
                <a:spLocks/>
              </p:cNvSpPr>
              <p:nvPr/>
            </p:nvSpPr>
            <p:spPr bwMode="auto">
              <a:xfrm>
                <a:off x="6041738" y="3644483"/>
                <a:ext cx="63909" cy="6632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Freeform: Shape 42"/>
              <p:cNvSpPr>
                <a:spLocks/>
              </p:cNvSpPr>
              <p:nvPr/>
            </p:nvSpPr>
            <p:spPr bwMode="auto">
              <a:xfrm>
                <a:off x="6823110" y="3470845"/>
                <a:ext cx="132640" cy="154345"/>
              </a:xfrm>
              <a:custGeom>
                <a:avLst/>
                <a:gdLst>
                  <a:gd name="T0" fmla="*/ 0 w 110"/>
                  <a:gd name="T1" fmla="*/ 21 h 128"/>
                  <a:gd name="T2" fmla="*/ 24 w 110"/>
                  <a:gd name="T3" fmla="*/ 0 h 128"/>
                  <a:gd name="T4" fmla="*/ 110 w 110"/>
                  <a:gd name="T5" fmla="*/ 108 h 128"/>
                  <a:gd name="T6" fmla="*/ 86 w 110"/>
                  <a:gd name="T7" fmla="*/ 128 h 128"/>
                  <a:gd name="T8" fmla="*/ 0 w 110"/>
                  <a:gd name="T9" fmla="*/ 2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128">
                    <a:moveTo>
                      <a:pt x="0" y="21"/>
                    </a:moveTo>
                    <a:lnTo>
                      <a:pt x="24" y="0"/>
                    </a:lnTo>
                    <a:lnTo>
                      <a:pt x="110" y="108"/>
                    </a:lnTo>
                    <a:lnTo>
                      <a:pt x="86" y="128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Freeform: Shape 43"/>
              <p:cNvSpPr>
                <a:spLocks/>
              </p:cNvSpPr>
              <p:nvPr/>
            </p:nvSpPr>
            <p:spPr bwMode="auto">
              <a:xfrm>
                <a:off x="6832757" y="3482903"/>
                <a:ext cx="113347" cy="131435"/>
              </a:xfrm>
              <a:custGeom>
                <a:avLst/>
                <a:gdLst>
                  <a:gd name="T0" fmla="*/ 0 w 94"/>
                  <a:gd name="T1" fmla="*/ 12 h 109"/>
                  <a:gd name="T2" fmla="*/ 79 w 94"/>
                  <a:gd name="T3" fmla="*/ 109 h 109"/>
                  <a:gd name="T4" fmla="*/ 94 w 94"/>
                  <a:gd name="T5" fmla="*/ 96 h 109"/>
                  <a:gd name="T6" fmla="*/ 16 w 94"/>
                  <a:gd name="T7" fmla="*/ 0 h 109"/>
                  <a:gd name="T8" fmla="*/ 0 w 94"/>
                  <a:gd name="T9" fmla="*/ 12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109">
                    <a:moveTo>
                      <a:pt x="0" y="12"/>
                    </a:moveTo>
                    <a:lnTo>
                      <a:pt x="79" y="109"/>
                    </a:lnTo>
                    <a:lnTo>
                      <a:pt x="94" y="96"/>
                    </a:lnTo>
                    <a:lnTo>
                      <a:pt x="16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Freeform: Shape 44"/>
              <p:cNvSpPr>
                <a:spLocks/>
              </p:cNvSpPr>
              <p:nvPr/>
            </p:nvSpPr>
            <p:spPr bwMode="auto">
              <a:xfrm>
                <a:off x="6780906" y="3425024"/>
                <a:ext cx="100083" cy="100083"/>
              </a:xfrm>
              <a:custGeom>
                <a:avLst/>
                <a:gdLst>
                  <a:gd name="T0" fmla="*/ 26 w 62"/>
                  <a:gd name="T1" fmla="*/ 1 h 62"/>
                  <a:gd name="T2" fmla="*/ 52 w 62"/>
                  <a:gd name="T3" fmla="*/ 12 h 62"/>
                  <a:gd name="T4" fmla="*/ 47 w 62"/>
                  <a:gd name="T5" fmla="*/ 52 h 62"/>
                  <a:gd name="T6" fmla="*/ 7 w 62"/>
                  <a:gd name="T7" fmla="*/ 47 h 62"/>
                  <a:gd name="T8" fmla="*/ 3 w 62"/>
                  <a:gd name="T9" fmla="*/ 20 h 62"/>
                  <a:gd name="T10" fmla="*/ 13 w 62"/>
                  <a:gd name="T11" fmla="*/ 33 h 62"/>
                  <a:gd name="T12" fmla="*/ 18 w 62"/>
                  <a:gd name="T13" fmla="*/ 39 h 62"/>
                  <a:gd name="T14" fmla="*/ 27 w 62"/>
                  <a:gd name="T15" fmla="*/ 38 h 62"/>
                  <a:gd name="T16" fmla="*/ 35 w 62"/>
                  <a:gd name="T17" fmla="*/ 37 h 62"/>
                  <a:gd name="T18" fmla="*/ 38 w 62"/>
                  <a:gd name="T19" fmla="*/ 29 h 62"/>
                  <a:gd name="T20" fmla="*/ 41 w 62"/>
                  <a:gd name="T21" fmla="*/ 21 h 62"/>
                  <a:gd name="T22" fmla="*/ 36 w 62"/>
                  <a:gd name="T23" fmla="*/ 14 h 62"/>
                  <a:gd name="T24" fmla="*/ 26 w 62"/>
                  <a:gd name="T25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62">
                    <a:moveTo>
                      <a:pt x="26" y="1"/>
                    </a:moveTo>
                    <a:cubicBezTo>
                      <a:pt x="35" y="0"/>
                      <a:pt x="45" y="4"/>
                      <a:pt x="52" y="12"/>
                    </a:cubicBezTo>
                    <a:cubicBezTo>
                      <a:pt x="62" y="24"/>
                      <a:pt x="60" y="42"/>
                      <a:pt x="47" y="52"/>
                    </a:cubicBezTo>
                    <a:cubicBezTo>
                      <a:pt x="35" y="62"/>
                      <a:pt x="17" y="60"/>
                      <a:pt x="7" y="47"/>
                    </a:cubicBezTo>
                    <a:cubicBezTo>
                      <a:pt x="1" y="39"/>
                      <a:pt x="0" y="29"/>
                      <a:pt x="3" y="20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27" y="38"/>
                      <a:pt x="27" y="38"/>
                      <a:pt x="27" y="38"/>
                    </a:cubicBezTo>
                    <a:cubicBezTo>
                      <a:pt x="35" y="37"/>
                      <a:pt x="35" y="37"/>
                      <a:pt x="35" y="37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2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Freeform: Shape 45"/>
              <p:cNvSpPr>
                <a:spLocks/>
              </p:cNvSpPr>
              <p:nvPr/>
            </p:nvSpPr>
            <p:spPr bwMode="auto">
              <a:xfrm>
                <a:off x="6899077" y="3572134"/>
                <a:ext cx="100083" cy="100083"/>
              </a:xfrm>
              <a:custGeom>
                <a:avLst/>
                <a:gdLst>
                  <a:gd name="T0" fmla="*/ 59 w 62"/>
                  <a:gd name="T1" fmla="*/ 42 h 62"/>
                  <a:gd name="T2" fmla="*/ 54 w 62"/>
                  <a:gd name="T3" fmla="*/ 15 h 62"/>
                  <a:gd name="T4" fmla="*/ 14 w 62"/>
                  <a:gd name="T5" fmla="*/ 10 h 62"/>
                  <a:gd name="T6" fmla="*/ 10 w 62"/>
                  <a:gd name="T7" fmla="*/ 50 h 62"/>
                  <a:gd name="T8" fmla="*/ 35 w 62"/>
                  <a:gd name="T9" fmla="*/ 61 h 62"/>
                  <a:gd name="T10" fmla="*/ 25 w 62"/>
                  <a:gd name="T11" fmla="*/ 48 h 62"/>
                  <a:gd name="T12" fmla="*/ 20 w 62"/>
                  <a:gd name="T13" fmla="*/ 41 h 62"/>
                  <a:gd name="T14" fmla="*/ 23 w 62"/>
                  <a:gd name="T15" fmla="*/ 33 h 62"/>
                  <a:gd name="T16" fmla="*/ 26 w 62"/>
                  <a:gd name="T17" fmla="*/ 25 h 62"/>
                  <a:gd name="T18" fmla="*/ 35 w 62"/>
                  <a:gd name="T19" fmla="*/ 24 h 62"/>
                  <a:gd name="T20" fmla="*/ 43 w 62"/>
                  <a:gd name="T21" fmla="*/ 23 h 62"/>
                  <a:gd name="T22" fmla="*/ 48 w 62"/>
                  <a:gd name="T23" fmla="*/ 29 h 62"/>
                  <a:gd name="T24" fmla="*/ 59 w 62"/>
                  <a:gd name="T25" fmla="*/ 4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62">
                    <a:moveTo>
                      <a:pt x="59" y="42"/>
                    </a:moveTo>
                    <a:cubicBezTo>
                      <a:pt x="62" y="33"/>
                      <a:pt x="60" y="23"/>
                      <a:pt x="54" y="15"/>
                    </a:cubicBezTo>
                    <a:cubicBezTo>
                      <a:pt x="44" y="2"/>
                      <a:pt x="26" y="0"/>
                      <a:pt x="14" y="10"/>
                    </a:cubicBezTo>
                    <a:cubicBezTo>
                      <a:pt x="2" y="20"/>
                      <a:pt x="0" y="38"/>
                      <a:pt x="10" y="50"/>
                    </a:cubicBezTo>
                    <a:cubicBezTo>
                      <a:pt x="16" y="58"/>
                      <a:pt x="26" y="62"/>
                      <a:pt x="35" y="61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8" y="29"/>
                      <a:pt x="48" y="29"/>
                      <a:pt x="48" y="29"/>
                    </a:cubicBezTo>
                    <a:lnTo>
                      <a:pt x="59" y="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Freeform: Shape 46"/>
              <p:cNvSpPr>
                <a:spLocks/>
              </p:cNvSpPr>
              <p:nvPr/>
            </p:nvSpPr>
            <p:spPr bwMode="auto">
              <a:xfrm>
                <a:off x="6907518" y="3579369"/>
                <a:ext cx="81996" cy="80790"/>
              </a:xfrm>
              <a:custGeom>
                <a:avLst/>
                <a:gdLst>
                  <a:gd name="T0" fmla="*/ 51 w 51"/>
                  <a:gd name="T1" fmla="*/ 26 h 50"/>
                  <a:gd name="T2" fmla="*/ 45 w 51"/>
                  <a:gd name="T3" fmla="*/ 12 h 50"/>
                  <a:gd name="T4" fmla="*/ 12 w 51"/>
                  <a:gd name="T5" fmla="*/ 9 h 50"/>
                  <a:gd name="T6" fmla="*/ 8 w 51"/>
                  <a:gd name="T7" fmla="*/ 42 h 50"/>
                  <a:gd name="T8" fmla="*/ 20 w 51"/>
                  <a:gd name="T9" fmla="*/ 50 h 50"/>
                  <a:gd name="T10" fmla="*/ 10 w 51"/>
                  <a:gd name="T11" fmla="*/ 37 h 50"/>
                  <a:gd name="T12" fmla="*/ 18 w 51"/>
                  <a:gd name="T13" fmla="*/ 16 h 50"/>
                  <a:gd name="T14" fmla="*/ 40 w 51"/>
                  <a:gd name="T15" fmla="*/ 13 h 50"/>
                  <a:gd name="T16" fmla="*/ 51 w 51"/>
                  <a:gd name="T17" fmla="*/ 26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1" h="50">
                    <a:moveTo>
                      <a:pt x="51" y="26"/>
                    </a:moveTo>
                    <a:cubicBezTo>
                      <a:pt x="50" y="21"/>
                      <a:pt x="49" y="16"/>
                      <a:pt x="45" y="12"/>
                    </a:cubicBezTo>
                    <a:cubicBezTo>
                      <a:pt x="37" y="2"/>
                      <a:pt x="22" y="0"/>
                      <a:pt x="12" y="9"/>
                    </a:cubicBezTo>
                    <a:cubicBezTo>
                      <a:pt x="2" y="17"/>
                      <a:pt x="0" y="32"/>
                      <a:pt x="8" y="42"/>
                    </a:cubicBezTo>
                    <a:cubicBezTo>
                      <a:pt x="11" y="46"/>
                      <a:pt x="16" y="49"/>
                      <a:pt x="20" y="50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40" y="13"/>
                      <a:pt x="40" y="13"/>
                      <a:pt x="40" y="13"/>
                    </a:cubicBezTo>
                    <a:lnTo>
                      <a:pt x="51" y="2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Freeform: Shape 47"/>
              <p:cNvSpPr>
                <a:spLocks/>
              </p:cNvSpPr>
              <p:nvPr/>
            </p:nvSpPr>
            <p:spPr bwMode="auto">
              <a:xfrm>
                <a:off x="6790553" y="3434670"/>
                <a:ext cx="80790" cy="80790"/>
              </a:xfrm>
              <a:custGeom>
                <a:avLst/>
                <a:gdLst>
                  <a:gd name="T0" fmla="*/ 0 w 50"/>
                  <a:gd name="T1" fmla="*/ 25 h 50"/>
                  <a:gd name="T2" fmla="*/ 5 w 50"/>
                  <a:gd name="T3" fmla="*/ 38 h 50"/>
                  <a:gd name="T4" fmla="*/ 38 w 50"/>
                  <a:gd name="T5" fmla="*/ 42 h 50"/>
                  <a:gd name="T6" fmla="*/ 42 w 50"/>
                  <a:gd name="T7" fmla="*/ 9 h 50"/>
                  <a:gd name="T8" fmla="*/ 30 w 50"/>
                  <a:gd name="T9" fmla="*/ 0 h 50"/>
                  <a:gd name="T10" fmla="*/ 40 w 50"/>
                  <a:gd name="T11" fmla="*/ 14 h 50"/>
                  <a:gd name="T12" fmla="*/ 32 w 50"/>
                  <a:gd name="T13" fmla="*/ 35 h 50"/>
                  <a:gd name="T14" fmla="*/ 10 w 50"/>
                  <a:gd name="T15" fmla="*/ 38 h 50"/>
                  <a:gd name="T16" fmla="*/ 0 w 50"/>
                  <a:gd name="T17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" h="50">
                    <a:moveTo>
                      <a:pt x="0" y="25"/>
                    </a:moveTo>
                    <a:cubicBezTo>
                      <a:pt x="0" y="30"/>
                      <a:pt x="2" y="34"/>
                      <a:pt x="5" y="38"/>
                    </a:cubicBezTo>
                    <a:cubicBezTo>
                      <a:pt x="13" y="49"/>
                      <a:pt x="28" y="50"/>
                      <a:pt x="38" y="42"/>
                    </a:cubicBezTo>
                    <a:cubicBezTo>
                      <a:pt x="49" y="34"/>
                      <a:pt x="50" y="19"/>
                      <a:pt x="42" y="9"/>
                    </a:cubicBezTo>
                    <a:cubicBezTo>
                      <a:pt x="39" y="5"/>
                      <a:pt x="35" y="2"/>
                      <a:pt x="30" y="0"/>
                    </a:cubicBezTo>
                    <a:cubicBezTo>
                      <a:pt x="40" y="14"/>
                      <a:pt x="40" y="14"/>
                      <a:pt x="40" y="14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10" y="38"/>
                      <a:pt x="10" y="38"/>
                      <a:pt x="10" y="38"/>
                    </a:cubicBez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Freeform: Shape 48"/>
              <p:cNvSpPr>
                <a:spLocks/>
              </p:cNvSpPr>
              <p:nvPr/>
            </p:nvSpPr>
            <p:spPr bwMode="auto">
              <a:xfrm>
                <a:off x="7637040" y="2275875"/>
                <a:ext cx="149522" cy="138669"/>
              </a:xfrm>
              <a:custGeom>
                <a:avLst/>
                <a:gdLst>
                  <a:gd name="T0" fmla="*/ 16 w 92"/>
                  <a:gd name="T1" fmla="*/ 86 h 86"/>
                  <a:gd name="T2" fmla="*/ 31 w 92"/>
                  <a:gd name="T3" fmla="*/ 71 h 86"/>
                  <a:gd name="T4" fmla="*/ 31 w 92"/>
                  <a:gd name="T5" fmla="*/ 71 h 86"/>
                  <a:gd name="T6" fmla="*/ 31 w 92"/>
                  <a:gd name="T7" fmla="*/ 20 h 86"/>
                  <a:gd name="T8" fmla="*/ 82 w 92"/>
                  <a:gd name="T9" fmla="*/ 20 h 86"/>
                  <a:gd name="T10" fmla="*/ 82 w 92"/>
                  <a:gd name="T11" fmla="*/ 56 h 86"/>
                  <a:gd name="T12" fmla="*/ 76 w 92"/>
                  <a:gd name="T13" fmla="*/ 55 h 86"/>
                  <a:gd name="T14" fmla="*/ 60 w 92"/>
                  <a:gd name="T15" fmla="*/ 71 h 86"/>
                  <a:gd name="T16" fmla="*/ 76 w 92"/>
                  <a:gd name="T17" fmla="*/ 86 h 86"/>
                  <a:gd name="T18" fmla="*/ 92 w 92"/>
                  <a:gd name="T19" fmla="*/ 71 h 86"/>
                  <a:gd name="T20" fmla="*/ 92 w 92"/>
                  <a:gd name="T21" fmla="*/ 71 h 86"/>
                  <a:gd name="T22" fmla="*/ 92 w 92"/>
                  <a:gd name="T23" fmla="*/ 71 h 86"/>
                  <a:gd name="T24" fmla="*/ 92 w 92"/>
                  <a:gd name="T25" fmla="*/ 20 h 86"/>
                  <a:gd name="T26" fmla="*/ 92 w 92"/>
                  <a:gd name="T27" fmla="*/ 0 h 86"/>
                  <a:gd name="T28" fmla="*/ 82 w 92"/>
                  <a:gd name="T29" fmla="*/ 0 h 86"/>
                  <a:gd name="T30" fmla="*/ 31 w 92"/>
                  <a:gd name="T31" fmla="*/ 0 h 86"/>
                  <a:gd name="T32" fmla="*/ 21 w 92"/>
                  <a:gd name="T33" fmla="*/ 0 h 86"/>
                  <a:gd name="T34" fmla="*/ 21 w 92"/>
                  <a:gd name="T35" fmla="*/ 20 h 86"/>
                  <a:gd name="T36" fmla="*/ 21 w 92"/>
                  <a:gd name="T37" fmla="*/ 56 h 86"/>
                  <a:gd name="T38" fmla="*/ 16 w 92"/>
                  <a:gd name="T39" fmla="*/ 55 h 86"/>
                  <a:gd name="T40" fmla="*/ 0 w 92"/>
                  <a:gd name="T41" fmla="*/ 71 h 86"/>
                  <a:gd name="T42" fmla="*/ 16 w 92"/>
                  <a:gd name="T43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2" h="86">
                    <a:moveTo>
                      <a:pt x="16" y="86"/>
                    </a:moveTo>
                    <a:cubicBezTo>
                      <a:pt x="24" y="86"/>
                      <a:pt x="31" y="79"/>
                      <a:pt x="31" y="71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80" y="55"/>
                      <a:pt x="78" y="55"/>
                      <a:pt x="76" y="55"/>
                    </a:cubicBezTo>
                    <a:cubicBezTo>
                      <a:pt x="67" y="55"/>
                      <a:pt x="60" y="62"/>
                      <a:pt x="60" y="71"/>
                    </a:cubicBezTo>
                    <a:cubicBezTo>
                      <a:pt x="60" y="79"/>
                      <a:pt x="67" y="86"/>
                      <a:pt x="76" y="86"/>
                    </a:cubicBezTo>
                    <a:cubicBezTo>
                      <a:pt x="85" y="86"/>
                      <a:pt x="92" y="79"/>
                      <a:pt x="92" y="71"/>
                    </a:cubicBezTo>
                    <a:cubicBezTo>
                      <a:pt x="92" y="71"/>
                      <a:pt x="92" y="71"/>
                      <a:pt x="92" y="71"/>
                    </a:cubicBezTo>
                    <a:cubicBezTo>
                      <a:pt x="92" y="71"/>
                      <a:pt x="92" y="71"/>
                      <a:pt x="92" y="71"/>
                    </a:cubicBezTo>
                    <a:cubicBezTo>
                      <a:pt x="92" y="20"/>
                      <a:pt x="92" y="20"/>
                      <a:pt x="92" y="2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0" y="55"/>
                      <a:pt x="18" y="55"/>
                      <a:pt x="16" y="55"/>
                    </a:cubicBezTo>
                    <a:cubicBezTo>
                      <a:pt x="7" y="55"/>
                      <a:pt x="0" y="62"/>
                      <a:pt x="0" y="71"/>
                    </a:cubicBezTo>
                    <a:cubicBezTo>
                      <a:pt x="0" y="79"/>
                      <a:pt x="7" y="86"/>
                      <a:pt x="16" y="8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Freeform: Shape 49"/>
              <p:cNvSpPr>
                <a:spLocks/>
              </p:cNvSpPr>
              <p:nvPr/>
            </p:nvSpPr>
            <p:spPr bwMode="auto">
              <a:xfrm>
                <a:off x="4422319" y="2232466"/>
                <a:ext cx="141081" cy="104906"/>
              </a:xfrm>
              <a:custGeom>
                <a:avLst/>
                <a:gdLst>
                  <a:gd name="T0" fmla="*/ 44 w 87"/>
                  <a:gd name="T1" fmla="*/ 0 h 65"/>
                  <a:gd name="T2" fmla="*/ 0 w 87"/>
                  <a:gd name="T3" fmla="*/ 43 h 65"/>
                  <a:gd name="T4" fmla="*/ 5 w 87"/>
                  <a:gd name="T5" fmla="*/ 64 h 65"/>
                  <a:gd name="T6" fmla="*/ 5 w 87"/>
                  <a:gd name="T7" fmla="*/ 53 h 65"/>
                  <a:gd name="T8" fmla="*/ 7 w 87"/>
                  <a:gd name="T9" fmla="*/ 47 h 65"/>
                  <a:gd name="T10" fmla="*/ 7 w 87"/>
                  <a:gd name="T11" fmla="*/ 43 h 65"/>
                  <a:gd name="T12" fmla="*/ 44 w 87"/>
                  <a:gd name="T13" fmla="*/ 7 h 65"/>
                  <a:gd name="T14" fmla="*/ 80 w 87"/>
                  <a:gd name="T15" fmla="*/ 43 h 65"/>
                  <a:gd name="T16" fmla="*/ 80 w 87"/>
                  <a:gd name="T17" fmla="*/ 47 h 65"/>
                  <a:gd name="T18" fmla="*/ 82 w 87"/>
                  <a:gd name="T19" fmla="*/ 53 h 65"/>
                  <a:gd name="T20" fmla="*/ 82 w 87"/>
                  <a:gd name="T21" fmla="*/ 65 h 65"/>
                  <a:gd name="T22" fmla="*/ 87 w 87"/>
                  <a:gd name="T23" fmla="*/ 43 h 65"/>
                  <a:gd name="T24" fmla="*/ 44 w 87"/>
                  <a:gd name="T2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7" h="65">
                    <a:moveTo>
                      <a:pt x="44" y="0"/>
                    </a:moveTo>
                    <a:cubicBezTo>
                      <a:pt x="20" y="0"/>
                      <a:pt x="0" y="19"/>
                      <a:pt x="0" y="43"/>
                    </a:cubicBezTo>
                    <a:cubicBezTo>
                      <a:pt x="0" y="51"/>
                      <a:pt x="2" y="58"/>
                      <a:pt x="5" y="64"/>
                    </a:cubicBezTo>
                    <a:cubicBezTo>
                      <a:pt x="5" y="53"/>
                      <a:pt x="5" y="53"/>
                      <a:pt x="5" y="53"/>
                    </a:cubicBezTo>
                    <a:cubicBezTo>
                      <a:pt x="5" y="51"/>
                      <a:pt x="6" y="49"/>
                      <a:pt x="7" y="47"/>
                    </a:cubicBezTo>
                    <a:cubicBezTo>
                      <a:pt x="7" y="46"/>
                      <a:pt x="7" y="45"/>
                      <a:pt x="7" y="43"/>
                    </a:cubicBezTo>
                    <a:cubicBezTo>
                      <a:pt x="7" y="23"/>
                      <a:pt x="24" y="7"/>
                      <a:pt x="44" y="7"/>
                    </a:cubicBezTo>
                    <a:cubicBezTo>
                      <a:pt x="64" y="7"/>
                      <a:pt x="80" y="23"/>
                      <a:pt x="80" y="43"/>
                    </a:cubicBezTo>
                    <a:cubicBezTo>
                      <a:pt x="80" y="45"/>
                      <a:pt x="80" y="46"/>
                      <a:pt x="80" y="47"/>
                    </a:cubicBezTo>
                    <a:cubicBezTo>
                      <a:pt x="81" y="49"/>
                      <a:pt x="82" y="51"/>
                      <a:pt x="82" y="53"/>
                    </a:cubicBezTo>
                    <a:cubicBezTo>
                      <a:pt x="82" y="65"/>
                      <a:pt x="82" y="65"/>
                      <a:pt x="82" y="65"/>
                    </a:cubicBezTo>
                    <a:cubicBezTo>
                      <a:pt x="85" y="58"/>
                      <a:pt x="87" y="51"/>
                      <a:pt x="87" y="43"/>
                    </a:cubicBezTo>
                    <a:cubicBezTo>
                      <a:pt x="87" y="19"/>
                      <a:pt x="68" y="0"/>
                      <a:pt x="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Freeform: Shape 50"/>
              <p:cNvSpPr>
                <a:spLocks/>
              </p:cNvSpPr>
              <p:nvPr/>
            </p:nvSpPr>
            <p:spPr bwMode="auto">
              <a:xfrm>
                <a:off x="4435583" y="2303609"/>
                <a:ext cx="31351" cy="54262"/>
              </a:xfrm>
              <a:custGeom>
                <a:avLst/>
                <a:gdLst>
                  <a:gd name="T0" fmla="*/ 0 w 19"/>
                  <a:gd name="T1" fmla="*/ 7 h 34"/>
                  <a:gd name="T2" fmla="*/ 0 w 19"/>
                  <a:gd name="T3" fmla="*/ 9 h 34"/>
                  <a:gd name="T4" fmla="*/ 0 w 19"/>
                  <a:gd name="T5" fmla="*/ 20 h 34"/>
                  <a:gd name="T6" fmla="*/ 0 w 19"/>
                  <a:gd name="T7" fmla="*/ 25 h 34"/>
                  <a:gd name="T8" fmla="*/ 13 w 19"/>
                  <a:gd name="T9" fmla="*/ 34 h 34"/>
                  <a:gd name="T10" fmla="*/ 19 w 19"/>
                  <a:gd name="T11" fmla="*/ 34 h 34"/>
                  <a:gd name="T12" fmla="*/ 19 w 19"/>
                  <a:gd name="T13" fmla="*/ 0 h 34"/>
                  <a:gd name="T14" fmla="*/ 13 w 19"/>
                  <a:gd name="T15" fmla="*/ 0 h 34"/>
                  <a:gd name="T16" fmla="*/ 0 w 19"/>
                  <a:gd name="T17" fmla="*/ 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34">
                    <a:moveTo>
                      <a:pt x="0" y="7"/>
                    </a:moveTo>
                    <a:cubicBezTo>
                      <a:pt x="0" y="7"/>
                      <a:pt x="0" y="8"/>
                      <a:pt x="0" y="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30"/>
                      <a:pt x="6" y="34"/>
                      <a:pt x="13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0"/>
                      <a:pt x="1" y="3"/>
                      <a:pt x="0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Freeform: Shape 51"/>
              <p:cNvSpPr>
                <a:spLocks/>
              </p:cNvSpPr>
              <p:nvPr/>
            </p:nvSpPr>
            <p:spPr bwMode="auto">
              <a:xfrm>
                <a:off x="4519990" y="2303609"/>
                <a:ext cx="31351" cy="54262"/>
              </a:xfrm>
              <a:custGeom>
                <a:avLst/>
                <a:gdLst>
                  <a:gd name="T0" fmla="*/ 19 w 19"/>
                  <a:gd name="T1" fmla="*/ 25 h 34"/>
                  <a:gd name="T2" fmla="*/ 19 w 19"/>
                  <a:gd name="T3" fmla="*/ 20 h 34"/>
                  <a:gd name="T4" fmla="*/ 19 w 19"/>
                  <a:gd name="T5" fmla="*/ 9 h 34"/>
                  <a:gd name="T6" fmla="*/ 19 w 19"/>
                  <a:gd name="T7" fmla="*/ 8 h 34"/>
                  <a:gd name="T8" fmla="*/ 6 w 19"/>
                  <a:gd name="T9" fmla="*/ 0 h 34"/>
                  <a:gd name="T10" fmla="*/ 0 w 19"/>
                  <a:gd name="T11" fmla="*/ 0 h 34"/>
                  <a:gd name="T12" fmla="*/ 0 w 19"/>
                  <a:gd name="T13" fmla="*/ 34 h 34"/>
                  <a:gd name="T14" fmla="*/ 6 w 19"/>
                  <a:gd name="T15" fmla="*/ 34 h 34"/>
                  <a:gd name="T16" fmla="*/ 19 w 19"/>
                  <a:gd name="T17" fmla="*/ 25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34">
                    <a:moveTo>
                      <a:pt x="19" y="25"/>
                    </a:move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3"/>
                      <a:pt x="13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13" y="34"/>
                      <a:pt x="19" y="30"/>
                      <a:pt x="19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Freeform: Shape 52"/>
              <p:cNvSpPr>
                <a:spLocks/>
              </p:cNvSpPr>
              <p:nvPr/>
            </p:nvSpPr>
            <p:spPr bwMode="auto">
              <a:xfrm>
                <a:off x="4341529" y="3768683"/>
                <a:ext cx="159168" cy="159168"/>
              </a:xfrm>
              <a:custGeom>
                <a:avLst/>
                <a:gdLst>
                  <a:gd name="T0" fmla="*/ 72 w 132"/>
                  <a:gd name="T1" fmla="*/ 51 h 132"/>
                  <a:gd name="T2" fmla="*/ 72 w 132"/>
                  <a:gd name="T3" fmla="*/ 41 h 132"/>
                  <a:gd name="T4" fmla="*/ 97 w 132"/>
                  <a:gd name="T5" fmla="*/ 41 h 132"/>
                  <a:gd name="T6" fmla="*/ 97 w 132"/>
                  <a:gd name="T7" fmla="*/ 0 h 132"/>
                  <a:gd name="T8" fmla="*/ 35 w 132"/>
                  <a:gd name="T9" fmla="*/ 0 h 132"/>
                  <a:gd name="T10" fmla="*/ 35 w 132"/>
                  <a:gd name="T11" fmla="*/ 41 h 132"/>
                  <a:gd name="T12" fmla="*/ 61 w 132"/>
                  <a:gd name="T13" fmla="*/ 41 h 132"/>
                  <a:gd name="T14" fmla="*/ 61 w 132"/>
                  <a:gd name="T15" fmla="*/ 51 h 132"/>
                  <a:gd name="T16" fmla="*/ 26 w 132"/>
                  <a:gd name="T17" fmla="*/ 51 h 132"/>
                  <a:gd name="T18" fmla="*/ 26 w 132"/>
                  <a:gd name="T19" fmla="*/ 46 h 132"/>
                  <a:gd name="T20" fmla="*/ 11 w 132"/>
                  <a:gd name="T21" fmla="*/ 46 h 132"/>
                  <a:gd name="T22" fmla="*/ 11 w 132"/>
                  <a:gd name="T23" fmla="*/ 51 h 132"/>
                  <a:gd name="T24" fmla="*/ 0 w 132"/>
                  <a:gd name="T25" fmla="*/ 51 h 132"/>
                  <a:gd name="T26" fmla="*/ 0 w 132"/>
                  <a:gd name="T27" fmla="*/ 132 h 132"/>
                  <a:gd name="T28" fmla="*/ 132 w 132"/>
                  <a:gd name="T29" fmla="*/ 132 h 132"/>
                  <a:gd name="T30" fmla="*/ 132 w 132"/>
                  <a:gd name="T31" fmla="*/ 51 h 132"/>
                  <a:gd name="T32" fmla="*/ 72 w 132"/>
                  <a:gd name="T33" fmla="*/ 51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2" h="132">
                    <a:moveTo>
                      <a:pt x="72" y="51"/>
                    </a:moveTo>
                    <a:lnTo>
                      <a:pt x="72" y="41"/>
                    </a:lnTo>
                    <a:lnTo>
                      <a:pt x="97" y="41"/>
                    </a:lnTo>
                    <a:lnTo>
                      <a:pt x="97" y="0"/>
                    </a:lnTo>
                    <a:lnTo>
                      <a:pt x="35" y="0"/>
                    </a:lnTo>
                    <a:lnTo>
                      <a:pt x="35" y="41"/>
                    </a:lnTo>
                    <a:lnTo>
                      <a:pt x="61" y="41"/>
                    </a:lnTo>
                    <a:lnTo>
                      <a:pt x="61" y="51"/>
                    </a:lnTo>
                    <a:lnTo>
                      <a:pt x="26" y="51"/>
                    </a:lnTo>
                    <a:lnTo>
                      <a:pt x="26" y="46"/>
                    </a:lnTo>
                    <a:lnTo>
                      <a:pt x="11" y="46"/>
                    </a:lnTo>
                    <a:lnTo>
                      <a:pt x="11" y="51"/>
                    </a:lnTo>
                    <a:lnTo>
                      <a:pt x="0" y="51"/>
                    </a:lnTo>
                    <a:lnTo>
                      <a:pt x="0" y="132"/>
                    </a:lnTo>
                    <a:lnTo>
                      <a:pt x="132" y="132"/>
                    </a:lnTo>
                    <a:lnTo>
                      <a:pt x="132" y="51"/>
                    </a:lnTo>
                    <a:lnTo>
                      <a:pt x="72" y="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Freeform: Shape 53"/>
              <p:cNvSpPr>
                <a:spLocks/>
              </p:cNvSpPr>
              <p:nvPr/>
            </p:nvSpPr>
            <p:spPr bwMode="auto">
              <a:xfrm>
                <a:off x="4469346" y="3842238"/>
                <a:ext cx="18087" cy="6029"/>
              </a:xfrm>
              <a:custGeom>
                <a:avLst/>
                <a:gdLst>
                  <a:gd name="T0" fmla="*/ 15 w 15"/>
                  <a:gd name="T1" fmla="*/ 5 h 5"/>
                  <a:gd name="T2" fmla="*/ 15 w 15"/>
                  <a:gd name="T3" fmla="*/ 5 h 5"/>
                  <a:gd name="T4" fmla="*/ 0 w 15"/>
                  <a:gd name="T5" fmla="*/ 5 h 5"/>
                  <a:gd name="T6" fmla="*/ 0 w 15"/>
                  <a:gd name="T7" fmla="*/ 0 h 5"/>
                  <a:gd name="T8" fmla="*/ 15 w 15"/>
                  <a:gd name="T9" fmla="*/ 0 h 5"/>
                  <a:gd name="T10" fmla="*/ 15 w 15"/>
                  <a:gd name="T1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5">
                    <a:moveTo>
                      <a:pt x="15" y="5"/>
                    </a:moveTo>
                    <a:lnTo>
                      <a:pt x="15" y="5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5"/>
                    </a:lnTo>
                    <a:close/>
                  </a:path>
                </a:pathLst>
              </a:custGeom>
              <a:solidFill>
                <a:srgbClr val="DA89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Freeform: Shape 54"/>
              <p:cNvSpPr>
                <a:spLocks/>
              </p:cNvSpPr>
              <p:nvPr/>
            </p:nvSpPr>
            <p:spPr bwMode="auto">
              <a:xfrm>
                <a:off x="4390967" y="3848267"/>
                <a:ext cx="61497" cy="61497"/>
              </a:xfrm>
              <a:custGeom>
                <a:avLst/>
                <a:gdLst>
                  <a:gd name="T0" fmla="*/ 19 w 38"/>
                  <a:gd name="T1" fmla="*/ 38 h 38"/>
                  <a:gd name="T2" fmla="*/ 19 w 38"/>
                  <a:gd name="T3" fmla="*/ 38 h 38"/>
                  <a:gd name="T4" fmla="*/ 0 w 38"/>
                  <a:gd name="T5" fmla="*/ 19 h 38"/>
                  <a:gd name="T6" fmla="*/ 19 w 38"/>
                  <a:gd name="T7" fmla="*/ 0 h 38"/>
                  <a:gd name="T8" fmla="*/ 38 w 38"/>
                  <a:gd name="T9" fmla="*/ 19 h 38"/>
                  <a:gd name="T10" fmla="*/ 19 w 38"/>
                  <a:gd name="T11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" h="38">
                    <a:moveTo>
                      <a:pt x="19" y="38"/>
                    </a:moveTo>
                    <a:cubicBezTo>
                      <a:pt x="19" y="38"/>
                      <a:pt x="19" y="38"/>
                      <a:pt x="19" y="38"/>
                    </a:cubicBezTo>
                    <a:cubicBezTo>
                      <a:pt x="9" y="38"/>
                      <a:pt x="0" y="29"/>
                      <a:pt x="0" y="19"/>
                    </a:cubicBezTo>
                    <a:cubicBezTo>
                      <a:pt x="0" y="9"/>
                      <a:pt x="9" y="0"/>
                      <a:pt x="19" y="0"/>
                    </a:cubicBezTo>
                    <a:cubicBezTo>
                      <a:pt x="29" y="0"/>
                      <a:pt x="38" y="9"/>
                      <a:pt x="38" y="19"/>
                    </a:cubicBezTo>
                    <a:cubicBezTo>
                      <a:pt x="38" y="29"/>
                      <a:pt x="29" y="38"/>
                      <a:pt x="19" y="3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Freeform: Shape 55"/>
              <p:cNvSpPr>
                <a:spLocks/>
              </p:cNvSpPr>
              <p:nvPr/>
            </p:nvSpPr>
            <p:spPr bwMode="auto">
              <a:xfrm>
                <a:off x="4393379" y="3777123"/>
                <a:ext cx="55468" cy="33763"/>
              </a:xfrm>
              <a:custGeom>
                <a:avLst/>
                <a:gdLst>
                  <a:gd name="T0" fmla="*/ 0 w 46"/>
                  <a:gd name="T1" fmla="*/ 28 h 28"/>
                  <a:gd name="T2" fmla="*/ 0 w 46"/>
                  <a:gd name="T3" fmla="*/ 28 h 28"/>
                  <a:gd name="T4" fmla="*/ 0 w 46"/>
                  <a:gd name="T5" fmla="*/ 0 h 28"/>
                  <a:gd name="T6" fmla="*/ 46 w 46"/>
                  <a:gd name="T7" fmla="*/ 0 h 28"/>
                  <a:gd name="T8" fmla="*/ 46 w 46"/>
                  <a:gd name="T9" fmla="*/ 28 h 28"/>
                  <a:gd name="T10" fmla="*/ 0 w 46"/>
                  <a:gd name="T11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" h="28">
                    <a:moveTo>
                      <a:pt x="0" y="28"/>
                    </a:moveTo>
                    <a:lnTo>
                      <a:pt x="0" y="28"/>
                    </a:lnTo>
                    <a:lnTo>
                      <a:pt x="0" y="0"/>
                    </a:lnTo>
                    <a:lnTo>
                      <a:pt x="46" y="0"/>
                    </a:lnTo>
                    <a:lnTo>
                      <a:pt x="46" y="28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Freeform: Shape 56"/>
              <p:cNvSpPr>
                <a:spLocks/>
              </p:cNvSpPr>
              <p:nvPr/>
            </p:nvSpPr>
            <p:spPr bwMode="auto">
              <a:xfrm>
                <a:off x="6676000" y="3720450"/>
                <a:ext cx="203784" cy="100083"/>
              </a:xfrm>
              <a:custGeom>
                <a:avLst/>
                <a:gdLst>
                  <a:gd name="T0" fmla="*/ 108 w 126"/>
                  <a:gd name="T1" fmla="*/ 44 h 62"/>
                  <a:gd name="T2" fmla="*/ 126 w 126"/>
                  <a:gd name="T3" fmla="*/ 22 h 62"/>
                  <a:gd name="T4" fmla="*/ 108 w 126"/>
                  <a:gd name="T5" fmla="*/ 0 h 62"/>
                  <a:gd name="T6" fmla="*/ 108 w 126"/>
                  <a:gd name="T7" fmla="*/ 10 h 62"/>
                  <a:gd name="T8" fmla="*/ 116 w 126"/>
                  <a:gd name="T9" fmla="*/ 22 h 62"/>
                  <a:gd name="T10" fmla="*/ 108 w 126"/>
                  <a:gd name="T11" fmla="*/ 34 h 62"/>
                  <a:gd name="T12" fmla="*/ 108 w 126"/>
                  <a:gd name="T13" fmla="*/ 44 h 62"/>
                  <a:gd name="T14" fmla="*/ 53 w 126"/>
                  <a:gd name="T15" fmla="*/ 62 h 62"/>
                  <a:gd name="T16" fmla="*/ 94 w 126"/>
                  <a:gd name="T17" fmla="*/ 42 h 62"/>
                  <a:gd name="T18" fmla="*/ 104 w 126"/>
                  <a:gd name="T19" fmla="*/ 44 h 62"/>
                  <a:gd name="T20" fmla="*/ 108 w 126"/>
                  <a:gd name="T21" fmla="*/ 44 h 62"/>
                  <a:gd name="T22" fmla="*/ 108 w 126"/>
                  <a:gd name="T23" fmla="*/ 34 h 62"/>
                  <a:gd name="T24" fmla="*/ 104 w 126"/>
                  <a:gd name="T25" fmla="*/ 35 h 62"/>
                  <a:gd name="T26" fmla="*/ 100 w 126"/>
                  <a:gd name="T27" fmla="*/ 34 h 62"/>
                  <a:gd name="T28" fmla="*/ 106 w 126"/>
                  <a:gd name="T29" fmla="*/ 10 h 62"/>
                  <a:gd name="T30" fmla="*/ 106 w 126"/>
                  <a:gd name="T31" fmla="*/ 10 h 62"/>
                  <a:gd name="T32" fmla="*/ 106 w 126"/>
                  <a:gd name="T33" fmla="*/ 10 h 62"/>
                  <a:gd name="T34" fmla="*/ 108 w 126"/>
                  <a:gd name="T35" fmla="*/ 10 h 62"/>
                  <a:gd name="T36" fmla="*/ 108 w 126"/>
                  <a:gd name="T37" fmla="*/ 0 h 62"/>
                  <a:gd name="T38" fmla="*/ 105 w 126"/>
                  <a:gd name="T39" fmla="*/ 0 h 62"/>
                  <a:gd name="T40" fmla="*/ 105 w 126"/>
                  <a:gd name="T41" fmla="*/ 0 h 62"/>
                  <a:gd name="T42" fmla="*/ 1 w 126"/>
                  <a:gd name="T43" fmla="*/ 0 h 62"/>
                  <a:gd name="T44" fmla="*/ 0 w 126"/>
                  <a:gd name="T45" fmla="*/ 10 h 62"/>
                  <a:gd name="T46" fmla="*/ 53 w 126"/>
                  <a:gd name="T47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26" h="62">
                    <a:moveTo>
                      <a:pt x="108" y="44"/>
                    </a:moveTo>
                    <a:cubicBezTo>
                      <a:pt x="118" y="42"/>
                      <a:pt x="126" y="33"/>
                      <a:pt x="126" y="22"/>
                    </a:cubicBezTo>
                    <a:cubicBezTo>
                      <a:pt x="126" y="11"/>
                      <a:pt x="118" y="2"/>
                      <a:pt x="108" y="0"/>
                    </a:cubicBezTo>
                    <a:cubicBezTo>
                      <a:pt x="108" y="10"/>
                      <a:pt x="108" y="10"/>
                      <a:pt x="108" y="10"/>
                    </a:cubicBezTo>
                    <a:cubicBezTo>
                      <a:pt x="113" y="12"/>
                      <a:pt x="116" y="17"/>
                      <a:pt x="116" y="22"/>
                    </a:cubicBezTo>
                    <a:cubicBezTo>
                      <a:pt x="116" y="27"/>
                      <a:pt x="113" y="32"/>
                      <a:pt x="108" y="34"/>
                    </a:cubicBezTo>
                    <a:lnTo>
                      <a:pt x="108" y="44"/>
                    </a:lnTo>
                    <a:close/>
                    <a:moveTo>
                      <a:pt x="53" y="62"/>
                    </a:moveTo>
                    <a:cubicBezTo>
                      <a:pt x="70" y="62"/>
                      <a:pt x="85" y="54"/>
                      <a:pt x="94" y="42"/>
                    </a:cubicBezTo>
                    <a:cubicBezTo>
                      <a:pt x="97" y="44"/>
                      <a:pt x="100" y="44"/>
                      <a:pt x="104" y="44"/>
                    </a:cubicBezTo>
                    <a:cubicBezTo>
                      <a:pt x="105" y="44"/>
                      <a:pt x="107" y="44"/>
                      <a:pt x="108" y="44"/>
                    </a:cubicBezTo>
                    <a:cubicBezTo>
                      <a:pt x="108" y="34"/>
                      <a:pt x="108" y="34"/>
                      <a:pt x="108" y="34"/>
                    </a:cubicBezTo>
                    <a:cubicBezTo>
                      <a:pt x="107" y="34"/>
                      <a:pt x="105" y="35"/>
                      <a:pt x="104" y="35"/>
                    </a:cubicBezTo>
                    <a:cubicBezTo>
                      <a:pt x="102" y="35"/>
                      <a:pt x="101" y="34"/>
                      <a:pt x="100" y="34"/>
                    </a:cubicBezTo>
                    <a:cubicBezTo>
                      <a:pt x="103" y="27"/>
                      <a:pt x="106" y="18"/>
                      <a:pt x="106" y="10"/>
                    </a:cubicBezTo>
                    <a:cubicBezTo>
                      <a:pt x="106" y="10"/>
                      <a:pt x="106" y="10"/>
                      <a:pt x="106" y="10"/>
                    </a:cubicBezTo>
                    <a:cubicBezTo>
                      <a:pt x="106" y="10"/>
                      <a:pt x="106" y="10"/>
                      <a:pt x="106" y="10"/>
                    </a:cubicBezTo>
                    <a:cubicBezTo>
                      <a:pt x="106" y="10"/>
                      <a:pt x="107" y="10"/>
                      <a:pt x="108" y="10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7" y="0"/>
                      <a:pt x="106" y="0"/>
                      <a:pt x="105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3"/>
                      <a:pt x="0" y="6"/>
                      <a:pt x="0" y="10"/>
                    </a:cubicBezTo>
                    <a:cubicBezTo>
                      <a:pt x="0" y="39"/>
                      <a:pt x="24" y="62"/>
                      <a:pt x="53" y="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Rectangle 57"/>
              <p:cNvSpPr>
                <a:spLocks/>
              </p:cNvSpPr>
              <p:nvPr/>
            </p:nvSpPr>
            <p:spPr bwMode="auto">
              <a:xfrm>
                <a:off x="6676000" y="3830180"/>
                <a:ext cx="184491" cy="1447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Freeform: Shape 58"/>
              <p:cNvSpPr>
                <a:spLocks/>
              </p:cNvSpPr>
              <p:nvPr/>
            </p:nvSpPr>
            <p:spPr bwMode="auto">
              <a:xfrm>
                <a:off x="6718204" y="3630013"/>
                <a:ext cx="33763" cy="84408"/>
              </a:xfrm>
              <a:custGeom>
                <a:avLst/>
                <a:gdLst>
                  <a:gd name="T0" fmla="*/ 7 w 21"/>
                  <a:gd name="T1" fmla="*/ 40 h 52"/>
                  <a:gd name="T2" fmla="*/ 10 w 21"/>
                  <a:gd name="T3" fmla="*/ 50 h 52"/>
                  <a:gd name="T4" fmla="*/ 19 w 21"/>
                  <a:gd name="T5" fmla="*/ 32 h 52"/>
                  <a:gd name="T6" fmla="*/ 14 w 21"/>
                  <a:gd name="T7" fmla="*/ 21 h 52"/>
                  <a:gd name="T8" fmla="*/ 13 w 21"/>
                  <a:gd name="T9" fmla="*/ 13 h 52"/>
                  <a:gd name="T10" fmla="*/ 8 w 21"/>
                  <a:gd name="T11" fmla="*/ 4 h 52"/>
                  <a:gd name="T12" fmla="*/ 3 w 21"/>
                  <a:gd name="T13" fmla="*/ 22 h 52"/>
                  <a:gd name="T14" fmla="*/ 7 w 21"/>
                  <a:gd name="T15" fmla="*/ 4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52">
                    <a:moveTo>
                      <a:pt x="7" y="40"/>
                    </a:moveTo>
                    <a:cubicBezTo>
                      <a:pt x="1" y="42"/>
                      <a:pt x="4" y="52"/>
                      <a:pt x="10" y="50"/>
                    </a:cubicBezTo>
                    <a:cubicBezTo>
                      <a:pt x="18" y="47"/>
                      <a:pt x="21" y="40"/>
                      <a:pt x="19" y="32"/>
                    </a:cubicBezTo>
                    <a:cubicBezTo>
                      <a:pt x="18" y="28"/>
                      <a:pt x="16" y="25"/>
                      <a:pt x="14" y="21"/>
                    </a:cubicBezTo>
                    <a:cubicBezTo>
                      <a:pt x="13" y="19"/>
                      <a:pt x="11" y="15"/>
                      <a:pt x="13" y="13"/>
                    </a:cubicBezTo>
                    <a:cubicBezTo>
                      <a:pt x="19" y="10"/>
                      <a:pt x="14" y="0"/>
                      <a:pt x="8" y="4"/>
                    </a:cubicBezTo>
                    <a:cubicBezTo>
                      <a:pt x="2" y="8"/>
                      <a:pt x="0" y="16"/>
                      <a:pt x="3" y="22"/>
                    </a:cubicBezTo>
                    <a:cubicBezTo>
                      <a:pt x="3" y="25"/>
                      <a:pt x="12" y="38"/>
                      <a:pt x="7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Freeform: Shape 59"/>
              <p:cNvSpPr>
                <a:spLocks/>
              </p:cNvSpPr>
              <p:nvPr/>
            </p:nvSpPr>
            <p:spPr bwMode="auto">
              <a:xfrm>
                <a:off x="6766436" y="3630013"/>
                <a:ext cx="32557" cy="84408"/>
              </a:xfrm>
              <a:custGeom>
                <a:avLst/>
                <a:gdLst>
                  <a:gd name="T0" fmla="*/ 7 w 20"/>
                  <a:gd name="T1" fmla="*/ 40 h 52"/>
                  <a:gd name="T2" fmla="*/ 10 w 20"/>
                  <a:gd name="T3" fmla="*/ 50 h 52"/>
                  <a:gd name="T4" fmla="*/ 18 w 20"/>
                  <a:gd name="T5" fmla="*/ 32 h 52"/>
                  <a:gd name="T6" fmla="*/ 13 w 20"/>
                  <a:gd name="T7" fmla="*/ 21 h 52"/>
                  <a:gd name="T8" fmla="*/ 13 w 20"/>
                  <a:gd name="T9" fmla="*/ 13 h 52"/>
                  <a:gd name="T10" fmla="*/ 8 w 20"/>
                  <a:gd name="T11" fmla="*/ 4 h 52"/>
                  <a:gd name="T12" fmla="*/ 2 w 20"/>
                  <a:gd name="T13" fmla="*/ 22 h 52"/>
                  <a:gd name="T14" fmla="*/ 7 w 20"/>
                  <a:gd name="T15" fmla="*/ 4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52">
                    <a:moveTo>
                      <a:pt x="7" y="40"/>
                    </a:moveTo>
                    <a:cubicBezTo>
                      <a:pt x="0" y="42"/>
                      <a:pt x="3" y="52"/>
                      <a:pt x="10" y="50"/>
                    </a:cubicBezTo>
                    <a:cubicBezTo>
                      <a:pt x="18" y="47"/>
                      <a:pt x="20" y="40"/>
                      <a:pt x="18" y="32"/>
                    </a:cubicBezTo>
                    <a:cubicBezTo>
                      <a:pt x="17" y="28"/>
                      <a:pt x="15" y="25"/>
                      <a:pt x="13" y="21"/>
                    </a:cubicBezTo>
                    <a:cubicBezTo>
                      <a:pt x="12" y="19"/>
                      <a:pt x="10" y="15"/>
                      <a:pt x="13" y="13"/>
                    </a:cubicBezTo>
                    <a:cubicBezTo>
                      <a:pt x="19" y="10"/>
                      <a:pt x="14" y="0"/>
                      <a:pt x="8" y="4"/>
                    </a:cubicBezTo>
                    <a:cubicBezTo>
                      <a:pt x="1" y="8"/>
                      <a:pt x="0" y="16"/>
                      <a:pt x="2" y="22"/>
                    </a:cubicBezTo>
                    <a:cubicBezTo>
                      <a:pt x="3" y="25"/>
                      <a:pt x="12" y="38"/>
                      <a:pt x="7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Freeform: Shape 60"/>
              <p:cNvSpPr>
                <a:spLocks/>
              </p:cNvSpPr>
              <p:nvPr/>
            </p:nvSpPr>
            <p:spPr bwMode="auto">
              <a:xfrm>
                <a:off x="6914753" y="2069680"/>
                <a:ext cx="83202" cy="84408"/>
              </a:xfrm>
              <a:custGeom>
                <a:avLst/>
                <a:gdLst>
                  <a:gd name="T0" fmla="*/ 11 w 51"/>
                  <a:gd name="T1" fmla="*/ 48 h 52"/>
                  <a:gd name="T2" fmla="*/ 25 w 51"/>
                  <a:gd name="T3" fmla="*/ 52 h 52"/>
                  <a:gd name="T4" fmla="*/ 51 w 51"/>
                  <a:gd name="T5" fmla="*/ 26 h 52"/>
                  <a:gd name="T6" fmla="*/ 25 w 51"/>
                  <a:gd name="T7" fmla="*/ 0 h 52"/>
                  <a:gd name="T8" fmla="*/ 0 w 51"/>
                  <a:gd name="T9" fmla="*/ 22 h 52"/>
                  <a:gd name="T10" fmla="*/ 25 w 51"/>
                  <a:gd name="T11" fmla="*/ 22 h 52"/>
                  <a:gd name="T12" fmla="*/ 34 w 51"/>
                  <a:gd name="T13" fmla="*/ 22 h 52"/>
                  <a:gd name="T14" fmla="*/ 28 w 51"/>
                  <a:gd name="T15" fmla="*/ 29 h 52"/>
                  <a:gd name="T16" fmla="*/ 11 w 51"/>
                  <a:gd name="T17" fmla="*/ 4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1" h="52">
                    <a:moveTo>
                      <a:pt x="11" y="48"/>
                    </a:moveTo>
                    <a:cubicBezTo>
                      <a:pt x="15" y="50"/>
                      <a:pt x="20" y="52"/>
                      <a:pt x="25" y="52"/>
                    </a:cubicBezTo>
                    <a:cubicBezTo>
                      <a:pt x="39" y="52"/>
                      <a:pt x="51" y="40"/>
                      <a:pt x="51" y="26"/>
                    </a:cubicBezTo>
                    <a:cubicBezTo>
                      <a:pt x="51" y="12"/>
                      <a:pt x="39" y="0"/>
                      <a:pt x="25" y="0"/>
                    </a:cubicBezTo>
                    <a:cubicBezTo>
                      <a:pt x="12" y="0"/>
                      <a:pt x="2" y="10"/>
                      <a:pt x="0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28" y="29"/>
                      <a:pt x="28" y="29"/>
                      <a:pt x="28" y="29"/>
                    </a:cubicBezTo>
                    <a:lnTo>
                      <a:pt x="11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Freeform: Shape 61"/>
              <p:cNvSpPr>
                <a:spLocks/>
              </p:cNvSpPr>
              <p:nvPr/>
            </p:nvSpPr>
            <p:spPr bwMode="auto">
              <a:xfrm>
                <a:off x="6784524" y="2111884"/>
                <a:ext cx="171227" cy="161580"/>
              </a:xfrm>
              <a:custGeom>
                <a:avLst/>
                <a:gdLst>
                  <a:gd name="T0" fmla="*/ 47 w 106"/>
                  <a:gd name="T1" fmla="*/ 54 h 100"/>
                  <a:gd name="T2" fmla="*/ 47 w 106"/>
                  <a:gd name="T3" fmla="*/ 56 h 100"/>
                  <a:gd name="T4" fmla="*/ 47 w 106"/>
                  <a:gd name="T5" fmla="*/ 59 h 100"/>
                  <a:gd name="T6" fmla="*/ 47 w 106"/>
                  <a:gd name="T7" fmla="*/ 91 h 100"/>
                  <a:gd name="T8" fmla="*/ 35 w 106"/>
                  <a:gd name="T9" fmla="*/ 100 h 100"/>
                  <a:gd name="T10" fmla="*/ 70 w 106"/>
                  <a:gd name="T11" fmla="*/ 100 h 100"/>
                  <a:gd name="T12" fmla="*/ 59 w 106"/>
                  <a:gd name="T13" fmla="*/ 91 h 100"/>
                  <a:gd name="T14" fmla="*/ 59 w 106"/>
                  <a:gd name="T15" fmla="*/ 59 h 100"/>
                  <a:gd name="T16" fmla="*/ 59 w 106"/>
                  <a:gd name="T17" fmla="*/ 56 h 100"/>
                  <a:gd name="T18" fmla="*/ 59 w 106"/>
                  <a:gd name="T19" fmla="*/ 54 h 100"/>
                  <a:gd name="T20" fmla="*/ 89 w 106"/>
                  <a:gd name="T21" fmla="*/ 19 h 100"/>
                  <a:gd name="T22" fmla="*/ 106 w 106"/>
                  <a:gd name="T23" fmla="*/ 0 h 100"/>
                  <a:gd name="T24" fmla="*/ 80 w 106"/>
                  <a:gd name="T25" fmla="*/ 0 h 100"/>
                  <a:gd name="T26" fmla="*/ 0 w 106"/>
                  <a:gd name="T27" fmla="*/ 0 h 100"/>
                  <a:gd name="T28" fmla="*/ 47 w 106"/>
                  <a:gd name="T29" fmla="*/ 5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6" h="100">
                    <a:moveTo>
                      <a:pt x="47" y="54"/>
                    </a:moveTo>
                    <a:cubicBezTo>
                      <a:pt x="47" y="56"/>
                      <a:pt x="47" y="56"/>
                      <a:pt x="47" y="56"/>
                    </a:cubicBezTo>
                    <a:cubicBezTo>
                      <a:pt x="47" y="59"/>
                      <a:pt x="47" y="59"/>
                      <a:pt x="47" y="59"/>
                    </a:cubicBezTo>
                    <a:cubicBezTo>
                      <a:pt x="47" y="91"/>
                      <a:pt x="47" y="91"/>
                      <a:pt x="47" y="91"/>
                    </a:cubicBezTo>
                    <a:cubicBezTo>
                      <a:pt x="40" y="92"/>
                      <a:pt x="35" y="96"/>
                      <a:pt x="35" y="100"/>
                    </a:cubicBezTo>
                    <a:cubicBezTo>
                      <a:pt x="70" y="100"/>
                      <a:pt x="70" y="100"/>
                      <a:pt x="70" y="100"/>
                    </a:cubicBezTo>
                    <a:cubicBezTo>
                      <a:pt x="70" y="96"/>
                      <a:pt x="65" y="93"/>
                      <a:pt x="59" y="91"/>
                    </a:cubicBezTo>
                    <a:cubicBezTo>
                      <a:pt x="59" y="59"/>
                      <a:pt x="59" y="59"/>
                      <a:pt x="59" y="59"/>
                    </a:cubicBezTo>
                    <a:cubicBezTo>
                      <a:pt x="59" y="56"/>
                      <a:pt x="59" y="56"/>
                      <a:pt x="59" y="56"/>
                    </a:cubicBezTo>
                    <a:cubicBezTo>
                      <a:pt x="59" y="54"/>
                      <a:pt x="59" y="54"/>
                      <a:pt x="59" y="54"/>
                    </a:cubicBezTo>
                    <a:cubicBezTo>
                      <a:pt x="89" y="19"/>
                      <a:pt x="89" y="19"/>
                      <a:pt x="89" y="19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47" y="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Freeform: Shape 62"/>
              <p:cNvSpPr>
                <a:spLocks/>
              </p:cNvSpPr>
              <p:nvPr/>
            </p:nvSpPr>
            <p:spPr bwMode="auto">
              <a:xfrm>
                <a:off x="4504315" y="2902903"/>
                <a:ext cx="314719" cy="32557"/>
              </a:xfrm>
              <a:custGeom>
                <a:avLst/>
                <a:gdLst>
                  <a:gd name="T0" fmla="*/ 171 w 195"/>
                  <a:gd name="T1" fmla="*/ 20 h 20"/>
                  <a:gd name="T2" fmla="*/ 177 w 195"/>
                  <a:gd name="T3" fmla="*/ 20 h 20"/>
                  <a:gd name="T4" fmla="*/ 177 w 195"/>
                  <a:gd name="T5" fmla="*/ 0 h 20"/>
                  <a:gd name="T6" fmla="*/ 171 w 195"/>
                  <a:gd name="T7" fmla="*/ 0 h 20"/>
                  <a:gd name="T8" fmla="*/ 171 w 195"/>
                  <a:gd name="T9" fmla="*/ 2 h 20"/>
                  <a:gd name="T10" fmla="*/ 179 w 195"/>
                  <a:gd name="T11" fmla="*/ 10 h 20"/>
                  <a:gd name="T12" fmla="*/ 171 w 195"/>
                  <a:gd name="T13" fmla="*/ 18 h 20"/>
                  <a:gd name="T14" fmla="*/ 171 w 195"/>
                  <a:gd name="T15" fmla="*/ 20 h 20"/>
                  <a:gd name="T16" fmla="*/ 25 w 195"/>
                  <a:gd name="T17" fmla="*/ 20 h 20"/>
                  <a:gd name="T18" fmla="*/ 171 w 195"/>
                  <a:gd name="T19" fmla="*/ 20 h 20"/>
                  <a:gd name="T20" fmla="*/ 171 w 195"/>
                  <a:gd name="T21" fmla="*/ 18 h 20"/>
                  <a:gd name="T22" fmla="*/ 162 w 195"/>
                  <a:gd name="T23" fmla="*/ 10 h 20"/>
                  <a:gd name="T24" fmla="*/ 171 w 195"/>
                  <a:gd name="T25" fmla="*/ 2 h 20"/>
                  <a:gd name="T26" fmla="*/ 171 w 195"/>
                  <a:gd name="T27" fmla="*/ 0 h 20"/>
                  <a:gd name="T28" fmla="*/ 25 w 195"/>
                  <a:gd name="T29" fmla="*/ 0 h 20"/>
                  <a:gd name="T30" fmla="*/ 25 w 195"/>
                  <a:gd name="T31" fmla="*/ 2 h 20"/>
                  <a:gd name="T32" fmla="*/ 33 w 195"/>
                  <a:gd name="T33" fmla="*/ 10 h 20"/>
                  <a:gd name="T34" fmla="*/ 25 w 195"/>
                  <a:gd name="T35" fmla="*/ 18 h 20"/>
                  <a:gd name="T36" fmla="*/ 25 w 195"/>
                  <a:gd name="T37" fmla="*/ 20 h 20"/>
                  <a:gd name="T38" fmla="*/ 19 w 195"/>
                  <a:gd name="T39" fmla="*/ 20 h 20"/>
                  <a:gd name="T40" fmla="*/ 25 w 195"/>
                  <a:gd name="T41" fmla="*/ 20 h 20"/>
                  <a:gd name="T42" fmla="*/ 25 w 195"/>
                  <a:gd name="T43" fmla="*/ 18 h 20"/>
                  <a:gd name="T44" fmla="*/ 16 w 195"/>
                  <a:gd name="T45" fmla="*/ 10 h 20"/>
                  <a:gd name="T46" fmla="*/ 25 w 195"/>
                  <a:gd name="T47" fmla="*/ 2 h 20"/>
                  <a:gd name="T48" fmla="*/ 25 w 195"/>
                  <a:gd name="T49" fmla="*/ 0 h 20"/>
                  <a:gd name="T50" fmla="*/ 19 w 195"/>
                  <a:gd name="T51" fmla="*/ 0 h 20"/>
                  <a:gd name="T52" fmla="*/ 19 w 195"/>
                  <a:gd name="T5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95" h="20">
                    <a:moveTo>
                      <a:pt x="171" y="20"/>
                    </a:moveTo>
                    <a:cubicBezTo>
                      <a:pt x="177" y="20"/>
                      <a:pt x="177" y="20"/>
                      <a:pt x="177" y="20"/>
                    </a:cubicBezTo>
                    <a:cubicBezTo>
                      <a:pt x="194" y="20"/>
                      <a:pt x="195" y="0"/>
                      <a:pt x="177" y="0"/>
                    </a:cubicBezTo>
                    <a:cubicBezTo>
                      <a:pt x="171" y="0"/>
                      <a:pt x="171" y="0"/>
                      <a:pt x="171" y="0"/>
                    </a:cubicBezTo>
                    <a:cubicBezTo>
                      <a:pt x="171" y="2"/>
                      <a:pt x="171" y="2"/>
                      <a:pt x="171" y="2"/>
                    </a:cubicBezTo>
                    <a:cubicBezTo>
                      <a:pt x="175" y="2"/>
                      <a:pt x="179" y="5"/>
                      <a:pt x="179" y="10"/>
                    </a:cubicBezTo>
                    <a:cubicBezTo>
                      <a:pt x="179" y="15"/>
                      <a:pt x="175" y="18"/>
                      <a:pt x="171" y="18"/>
                    </a:cubicBezTo>
                    <a:lnTo>
                      <a:pt x="171" y="20"/>
                    </a:lnTo>
                    <a:close/>
                    <a:moveTo>
                      <a:pt x="25" y="20"/>
                    </a:moveTo>
                    <a:cubicBezTo>
                      <a:pt x="171" y="20"/>
                      <a:pt x="171" y="20"/>
                      <a:pt x="171" y="20"/>
                    </a:cubicBezTo>
                    <a:cubicBezTo>
                      <a:pt x="171" y="18"/>
                      <a:pt x="171" y="18"/>
                      <a:pt x="171" y="18"/>
                    </a:cubicBezTo>
                    <a:cubicBezTo>
                      <a:pt x="166" y="18"/>
                      <a:pt x="162" y="15"/>
                      <a:pt x="162" y="10"/>
                    </a:cubicBezTo>
                    <a:cubicBezTo>
                      <a:pt x="162" y="5"/>
                      <a:pt x="166" y="2"/>
                      <a:pt x="171" y="2"/>
                    </a:cubicBezTo>
                    <a:cubicBezTo>
                      <a:pt x="171" y="0"/>
                      <a:pt x="171" y="0"/>
                      <a:pt x="171" y="0"/>
                    </a:cubicBezTo>
                    <a:cubicBezTo>
                      <a:pt x="122" y="0"/>
                      <a:pt x="73" y="0"/>
                      <a:pt x="25" y="0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9" y="2"/>
                      <a:pt x="33" y="5"/>
                      <a:pt x="33" y="10"/>
                    </a:cubicBezTo>
                    <a:cubicBezTo>
                      <a:pt x="33" y="15"/>
                      <a:pt x="29" y="18"/>
                      <a:pt x="25" y="18"/>
                    </a:cubicBezTo>
                    <a:lnTo>
                      <a:pt x="25" y="20"/>
                    </a:lnTo>
                    <a:close/>
                    <a:moveTo>
                      <a:pt x="19" y="20"/>
                    </a:move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0" y="18"/>
                      <a:pt x="16" y="15"/>
                      <a:pt x="16" y="10"/>
                    </a:cubicBezTo>
                    <a:cubicBezTo>
                      <a:pt x="16" y="5"/>
                      <a:pt x="20" y="2"/>
                      <a:pt x="25" y="2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0" y="0"/>
                      <a:pt x="1" y="20"/>
                      <a:pt x="19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9" name="Oval 63"/>
              <p:cNvSpPr>
                <a:spLocks/>
              </p:cNvSpPr>
              <p:nvPr/>
            </p:nvSpPr>
            <p:spPr bwMode="auto">
              <a:xfrm>
                <a:off x="4665895" y="2791967"/>
                <a:ext cx="27734" cy="2773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0" name="Freeform: Shape 64"/>
              <p:cNvSpPr>
                <a:spLocks/>
              </p:cNvSpPr>
              <p:nvPr/>
            </p:nvSpPr>
            <p:spPr bwMode="auto">
              <a:xfrm>
                <a:off x="4681571" y="2810054"/>
                <a:ext cx="104906" cy="115759"/>
              </a:xfrm>
              <a:custGeom>
                <a:avLst/>
                <a:gdLst>
                  <a:gd name="T0" fmla="*/ 64 w 65"/>
                  <a:gd name="T1" fmla="*/ 66 h 72"/>
                  <a:gd name="T2" fmla="*/ 6 w 65"/>
                  <a:gd name="T3" fmla="*/ 2 h 72"/>
                  <a:gd name="T4" fmla="*/ 1 w 65"/>
                  <a:gd name="T5" fmla="*/ 1 h 72"/>
                  <a:gd name="T6" fmla="*/ 1 w 65"/>
                  <a:gd name="T7" fmla="*/ 1 h 72"/>
                  <a:gd name="T8" fmla="*/ 1 w 65"/>
                  <a:gd name="T9" fmla="*/ 6 h 72"/>
                  <a:gd name="T10" fmla="*/ 58 w 65"/>
                  <a:gd name="T11" fmla="*/ 71 h 72"/>
                  <a:gd name="T12" fmla="*/ 64 w 65"/>
                  <a:gd name="T13" fmla="*/ 71 h 72"/>
                  <a:gd name="T14" fmla="*/ 64 w 65"/>
                  <a:gd name="T15" fmla="*/ 71 h 72"/>
                  <a:gd name="T16" fmla="*/ 64 w 65"/>
                  <a:gd name="T17" fmla="*/ 6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" h="72">
                    <a:moveTo>
                      <a:pt x="64" y="66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5" y="0"/>
                      <a:pt x="3" y="0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3"/>
                      <a:pt x="0" y="5"/>
                      <a:pt x="1" y="6"/>
                    </a:cubicBezTo>
                    <a:cubicBezTo>
                      <a:pt x="58" y="71"/>
                      <a:pt x="58" y="71"/>
                      <a:pt x="58" y="71"/>
                    </a:cubicBezTo>
                    <a:cubicBezTo>
                      <a:pt x="60" y="72"/>
                      <a:pt x="62" y="72"/>
                      <a:pt x="64" y="71"/>
                    </a:cubicBezTo>
                    <a:cubicBezTo>
                      <a:pt x="64" y="71"/>
                      <a:pt x="64" y="71"/>
                      <a:pt x="64" y="71"/>
                    </a:cubicBezTo>
                    <a:cubicBezTo>
                      <a:pt x="65" y="70"/>
                      <a:pt x="65" y="67"/>
                      <a:pt x="64" y="6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1" name="Oval 65"/>
              <p:cNvSpPr>
                <a:spLocks/>
              </p:cNvSpPr>
              <p:nvPr/>
            </p:nvSpPr>
            <p:spPr bwMode="auto">
              <a:xfrm>
                <a:off x="4629720" y="2791967"/>
                <a:ext cx="27734" cy="2773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2" name="Freeform: Shape 66"/>
              <p:cNvSpPr>
                <a:spLocks/>
              </p:cNvSpPr>
              <p:nvPr/>
            </p:nvSpPr>
            <p:spPr bwMode="auto">
              <a:xfrm>
                <a:off x="4535666" y="2800408"/>
                <a:ext cx="115759" cy="125405"/>
              </a:xfrm>
              <a:custGeom>
                <a:avLst/>
                <a:gdLst>
                  <a:gd name="T0" fmla="*/ 1 w 71"/>
                  <a:gd name="T1" fmla="*/ 72 h 78"/>
                  <a:gd name="T2" fmla="*/ 64 w 71"/>
                  <a:gd name="T3" fmla="*/ 2 h 78"/>
                  <a:gd name="T4" fmla="*/ 69 w 71"/>
                  <a:gd name="T5" fmla="*/ 1 h 78"/>
                  <a:gd name="T6" fmla="*/ 69 w 71"/>
                  <a:gd name="T7" fmla="*/ 1 h 78"/>
                  <a:gd name="T8" fmla="*/ 69 w 71"/>
                  <a:gd name="T9" fmla="*/ 7 h 78"/>
                  <a:gd name="T10" fmla="*/ 7 w 71"/>
                  <a:gd name="T11" fmla="*/ 77 h 78"/>
                  <a:gd name="T12" fmla="*/ 2 w 71"/>
                  <a:gd name="T13" fmla="*/ 77 h 78"/>
                  <a:gd name="T14" fmla="*/ 2 w 71"/>
                  <a:gd name="T15" fmla="*/ 77 h 78"/>
                  <a:gd name="T16" fmla="*/ 1 w 71"/>
                  <a:gd name="T17" fmla="*/ 7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78">
                    <a:moveTo>
                      <a:pt x="1" y="72"/>
                    </a:moveTo>
                    <a:cubicBezTo>
                      <a:pt x="64" y="2"/>
                      <a:pt x="64" y="2"/>
                      <a:pt x="64" y="2"/>
                    </a:cubicBezTo>
                    <a:cubicBezTo>
                      <a:pt x="65" y="0"/>
                      <a:pt x="68" y="0"/>
                      <a:pt x="69" y="1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71" y="3"/>
                      <a:pt x="71" y="5"/>
                      <a:pt x="69" y="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5" y="78"/>
                      <a:pt x="3" y="78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0" y="76"/>
                      <a:pt x="0" y="73"/>
                      <a:pt x="1" y="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3" name="Freeform: Shape 67"/>
              <p:cNvSpPr>
                <a:spLocks/>
              </p:cNvSpPr>
              <p:nvPr/>
            </p:nvSpPr>
            <p:spPr bwMode="auto">
              <a:xfrm>
                <a:off x="4535666" y="2945106"/>
                <a:ext cx="253223" cy="98877"/>
              </a:xfrm>
              <a:custGeom>
                <a:avLst/>
                <a:gdLst>
                  <a:gd name="T0" fmla="*/ 156 w 156"/>
                  <a:gd name="T1" fmla="*/ 0 h 61"/>
                  <a:gd name="T2" fmla="*/ 127 w 156"/>
                  <a:gd name="T3" fmla="*/ 61 h 61"/>
                  <a:gd name="T4" fmla="*/ 126 w 156"/>
                  <a:gd name="T5" fmla="*/ 48 h 61"/>
                  <a:gd name="T6" fmla="*/ 132 w 156"/>
                  <a:gd name="T7" fmla="*/ 27 h 61"/>
                  <a:gd name="T8" fmla="*/ 129 w 156"/>
                  <a:gd name="T9" fmla="*/ 6 h 61"/>
                  <a:gd name="T10" fmla="*/ 126 w 156"/>
                  <a:gd name="T11" fmla="*/ 6 h 61"/>
                  <a:gd name="T12" fmla="*/ 102 w 156"/>
                  <a:gd name="T13" fmla="*/ 0 h 61"/>
                  <a:gd name="T14" fmla="*/ 126 w 156"/>
                  <a:gd name="T15" fmla="*/ 6 h 61"/>
                  <a:gd name="T16" fmla="*/ 120 w 156"/>
                  <a:gd name="T17" fmla="*/ 27 h 61"/>
                  <a:gd name="T18" fmla="*/ 123 w 156"/>
                  <a:gd name="T19" fmla="*/ 48 h 61"/>
                  <a:gd name="T20" fmla="*/ 126 w 156"/>
                  <a:gd name="T21" fmla="*/ 48 h 61"/>
                  <a:gd name="T22" fmla="*/ 102 w 156"/>
                  <a:gd name="T23" fmla="*/ 61 h 61"/>
                  <a:gd name="T24" fmla="*/ 107 w 156"/>
                  <a:gd name="T25" fmla="*/ 42 h 61"/>
                  <a:gd name="T26" fmla="*/ 109 w 156"/>
                  <a:gd name="T27" fmla="*/ 12 h 61"/>
                  <a:gd name="T28" fmla="*/ 103 w 156"/>
                  <a:gd name="T29" fmla="*/ 6 h 61"/>
                  <a:gd name="T30" fmla="*/ 102 w 156"/>
                  <a:gd name="T31" fmla="*/ 0 h 61"/>
                  <a:gd name="T32" fmla="*/ 102 w 156"/>
                  <a:gd name="T33" fmla="*/ 0 h 61"/>
                  <a:gd name="T34" fmla="*/ 96 w 156"/>
                  <a:gd name="T35" fmla="*/ 12 h 61"/>
                  <a:gd name="T36" fmla="*/ 95 w 156"/>
                  <a:gd name="T37" fmla="*/ 42 h 61"/>
                  <a:gd name="T38" fmla="*/ 100 w 156"/>
                  <a:gd name="T39" fmla="*/ 48 h 61"/>
                  <a:gd name="T40" fmla="*/ 102 w 156"/>
                  <a:gd name="T41" fmla="*/ 61 h 61"/>
                  <a:gd name="T42" fmla="*/ 78 w 156"/>
                  <a:gd name="T43" fmla="*/ 48 h 61"/>
                  <a:gd name="T44" fmla="*/ 84 w 156"/>
                  <a:gd name="T45" fmla="*/ 27 h 61"/>
                  <a:gd name="T46" fmla="*/ 78 w 156"/>
                  <a:gd name="T47" fmla="*/ 6 h 61"/>
                  <a:gd name="T48" fmla="*/ 78 w 156"/>
                  <a:gd name="T49" fmla="*/ 6 h 61"/>
                  <a:gd name="T50" fmla="*/ 53 w 156"/>
                  <a:gd name="T51" fmla="*/ 0 h 61"/>
                  <a:gd name="T52" fmla="*/ 78 w 156"/>
                  <a:gd name="T53" fmla="*/ 6 h 61"/>
                  <a:gd name="T54" fmla="*/ 71 w 156"/>
                  <a:gd name="T55" fmla="*/ 27 h 61"/>
                  <a:gd name="T56" fmla="*/ 78 w 156"/>
                  <a:gd name="T57" fmla="*/ 48 h 61"/>
                  <a:gd name="T58" fmla="*/ 78 w 156"/>
                  <a:gd name="T59" fmla="*/ 48 h 61"/>
                  <a:gd name="T60" fmla="*/ 53 w 156"/>
                  <a:gd name="T61" fmla="*/ 61 h 61"/>
                  <a:gd name="T62" fmla="*/ 55 w 156"/>
                  <a:gd name="T63" fmla="*/ 48 h 61"/>
                  <a:gd name="T64" fmla="*/ 60 w 156"/>
                  <a:gd name="T65" fmla="*/ 42 h 61"/>
                  <a:gd name="T66" fmla="*/ 59 w 156"/>
                  <a:gd name="T67" fmla="*/ 12 h 61"/>
                  <a:gd name="T68" fmla="*/ 53 w 156"/>
                  <a:gd name="T69" fmla="*/ 0 h 61"/>
                  <a:gd name="T70" fmla="*/ 53 w 156"/>
                  <a:gd name="T71" fmla="*/ 0 h 61"/>
                  <a:gd name="T72" fmla="*/ 52 w 156"/>
                  <a:gd name="T73" fmla="*/ 6 h 61"/>
                  <a:gd name="T74" fmla="*/ 46 w 156"/>
                  <a:gd name="T75" fmla="*/ 12 h 61"/>
                  <a:gd name="T76" fmla="*/ 48 w 156"/>
                  <a:gd name="T77" fmla="*/ 42 h 61"/>
                  <a:gd name="T78" fmla="*/ 53 w 156"/>
                  <a:gd name="T79" fmla="*/ 61 h 61"/>
                  <a:gd name="T80" fmla="*/ 29 w 156"/>
                  <a:gd name="T81" fmla="*/ 48 h 61"/>
                  <a:gd name="T82" fmla="*/ 32 w 156"/>
                  <a:gd name="T83" fmla="*/ 48 h 61"/>
                  <a:gd name="T84" fmla="*/ 36 w 156"/>
                  <a:gd name="T85" fmla="*/ 27 h 61"/>
                  <a:gd name="T86" fmla="*/ 29 w 156"/>
                  <a:gd name="T87" fmla="*/ 6 h 61"/>
                  <a:gd name="T88" fmla="*/ 28 w 156"/>
                  <a:gd name="T89" fmla="*/ 61 h 61"/>
                  <a:gd name="T90" fmla="*/ 0 w 156"/>
                  <a:gd name="T91" fmla="*/ 0 h 61"/>
                  <a:gd name="T92" fmla="*/ 29 w 156"/>
                  <a:gd name="T93" fmla="*/ 6 h 61"/>
                  <a:gd name="T94" fmla="*/ 27 w 156"/>
                  <a:gd name="T95" fmla="*/ 6 h 61"/>
                  <a:gd name="T96" fmla="*/ 23 w 156"/>
                  <a:gd name="T97" fmla="*/ 27 h 61"/>
                  <a:gd name="T98" fmla="*/ 29 w 156"/>
                  <a:gd name="T99" fmla="*/ 48 h 61"/>
                  <a:gd name="T100" fmla="*/ 28 w 156"/>
                  <a:gd name="T101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56" h="61">
                    <a:moveTo>
                      <a:pt x="126" y="0"/>
                    </a:moveTo>
                    <a:cubicBezTo>
                      <a:pt x="156" y="0"/>
                      <a:pt x="156" y="0"/>
                      <a:pt x="156" y="0"/>
                    </a:cubicBezTo>
                    <a:cubicBezTo>
                      <a:pt x="148" y="44"/>
                      <a:pt x="148" y="44"/>
                      <a:pt x="148" y="44"/>
                    </a:cubicBezTo>
                    <a:cubicBezTo>
                      <a:pt x="146" y="54"/>
                      <a:pt x="142" y="61"/>
                      <a:pt x="127" y="61"/>
                    </a:cubicBezTo>
                    <a:cubicBezTo>
                      <a:pt x="126" y="61"/>
                      <a:pt x="126" y="61"/>
                      <a:pt x="126" y="61"/>
                    </a:cubicBezTo>
                    <a:cubicBezTo>
                      <a:pt x="126" y="48"/>
                      <a:pt x="126" y="48"/>
                      <a:pt x="126" y="48"/>
                    </a:cubicBezTo>
                    <a:cubicBezTo>
                      <a:pt x="128" y="47"/>
                      <a:pt x="130" y="45"/>
                      <a:pt x="130" y="42"/>
                    </a:cubicBezTo>
                    <a:cubicBezTo>
                      <a:pt x="131" y="37"/>
                      <a:pt x="132" y="32"/>
                      <a:pt x="132" y="27"/>
                    </a:cubicBezTo>
                    <a:cubicBezTo>
                      <a:pt x="133" y="22"/>
                      <a:pt x="134" y="17"/>
                      <a:pt x="134" y="12"/>
                    </a:cubicBezTo>
                    <a:cubicBezTo>
                      <a:pt x="135" y="9"/>
                      <a:pt x="132" y="6"/>
                      <a:pt x="129" y="6"/>
                    </a:cubicBezTo>
                    <a:cubicBezTo>
                      <a:pt x="129" y="6"/>
                      <a:pt x="129" y="6"/>
                      <a:pt x="129" y="6"/>
                    </a:cubicBezTo>
                    <a:cubicBezTo>
                      <a:pt x="128" y="6"/>
                      <a:pt x="127" y="6"/>
                      <a:pt x="126" y="6"/>
                    </a:cubicBezTo>
                    <a:lnTo>
                      <a:pt x="126" y="0"/>
                    </a:lnTo>
                    <a:close/>
                    <a:moveTo>
                      <a:pt x="102" y="0"/>
                    </a:moveTo>
                    <a:cubicBezTo>
                      <a:pt x="126" y="0"/>
                      <a:pt x="126" y="0"/>
                      <a:pt x="126" y="0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4" y="7"/>
                      <a:pt x="121" y="9"/>
                      <a:pt x="121" y="12"/>
                    </a:cubicBezTo>
                    <a:cubicBezTo>
                      <a:pt x="121" y="17"/>
                      <a:pt x="120" y="22"/>
                      <a:pt x="120" y="27"/>
                    </a:cubicBezTo>
                    <a:cubicBezTo>
                      <a:pt x="119" y="32"/>
                      <a:pt x="119" y="37"/>
                      <a:pt x="118" y="42"/>
                    </a:cubicBezTo>
                    <a:cubicBezTo>
                      <a:pt x="118" y="46"/>
                      <a:pt x="120" y="48"/>
                      <a:pt x="123" y="48"/>
                    </a:cubicBezTo>
                    <a:cubicBezTo>
                      <a:pt x="123" y="48"/>
                      <a:pt x="123" y="48"/>
                      <a:pt x="123" y="48"/>
                    </a:cubicBezTo>
                    <a:cubicBezTo>
                      <a:pt x="124" y="48"/>
                      <a:pt x="125" y="48"/>
                      <a:pt x="126" y="48"/>
                    </a:cubicBezTo>
                    <a:cubicBezTo>
                      <a:pt x="126" y="61"/>
                      <a:pt x="126" y="61"/>
                      <a:pt x="126" y="61"/>
                    </a:cubicBezTo>
                    <a:cubicBezTo>
                      <a:pt x="102" y="61"/>
                      <a:pt x="102" y="61"/>
                      <a:pt x="102" y="61"/>
                    </a:cubicBezTo>
                    <a:cubicBezTo>
                      <a:pt x="102" y="48"/>
                      <a:pt x="102" y="48"/>
                      <a:pt x="102" y="48"/>
                    </a:cubicBezTo>
                    <a:cubicBezTo>
                      <a:pt x="105" y="48"/>
                      <a:pt x="107" y="45"/>
                      <a:pt x="107" y="42"/>
                    </a:cubicBezTo>
                    <a:cubicBezTo>
                      <a:pt x="107" y="37"/>
                      <a:pt x="108" y="32"/>
                      <a:pt x="108" y="27"/>
                    </a:cubicBezTo>
                    <a:cubicBezTo>
                      <a:pt x="109" y="22"/>
                      <a:pt x="109" y="17"/>
                      <a:pt x="109" y="12"/>
                    </a:cubicBezTo>
                    <a:cubicBezTo>
                      <a:pt x="110" y="9"/>
                      <a:pt x="107" y="6"/>
                      <a:pt x="103" y="6"/>
                    </a:cubicBezTo>
                    <a:cubicBezTo>
                      <a:pt x="103" y="6"/>
                      <a:pt x="103" y="6"/>
                      <a:pt x="103" y="6"/>
                    </a:cubicBezTo>
                    <a:cubicBezTo>
                      <a:pt x="103" y="6"/>
                      <a:pt x="102" y="6"/>
                      <a:pt x="102" y="6"/>
                    </a:cubicBezTo>
                    <a:lnTo>
                      <a:pt x="102" y="0"/>
                    </a:lnTo>
                    <a:close/>
                    <a:moveTo>
                      <a:pt x="78" y="0"/>
                    </a:moveTo>
                    <a:cubicBezTo>
                      <a:pt x="102" y="0"/>
                      <a:pt x="102" y="0"/>
                      <a:pt x="102" y="0"/>
                    </a:cubicBezTo>
                    <a:cubicBezTo>
                      <a:pt x="102" y="6"/>
                      <a:pt x="102" y="6"/>
                      <a:pt x="102" y="6"/>
                    </a:cubicBezTo>
                    <a:cubicBezTo>
                      <a:pt x="99" y="6"/>
                      <a:pt x="96" y="9"/>
                      <a:pt x="96" y="12"/>
                    </a:cubicBezTo>
                    <a:cubicBezTo>
                      <a:pt x="96" y="17"/>
                      <a:pt x="96" y="22"/>
                      <a:pt x="95" y="27"/>
                    </a:cubicBezTo>
                    <a:cubicBezTo>
                      <a:pt x="95" y="32"/>
                      <a:pt x="95" y="37"/>
                      <a:pt x="95" y="42"/>
                    </a:cubicBezTo>
                    <a:cubicBezTo>
                      <a:pt x="95" y="46"/>
                      <a:pt x="97" y="48"/>
                      <a:pt x="100" y="48"/>
                    </a:cubicBezTo>
                    <a:cubicBezTo>
                      <a:pt x="100" y="48"/>
                      <a:pt x="100" y="48"/>
                      <a:pt x="100" y="48"/>
                    </a:cubicBezTo>
                    <a:cubicBezTo>
                      <a:pt x="101" y="48"/>
                      <a:pt x="102" y="48"/>
                      <a:pt x="102" y="48"/>
                    </a:cubicBezTo>
                    <a:cubicBezTo>
                      <a:pt x="102" y="61"/>
                      <a:pt x="102" y="61"/>
                      <a:pt x="102" y="61"/>
                    </a:cubicBezTo>
                    <a:cubicBezTo>
                      <a:pt x="78" y="61"/>
                      <a:pt x="78" y="61"/>
                      <a:pt x="78" y="61"/>
                    </a:cubicBezTo>
                    <a:cubicBezTo>
                      <a:pt x="78" y="48"/>
                      <a:pt x="78" y="48"/>
                      <a:pt x="78" y="48"/>
                    </a:cubicBezTo>
                    <a:cubicBezTo>
                      <a:pt x="81" y="48"/>
                      <a:pt x="84" y="46"/>
                      <a:pt x="84" y="42"/>
                    </a:cubicBezTo>
                    <a:cubicBezTo>
                      <a:pt x="84" y="37"/>
                      <a:pt x="84" y="32"/>
                      <a:pt x="84" y="27"/>
                    </a:cubicBezTo>
                    <a:cubicBezTo>
                      <a:pt x="84" y="22"/>
                      <a:pt x="84" y="17"/>
                      <a:pt x="84" y="12"/>
                    </a:cubicBezTo>
                    <a:cubicBezTo>
                      <a:pt x="84" y="9"/>
                      <a:pt x="81" y="6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lnTo>
                      <a:pt x="78" y="0"/>
                    </a:lnTo>
                    <a:close/>
                    <a:moveTo>
                      <a:pt x="53" y="0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4" y="6"/>
                      <a:pt x="71" y="9"/>
                      <a:pt x="71" y="12"/>
                    </a:cubicBezTo>
                    <a:cubicBezTo>
                      <a:pt x="71" y="17"/>
                      <a:pt x="71" y="22"/>
                      <a:pt x="71" y="27"/>
                    </a:cubicBezTo>
                    <a:cubicBezTo>
                      <a:pt x="71" y="32"/>
                      <a:pt x="71" y="37"/>
                      <a:pt x="71" y="42"/>
                    </a:cubicBezTo>
                    <a:cubicBezTo>
                      <a:pt x="72" y="46"/>
                      <a:pt x="74" y="48"/>
                      <a:pt x="78" y="48"/>
                    </a:cubicBezTo>
                    <a:cubicBezTo>
                      <a:pt x="78" y="48"/>
                      <a:pt x="78" y="48"/>
                      <a:pt x="78" y="48"/>
                    </a:cubicBezTo>
                    <a:cubicBezTo>
                      <a:pt x="78" y="48"/>
                      <a:pt x="78" y="48"/>
                      <a:pt x="78" y="48"/>
                    </a:cubicBezTo>
                    <a:cubicBezTo>
                      <a:pt x="78" y="61"/>
                      <a:pt x="78" y="61"/>
                      <a:pt x="78" y="61"/>
                    </a:cubicBezTo>
                    <a:cubicBezTo>
                      <a:pt x="53" y="61"/>
                      <a:pt x="53" y="61"/>
                      <a:pt x="53" y="61"/>
                    </a:cubicBezTo>
                    <a:cubicBezTo>
                      <a:pt x="53" y="48"/>
                      <a:pt x="53" y="48"/>
                      <a:pt x="53" y="48"/>
                    </a:cubicBezTo>
                    <a:cubicBezTo>
                      <a:pt x="54" y="48"/>
                      <a:pt x="54" y="48"/>
                      <a:pt x="55" y="48"/>
                    </a:cubicBezTo>
                    <a:cubicBezTo>
                      <a:pt x="55" y="48"/>
                      <a:pt x="55" y="48"/>
                      <a:pt x="55" y="48"/>
                    </a:cubicBezTo>
                    <a:cubicBezTo>
                      <a:pt x="58" y="48"/>
                      <a:pt x="61" y="46"/>
                      <a:pt x="60" y="42"/>
                    </a:cubicBezTo>
                    <a:cubicBezTo>
                      <a:pt x="60" y="37"/>
                      <a:pt x="60" y="32"/>
                      <a:pt x="60" y="27"/>
                    </a:cubicBezTo>
                    <a:cubicBezTo>
                      <a:pt x="60" y="22"/>
                      <a:pt x="59" y="17"/>
                      <a:pt x="59" y="12"/>
                    </a:cubicBezTo>
                    <a:cubicBezTo>
                      <a:pt x="59" y="9"/>
                      <a:pt x="56" y="6"/>
                      <a:pt x="53" y="6"/>
                    </a:cubicBezTo>
                    <a:lnTo>
                      <a:pt x="53" y="0"/>
                    </a:lnTo>
                    <a:close/>
                    <a:moveTo>
                      <a:pt x="29" y="0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2" y="6"/>
                      <a:pt x="52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48" y="6"/>
                      <a:pt x="46" y="9"/>
                      <a:pt x="46" y="12"/>
                    </a:cubicBezTo>
                    <a:cubicBezTo>
                      <a:pt x="46" y="17"/>
                      <a:pt x="47" y="22"/>
                      <a:pt x="47" y="27"/>
                    </a:cubicBezTo>
                    <a:cubicBezTo>
                      <a:pt x="47" y="32"/>
                      <a:pt x="48" y="37"/>
                      <a:pt x="48" y="42"/>
                    </a:cubicBezTo>
                    <a:cubicBezTo>
                      <a:pt x="48" y="45"/>
                      <a:pt x="50" y="48"/>
                      <a:pt x="53" y="48"/>
                    </a:cubicBezTo>
                    <a:cubicBezTo>
                      <a:pt x="53" y="61"/>
                      <a:pt x="53" y="61"/>
                      <a:pt x="53" y="61"/>
                    </a:cubicBezTo>
                    <a:cubicBezTo>
                      <a:pt x="29" y="61"/>
                      <a:pt x="29" y="61"/>
                      <a:pt x="29" y="61"/>
                    </a:cubicBezTo>
                    <a:cubicBezTo>
                      <a:pt x="29" y="48"/>
                      <a:pt x="29" y="48"/>
                      <a:pt x="29" y="48"/>
                    </a:cubicBezTo>
                    <a:cubicBezTo>
                      <a:pt x="30" y="48"/>
                      <a:pt x="31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5" y="48"/>
                      <a:pt x="38" y="46"/>
                      <a:pt x="37" y="42"/>
                    </a:cubicBezTo>
                    <a:cubicBezTo>
                      <a:pt x="37" y="37"/>
                      <a:pt x="36" y="32"/>
                      <a:pt x="36" y="27"/>
                    </a:cubicBezTo>
                    <a:cubicBezTo>
                      <a:pt x="35" y="22"/>
                      <a:pt x="34" y="17"/>
                      <a:pt x="34" y="12"/>
                    </a:cubicBezTo>
                    <a:cubicBezTo>
                      <a:pt x="34" y="9"/>
                      <a:pt x="32" y="7"/>
                      <a:pt x="29" y="6"/>
                    </a:cubicBezTo>
                    <a:lnTo>
                      <a:pt x="29" y="0"/>
                    </a:lnTo>
                    <a:close/>
                    <a:moveTo>
                      <a:pt x="28" y="61"/>
                    </a:moveTo>
                    <a:cubicBezTo>
                      <a:pt x="14" y="61"/>
                      <a:pt x="9" y="54"/>
                      <a:pt x="7" y="4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8" y="6"/>
                      <a:pt x="27" y="6"/>
                      <a:pt x="27" y="6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3" y="6"/>
                      <a:pt x="20" y="9"/>
                      <a:pt x="21" y="12"/>
                    </a:cubicBezTo>
                    <a:cubicBezTo>
                      <a:pt x="21" y="17"/>
                      <a:pt x="22" y="22"/>
                      <a:pt x="23" y="27"/>
                    </a:cubicBezTo>
                    <a:cubicBezTo>
                      <a:pt x="24" y="32"/>
                      <a:pt x="24" y="37"/>
                      <a:pt x="25" y="42"/>
                    </a:cubicBezTo>
                    <a:cubicBezTo>
                      <a:pt x="25" y="45"/>
                      <a:pt x="27" y="47"/>
                      <a:pt x="29" y="48"/>
                    </a:cubicBezTo>
                    <a:cubicBezTo>
                      <a:pt x="29" y="61"/>
                      <a:pt x="29" y="61"/>
                      <a:pt x="29" y="61"/>
                    </a:cubicBezTo>
                    <a:lnTo>
                      <a:pt x="28" y="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Freeform: Shape 68"/>
              <p:cNvSpPr>
                <a:spLocks/>
              </p:cNvSpPr>
              <p:nvPr/>
            </p:nvSpPr>
            <p:spPr bwMode="auto">
              <a:xfrm>
                <a:off x="6477039" y="3466021"/>
                <a:ext cx="145904" cy="219460"/>
              </a:xfrm>
              <a:custGeom>
                <a:avLst/>
                <a:gdLst>
                  <a:gd name="T0" fmla="*/ 45 w 90"/>
                  <a:gd name="T1" fmla="*/ 135 h 135"/>
                  <a:gd name="T2" fmla="*/ 6 w 90"/>
                  <a:gd name="T3" fmla="*/ 68 h 135"/>
                  <a:gd name="T4" fmla="*/ 0 w 90"/>
                  <a:gd name="T5" fmla="*/ 45 h 135"/>
                  <a:gd name="T6" fmla="*/ 45 w 90"/>
                  <a:gd name="T7" fmla="*/ 0 h 135"/>
                  <a:gd name="T8" fmla="*/ 90 w 90"/>
                  <a:gd name="T9" fmla="*/ 45 h 135"/>
                  <a:gd name="T10" fmla="*/ 84 w 90"/>
                  <a:gd name="T11" fmla="*/ 68 h 135"/>
                  <a:gd name="T12" fmla="*/ 45 w 90"/>
                  <a:gd name="T13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135">
                    <a:moveTo>
                      <a:pt x="45" y="135"/>
                    </a:moveTo>
                    <a:cubicBezTo>
                      <a:pt x="6" y="68"/>
                      <a:pt x="6" y="68"/>
                      <a:pt x="6" y="68"/>
                    </a:cubicBezTo>
                    <a:cubicBezTo>
                      <a:pt x="3" y="61"/>
                      <a:pt x="0" y="53"/>
                      <a:pt x="0" y="45"/>
                    </a:cubicBezTo>
                    <a:cubicBezTo>
                      <a:pt x="0" y="20"/>
                      <a:pt x="20" y="0"/>
                      <a:pt x="45" y="0"/>
                    </a:cubicBezTo>
                    <a:cubicBezTo>
                      <a:pt x="70" y="0"/>
                      <a:pt x="90" y="20"/>
                      <a:pt x="90" y="45"/>
                    </a:cubicBezTo>
                    <a:cubicBezTo>
                      <a:pt x="90" y="53"/>
                      <a:pt x="88" y="61"/>
                      <a:pt x="84" y="68"/>
                    </a:cubicBezTo>
                    <a:lnTo>
                      <a:pt x="45" y="1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5" name="Oval 69"/>
              <p:cNvSpPr>
                <a:spLocks/>
              </p:cNvSpPr>
              <p:nvPr/>
            </p:nvSpPr>
            <p:spPr bwMode="auto">
              <a:xfrm>
                <a:off x="6497538" y="3487726"/>
                <a:ext cx="103701" cy="103701"/>
              </a:xfrm>
              <a:prstGeom prst="ellipse">
                <a:avLst/>
              </a:prstGeom>
              <a:solidFill>
                <a:srgbClr val="4073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Freeform: Shape 70"/>
              <p:cNvSpPr>
                <a:spLocks/>
              </p:cNvSpPr>
              <p:nvPr/>
            </p:nvSpPr>
            <p:spPr bwMode="auto">
              <a:xfrm>
                <a:off x="5532881" y="3203152"/>
                <a:ext cx="203784" cy="51850"/>
              </a:xfrm>
              <a:custGeom>
                <a:avLst/>
                <a:gdLst>
                  <a:gd name="T0" fmla="*/ 110 w 169"/>
                  <a:gd name="T1" fmla="*/ 23 h 43"/>
                  <a:gd name="T2" fmla="*/ 59 w 169"/>
                  <a:gd name="T3" fmla="*/ 23 h 43"/>
                  <a:gd name="T4" fmla="*/ 59 w 169"/>
                  <a:gd name="T5" fmla="*/ 0 h 43"/>
                  <a:gd name="T6" fmla="*/ 0 w 169"/>
                  <a:gd name="T7" fmla="*/ 0 h 43"/>
                  <a:gd name="T8" fmla="*/ 0 w 169"/>
                  <a:gd name="T9" fmla="*/ 43 h 43"/>
                  <a:gd name="T10" fmla="*/ 169 w 169"/>
                  <a:gd name="T11" fmla="*/ 43 h 43"/>
                  <a:gd name="T12" fmla="*/ 169 w 169"/>
                  <a:gd name="T13" fmla="*/ 0 h 43"/>
                  <a:gd name="T14" fmla="*/ 110 w 169"/>
                  <a:gd name="T15" fmla="*/ 0 h 43"/>
                  <a:gd name="T16" fmla="*/ 110 w 169"/>
                  <a:gd name="T17" fmla="*/ 2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43">
                    <a:moveTo>
                      <a:pt x="110" y="23"/>
                    </a:moveTo>
                    <a:lnTo>
                      <a:pt x="59" y="23"/>
                    </a:lnTo>
                    <a:lnTo>
                      <a:pt x="59" y="0"/>
                    </a:lnTo>
                    <a:lnTo>
                      <a:pt x="0" y="0"/>
                    </a:lnTo>
                    <a:lnTo>
                      <a:pt x="0" y="43"/>
                    </a:lnTo>
                    <a:lnTo>
                      <a:pt x="169" y="43"/>
                    </a:lnTo>
                    <a:lnTo>
                      <a:pt x="169" y="0"/>
                    </a:lnTo>
                    <a:lnTo>
                      <a:pt x="110" y="0"/>
                    </a:lnTo>
                    <a:lnTo>
                      <a:pt x="110" y="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7" name="Rectangle 71"/>
              <p:cNvSpPr>
                <a:spLocks/>
              </p:cNvSpPr>
              <p:nvPr/>
            </p:nvSpPr>
            <p:spPr bwMode="auto">
              <a:xfrm>
                <a:off x="5616082" y="3203152"/>
                <a:ext cx="38586" cy="1447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Freeform: Shape 72"/>
              <p:cNvSpPr>
                <a:spLocks/>
              </p:cNvSpPr>
              <p:nvPr/>
            </p:nvSpPr>
            <p:spPr bwMode="auto">
              <a:xfrm>
                <a:off x="5532881" y="3084982"/>
                <a:ext cx="203784" cy="106112"/>
              </a:xfrm>
              <a:custGeom>
                <a:avLst/>
                <a:gdLst>
                  <a:gd name="T0" fmla="*/ 126 w 169"/>
                  <a:gd name="T1" fmla="*/ 0 h 88"/>
                  <a:gd name="T2" fmla="*/ 85 w 169"/>
                  <a:gd name="T3" fmla="*/ 0 h 88"/>
                  <a:gd name="T4" fmla="*/ 85 w 169"/>
                  <a:gd name="T5" fmla="*/ 15 h 88"/>
                  <a:gd name="T6" fmla="*/ 112 w 169"/>
                  <a:gd name="T7" fmla="*/ 15 h 88"/>
                  <a:gd name="T8" fmla="*/ 112 w 169"/>
                  <a:gd name="T9" fmla="*/ 32 h 88"/>
                  <a:gd name="T10" fmla="*/ 85 w 169"/>
                  <a:gd name="T11" fmla="*/ 32 h 88"/>
                  <a:gd name="T12" fmla="*/ 85 w 169"/>
                  <a:gd name="T13" fmla="*/ 88 h 88"/>
                  <a:gd name="T14" fmla="*/ 110 w 169"/>
                  <a:gd name="T15" fmla="*/ 88 h 88"/>
                  <a:gd name="T16" fmla="*/ 169 w 169"/>
                  <a:gd name="T17" fmla="*/ 88 h 88"/>
                  <a:gd name="T18" fmla="*/ 169 w 169"/>
                  <a:gd name="T19" fmla="*/ 32 h 88"/>
                  <a:gd name="T20" fmla="*/ 126 w 169"/>
                  <a:gd name="T21" fmla="*/ 32 h 88"/>
                  <a:gd name="T22" fmla="*/ 126 w 169"/>
                  <a:gd name="T23" fmla="*/ 0 h 88"/>
                  <a:gd name="T24" fmla="*/ 85 w 169"/>
                  <a:gd name="T25" fmla="*/ 0 h 88"/>
                  <a:gd name="T26" fmla="*/ 43 w 169"/>
                  <a:gd name="T27" fmla="*/ 0 h 88"/>
                  <a:gd name="T28" fmla="*/ 43 w 169"/>
                  <a:gd name="T29" fmla="*/ 32 h 88"/>
                  <a:gd name="T30" fmla="*/ 0 w 169"/>
                  <a:gd name="T31" fmla="*/ 32 h 88"/>
                  <a:gd name="T32" fmla="*/ 0 w 169"/>
                  <a:gd name="T33" fmla="*/ 88 h 88"/>
                  <a:gd name="T34" fmla="*/ 59 w 169"/>
                  <a:gd name="T35" fmla="*/ 88 h 88"/>
                  <a:gd name="T36" fmla="*/ 85 w 169"/>
                  <a:gd name="T37" fmla="*/ 88 h 88"/>
                  <a:gd name="T38" fmla="*/ 85 w 169"/>
                  <a:gd name="T39" fmla="*/ 32 h 88"/>
                  <a:gd name="T40" fmla="*/ 58 w 169"/>
                  <a:gd name="T41" fmla="*/ 32 h 88"/>
                  <a:gd name="T42" fmla="*/ 58 w 169"/>
                  <a:gd name="T43" fmla="*/ 32 h 88"/>
                  <a:gd name="T44" fmla="*/ 58 w 169"/>
                  <a:gd name="T45" fmla="*/ 15 h 88"/>
                  <a:gd name="T46" fmla="*/ 85 w 169"/>
                  <a:gd name="T47" fmla="*/ 15 h 88"/>
                  <a:gd name="T48" fmla="*/ 85 w 169"/>
                  <a:gd name="T4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9" h="88">
                    <a:moveTo>
                      <a:pt x="126" y="0"/>
                    </a:moveTo>
                    <a:lnTo>
                      <a:pt x="85" y="0"/>
                    </a:lnTo>
                    <a:lnTo>
                      <a:pt x="85" y="15"/>
                    </a:lnTo>
                    <a:lnTo>
                      <a:pt x="112" y="15"/>
                    </a:lnTo>
                    <a:lnTo>
                      <a:pt x="112" y="32"/>
                    </a:lnTo>
                    <a:lnTo>
                      <a:pt x="85" y="32"/>
                    </a:lnTo>
                    <a:lnTo>
                      <a:pt x="85" y="88"/>
                    </a:lnTo>
                    <a:lnTo>
                      <a:pt x="110" y="88"/>
                    </a:lnTo>
                    <a:lnTo>
                      <a:pt x="169" y="88"/>
                    </a:lnTo>
                    <a:lnTo>
                      <a:pt x="169" y="32"/>
                    </a:lnTo>
                    <a:lnTo>
                      <a:pt x="126" y="32"/>
                    </a:lnTo>
                    <a:lnTo>
                      <a:pt x="126" y="0"/>
                    </a:lnTo>
                    <a:close/>
                    <a:moveTo>
                      <a:pt x="85" y="0"/>
                    </a:moveTo>
                    <a:lnTo>
                      <a:pt x="43" y="0"/>
                    </a:lnTo>
                    <a:lnTo>
                      <a:pt x="43" y="32"/>
                    </a:lnTo>
                    <a:lnTo>
                      <a:pt x="0" y="32"/>
                    </a:lnTo>
                    <a:lnTo>
                      <a:pt x="0" y="88"/>
                    </a:lnTo>
                    <a:lnTo>
                      <a:pt x="59" y="88"/>
                    </a:lnTo>
                    <a:lnTo>
                      <a:pt x="85" y="88"/>
                    </a:lnTo>
                    <a:lnTo>
                      <a:pt x="85" y="32"/>
                    </a:lnTo>
                    <a:lnTo>
                      <a:pt x="58" y="32"/>
                    </a:lnTo>
                    <a:lnTo>
                      <a:pt x="58" y="32"/>
                    </a:lnTo>
                    <a:lnTo>
                      <a:pt x="58" y="15"/>
                    </a:lnTo>
                    <a:lnTo>
                      <a:pt x="85" y="15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9" name="Rectangle 73"/>
              <p:cNvSpPr>
                <a:spLocks/>
              </p:cNvSpPr>
              <p:nvPr/>
            </p:nvSpPr>
            <p:spPr bwMode="auto">
              <a:xfrm>
                <a:off x="6387808" y="3136832"/>
                <a:ext cx="207401" cy="2170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Freeform: Shape 74"/>
              <p:cNvSpPr>
                <a:spLocks/>
              </p:cNvSpPr>
              <p:nvPr/>
            </p:nvSpPr>
            <p:spPr bwMode="auto">
              <a:xfrm>
                <a:off x="6387808" y="3185065"/>
                <a:ext cx="207401" cy="84408"/>
              </a:xfrm>
              <a:custGeom>
                <a:avLst/>
                <a:gdLst>
                  <a:gd name="T0" fmla="*/ 146 w 172"/>
                  <a:gd name="T1" fmla="*/ 70 h 70"/>
                  <a:gd name="T2" fmla="*/ 172 w 172"/>
                  <a:gd name="T3" fmla="*/ 70 h 70"/>
                  <a:gd name="T4" fmla="*/ 172 w 172"/>
                  <a:gd name="T5" fmla="*/ 0 h 70"/>
                  <a:gd name="T6" fmla="*/ 146 w 172"/>
                  <a:gd name="T7" fmla="*/ 0 h 70"/>
                  <a:gd name="T8" fmla="*/ 146 w 172"/>
                  <a:gd name="T9" fmla="*/ 33 h 70"/>
                  <a:gd name="T10" fmla="*/ 146 w 172"/>
                  <a:gd name="T11" fmla="*/ 33 h 70"/>
                  <a:gd name="T12" fmla="*/ 160 w 172"/>
                  <a:gd name="T13" fmla="*/ 47 h 70"/>
                  <a:gd name="T14" fmla="*/ 146 w 172"/>
                  <a:gd name="T15" fmla="*/ 59 h 70"/>
                  <a:gd name="T16" fmla="*/ 146 w 172"/>
                  <a:gd name="T17" fmla="*/ 70 h 70"/>
                  <a:gd name="T18" fmla="*/ 0 w 172"/>
                  <a:gd name="T19" fmla="*/ 70 h 70"/>
                  <a:gd name="T20" fmla="*/ 146 w 172"/>
                  <a:gd name="T21" fmla="*/ 70 h 70"/>
                  <a:gd name="T22" fmla="*/ 146 w 172"/>
                  <a:gd name="T23" fmla="*/ 59 h 70"/>
                  <a:gd name="T24" fmla="*/ 134 w 172"/>
                  <a:gd name="T25" fmla="*/ 47 h 70"/>
                  <a:gd name="T26" fmla="*/ 146 w 172"/>
                  <a:gd name="T27" fmla="*/ 33 h 70"/>
                  <a:gd name="T28" fmla="*/ 146 w 172"/>
                  <a:gd name="T29" fmla="*/ 0 h 70"/>
                  <a:gd name="T30" fmla="*/ 0 w 172"/>
                  <a:gd name="T31" fmla="*/ 0 h 70"/>
                  <a:gd name="T32" fmla="*/ 0 w 172"/>
                  <a:gd name="T33" fmla="*/ 70 h 70"/>
                  <a:gd name="T34" fmla="*/ 0 w 172"/>
                  <a:gd name="T35" fmla="*/ 70 h 70"/>
                  <a:gd name="T36" fmla="*/ 146 w 172"/>
                  <a:gd name="T37" fmla="*/ 33 h 70"/>
                  <a:gd name="T38" fmla="*/ 146 w 172"/>
                  <a:gd name="T39" fmla="*/ 33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2" h="70">
                    <a:moveTo>
                      <a:pt x="146" y="70"/>
                    </a:moveTo>
                    <a:lnTo>
                      <a:pt x="172" y="70"/>
                    </a:lnTo>
                    <a:lnTo>
                      <a:pt x="172" y="0"/>
                    </a:lnTo>
                    <a:lnTo>
                      <a:pt x="146" y="0"/>
                    </a:lnTo>
                    <a:lnTo>
                      <a:pt x="146" y="33"/>
                    </a:lnTo>
                    <a:lnTo>
                      <a:pt x="146" y="33"/>
                    </a:lnTo>
                    <a:lnTo>
                      <a:pt x="160" y="47"/>
                    </a:lnTo>
                    <a:lnTo>
                      <a:pt x="146" y="59"/>
                    </a:lnTo>
                    <a:lnTo>
                      <a:pt x="146" y="70"/>
                    </a:lnTo>
                    <a:close/>
                    <a:moveTo>
                      <a:pt x="0" y="70"/>
                    </a:moveTo>
                    <a:lnTo>
                      <a:pt x="146" y="70"/>
                    </a:lnTo>
                    <a:lnTo>
                      <a:pt x="146" y="59"/>
                    </a:lnTo>
                    <a:lnTo>
                      <a:pt x="134" y="47"/>
                    </a:lnTo>
                    <a:lnTo>
                      <a:pt x="146" y="33"/>
                    </a:lnTo>
                    <a:lnTo>
                      <a:pt x="146" y="0"/>
                    </a:lnTo>
                    <a:lnTo>
                      <a:pt x="0" y="0"/>
                    </a:lnTo>
                    <a:lnTo>
                      <a:pt x="0" y="70"/>
                    </a:lnTo>
                    <a:lnTo>
                      <a:pt x="0" y="70"/>
                    </a:lnTo>
                    <a:close/>
                    <a:moveTo>
                      <a:pt x="146" y="33"/>
                    </a:moveTo>
                    <a:lnTo>
                      <a:pt x="146" y="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1" name="Freeform: Shape 75"/>
              <p:cNvSpPr>
                <a:spLocks/>
              </p:cNvSpPr>
              <p:nvPr/>
            </p:nvSpPr>
            <p:spPr bwMode="auto">
              <a:xfrm>
                <a:off x="6387808" y="3185065"/>
                <a:ext cx="207401" cy="84408"/>
              </a:xfrm>
              <a:custGeom>
                <a:avLst/>
                <a:gdLst>
                  <a:gd name="T0" fmla="*/ 146 w 172"/>
                  <a:gd name="T1" fmla="*/ 70 h 70"/>
                  <a:gd name="T2" fmla="*/ 172 w 172"/>
                  <a:gd name="T3" fmla="*/ 70 h 70"/>
                  <a:gd name="T4" fmla="*/ 172 w 172"/>
                  <a:gd name="T5" fmla="*/ 0 h 70"/>
                  <a:gd name="T6" fmla="*/ 146 w 172"/>
                  <a:gd name="T7" fmla="*/ 0 h 70"/>
                  <a:gd name="T8" fmla="*/ 146 w 172"/>
                  <a:gd name="T9" fmla="*/ 33 h 70"/>
                  <a:gd name="T10" fmla="*/ 146 w 172"/>
                  <a:gd name="T11" fmla="*/ 33 h 70"/>
                  <a:gd name="T12" fmla="*/ 160 w 172"/>
                  <a:gd name="T13" fmla="*/ 47 h 70"/>
                  <a:gd name="T14" fmla="*/ 146 w 172"/>
                  <a:gd name="T15" fmla="*/ 59 h 70"/>
                  <a:gd name="T16" fmla="*/ 146 w 172"/>
                  <a:gd name="T17" fmla="*/ 70 h 70"/>
                  <a:gd name="T18" fmla="*/ 0 w 172"/>
                  <a:gd name="T19" fmla="*/ 70 h 70"/>
                  <a:gd name="T20" fmla="*/ 146 w 172"/>
                  <a:gd name="T21" fmla="*/ 70 h 70"/>
                  <a:gd name="T22" fmla="*/ 146 w 172"/>
                  <a:gd name="T23" fmla="*/ 59 h 70"/>
                  <a:gd name="T24" fmla="*/ 134 w 172"/>
                  <a:gd name="T25" fmla="*/ 47 h 70"/>
                  <a:gd name="T26" fmla="*/ 146 w 172"/>
                  <a:gd name="T27" fmla="*/ 33 h 70"/>
                  <a:gd name="T28" fmla="*/ 146 w 172"/>
                  <a:gd name="T29" fmla="*/ 0 h 70"/>
                  <a:gd name="T30" fmla="*/ 0 w 172"/>
                  <a:gd name="T31" fmla="*/ 0 h 70"/>
                  <a:gd name="T32" fmla="*/ 0 w 172"/>
                  <a:gd name="T33" fmla="*/ 70 h 70"/>
                  <a:gd name="T34" fmla="*/ 0 w 172"/>
                  <a:gd name="T35" fmla="*/ 70 h 70"/>
                  <a:gd name="T36" fmla="*/ 146 w 172"/>
                  <a:gd name="T37" fmla="*/ 33 h 70"/>
                  <a:gd name="T38" fmla="*/ 146 w 172"/>
                  <a:gd name="T39" fmla="*/ 33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2" h="70">
                    <a:moveTo>
                      <a:pt x="146" y="70"/>
                    </a:moveTo>
                    <a:lnTo>
                      <a:pt x="172" y="70"/>
                    </a:lnTo>
                    <a:lnTo>
                      <a:pt x="172" y="0"/>
                    </a:lnTo>
                    <a:lnTo>
                      <a:pt x="146" y="0"/>
                    </a:lnTo>
                    <a:lnTo>
                      <a:pt x="146" y="33"/>
                    </a:lnTo>
                    <a:lnTo>
                      <a:pt x="146" y="33"/>
                    </a:lnTo>
                    <a:lnTo>
                      <a:pt x="160" y="47"/>
                    </a:lnTo>
                    <a:lnTo>
                      <a:pt x="146" y="59"/>
                    </a:lnTo>
                    <a:lnTo>
                      <a:pt x="146" y="70"/>
                    </a:lnTo>
                    <a:moveTo>
                      <a:pt x="0" y="70"/>
                    </a:moveTo>
                    <a:lnTo>
                      <a:pt x="146" y="70"/>
                    </a:lnTo>
                    <a:lnTo>
                      <a:pt x="146" y="59"/>
                    </a:lnTo>
                    <a:lnTo>
                      <a:pt x="134" y="47"/>
                    </a:lnTo>
                    <a:lnTo>
                      <a:pt x="146" y="33"/>
                    </a:lnTo>
                    <a:lnTo>
                      <a:pt x="146" y="0"/>
                    </a:lnTo>
                    <a:lnTo>
                      <a:pt x="0" y="0"/>
                    </a:lnTo>
                    <a:lnTo>
                      <a:pt x="0" y="70"/>
                    </a:lnTo>
                    <a:lnTo>
                      <a:pt x="0" y="70"/>
                    </a:lnTo>
                    <a:moveTo>
                      <a:pt x="146" y="33"/>
                    </a:moveTo>
                    <a:lnTo>
                      <a:pt x="146" y="3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Freeform: Shape 76"/>
              <p:cNvSpPr>
                <a:spLocks/>
              </p:cNvSpPr>
              <p:nvPr/>
            </p:nvSpPr>
            <p:spPr bwMode="auto">
              <a:xfrm>
                <a:off x="7447726" y="3029514"/>
                <a:ext cx="273722" cy="245988"/>
              </a:xfrm>
              <a:custGeom>
                <a:avLst/>
                <a:gdLst>
                  <a:gd name="T0" fmla="*/ 166 w 169"/>
                  <a:gd name="T1" fmla="*/ 43 h 152"/>
                  <a:gd name="T2" fmla="*/ 127 w 169"/>
                  <a:gd name="T3" fmla="*/ 39 h 152"/>
                  <a:gd name="T4" fmla="*/ 104 w 169"/>
                  <a:gd name="T5" fmla="*/ 48 h 152"/>
                  <a:gd name="T6" fmla="*/ 58 w 169"/>
                  <a:gd name="T7" fmla="*/ 0 h 152"/>
                  <a:gd name="T8" fmla="*/ 42 w 169"/>
                  <a:gd name="T9" fmla="*/ 6 h 152"/>
                  <a:gd name="T10" fmla="*/ 75 w 169"/>
                  <a:gd name="T11" fmla="*/ 59 h 152"/>
                  <a:gd name="T12" fmla="*/ 43 w 169"/>
                  <a:gd name="T13" fmla="*/ 71 h 152"/>
                  <a:gd name="T14" fmla="*/ 16 w 169"/>
                  <a:gd name="T15" fmla="*/ 54 h 152"/>
                  <a:gd name="T16" fmla="*/ 0 w 169"/>
                  <a:gd name="T17" fmla="*/ 60 h 152"/>
                  <a:gd name="T18" fmla="*/ 30 w 169"/>
                  <a:gd name="T19" fmla="*/ 95 h 152"/>
                  <a:gd name="T20" fmla="*/ 31 w 169"/>
                  <a:gd name="T21" fmla="*/ 140 h 152"/>
                  <a:gd name="T22" fmla="*/ 47 w 169"/>
                  <a:gd name="T23" fmla="*/ 134 h 152"/>
                  <a:gd name="T24" fmla="*/ 55 w 169"/>
                  <a:gd name="T25" fmla="*/ 104 h 152"/>
                  <a:gd name="T26" fmla="*/ 87 w 169"/>
                  <a:gd name="T27" fmla="*/ 92 h 152"/>
                  <a:gd name="T28" fmla="*/ 98 w 169"/>
                  <a:gd name="T29" fmla="*/ 152 h 152"/>
                  <a:gd name="T30" fmla="*/ 114 w 169"/>
                  <a:gd name="T31" fmla="*/ 146 h 152"/>
                  <a:gd name="T32" fmla="*/ 117 w 169"/>
                  <a:gd name="T33" fmla="*/ 81 h 152"/>
                  <a:gd name="T34" fmla="*/ 139 w 169"/>
                  <a:gd name="T35" fmla="*/ 72 h 152"/>
                  <a:gd name="T36" fmla="*/ 166 w 169"/>
                  <a:gd name="T37" fmla="*/ 43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9" h="152">
                    <a:moveTo>
                      <a:pt x="166" y="43"/>
                    </a:moveTo>
                    <a:cubicBezTo>
                      <a:pt x="162" y="34"/>
                      <a:pt x="136" y="36"/>
                      <a:pt x="127" y="39"/>
                    </a:cubicBezTo>
                    <a:cubicBezTo>
                      <a:pt x="104" y="48"/>
                      <a:pt x="104" y="48"/>
                      <a:pt x="104" y="48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75" y="59"/>
                      <a:pt x="75" y="59"/>
                      <a:pt x="75" y="59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16" y="54"/>
                      <a:pt x="16" y="54"/>
                      <a:pt x="16" y="54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1" y="140"/>
                      <a:pt x="31" y="140"/>
                      <a:pt x="31" y="140"/>
                    </a:cubicBezTo>
                    <a:cubicBezTo>
                      <a:pt x="47" y="134"/>
                      <a:pt x="47" y="134"/>
                      <a:pt x="47" y="134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87" y="92"/>
                      <a:pt x="87" y="92"/>
                      <a:pt x="87" y="92"/>
                    </a:cubicBezTo>
                    <a:cubicBezTo>
                      <a:pt x="98" y="152"/>
                      <a:pt x="98" y="152"/>
                      <a:pt x="98" y="152"/>
                    </a:cubicBezTo>
                    <a:cubicBezTo>
                      <a:pt x="114" y="146"/>
                      <a:pt x="114" y="146"/>
                      <a:pt x="114" y="146"/>
                    </a:cubicBezTo>
                    <a:cubicBezTo>
                      <a:pt x="117" y="81"/>
                      <a:pt x="117" y="81"/>
                      <a:pt x="117" y="81"/>
                    </a:cubicBezTo>
                    <a:cubicBezTo>
                      <a:pt x="139" y="72"/>
                      <a:pt x="139" y="72"/>
                      <a:pt x="139" y="72"/>
                    </a:cubicBezTo>
                    <a:cubicBezTo>
                      <a:pt x="148" y="68"/>
                      <a:pt x="169" y="52"/>
                      <a:pt x="166" y="4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3" name="Freeform: Shape 77"/>
              <p:cNvSpPr>
                <a:spLocks/>
              </p:cNvSpPr>
              <p:nvPr/>
            </p:nvSpPr>
            <p:spPr bwMode="auto">
              <a:xfrm>
                <a:off x="6167143" y="2539950"/>
                <a:ext cx="143493" cy="284574"/>
              </a:xfrm>
              <a:custGeom>
                <a:avLst/>
                <a:gdLst>
                  <a:gd name="T0" fmla="*/ 18 w 88"/>
                  <a:gd name="T1" fmla="*/ 0 h 176"/>
                  <a:gd name="T2" fmla="*/ 70 w 88"/>
                  <a:gd name="T3" fmla="*/ 0 h 176"/>
                  <a:gd name="T4" fmla="*/ 88 w 88"/>
                  <a:gd name="T5" fmla="*/ 18 h 176"/>
                  <a:gd name="T6" fmla="*/ 88 w 88"/>
                  <a:gd name="T7" fmla="*/ 158 h 176"/>
                  <a:gd name="T8" fmla="*/ 70 w 88"/>
                  <a:gd name="T9" fmla="*/ 176 h 176"/>
                  <a:gd name="T10" fmla="*/ 18 w 88"/>
                  <a:gd name="T11" fmla="*/ 176 h 176"/>
                  <a:gd name="T12" fmla="*/ 0 w 88"/>
                  <a:gd name="T13" fmla="*/ 158 h 176"/>
                  <a:gd name="T14" fmla="*/ 0 w 88"/>
                  <a:gd name="T15" fmla="*/ 18 h 176"/>
                  <a:gd name="T16" fmla="*/ 18 w 88"/>
                  <a:gd name="T17" fmla="*/ 0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8" h="176">
                    <a:moveTo>
                      <a:pt x="18" y="0"/>
                    </a:moveTo>
                    <a:cubicBezTo>
                      <a:pt x="70" y="0"/>
                      <a:pt x="70" y="0"/>
                      <a:pt x="70" y="0"/>
                    </a:cubicBezTo>
                    <a:cubicBezTo>
                      <a:pt x="80" y="0"/>
                      <a:pt x="88" y="8"/>
                      <a:pt x="88" y="18"/>
                    </a:cubicBezTo>
                    <a:cubicBezTo>
                      <a:pt x="88" y="158"/>
                      <a:pt x="88" y="158"/>
                      <a:pt x="88" y="158"/>
                    </a:cubicBezTo>
                    <a:cubicBezTo>
                      <a:pt x="88" y="168"/>
                      <a:pt x="80" y="176"/>
                      <a:pt x="70" y="176"/>
                    </a:cubicBezTo>
                    <a:cubicBezTo>
                      <a:pt x="18" y="176"/>
                      <a:pt x="18" y="176"/>
                      <a:pt x="18" y="176"/>
                    </a:cubicBezTo>
                    <a:cubicBezTo>
                      <a:pt x="8" y="176"/>
                      <a:pt x="0" y="168"/>
                      <a:pt x="0" y="158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4" name="Rectangle 78"/>
              <p:cNvSpPr>
                <a:spLocks/>
              </p:cNvSpPr>
              <p:nvPr/>
            </p:nvSpPr>
            <p:spPr bwMode="auto">
              <a:xfrm>
                <a:off x="6184024" y="2570096"/>
                <a:ext cx="110936" cy="21343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5" name="Freeform: Shape 79"/>
              <p:cNvSpPr>
                <a:spLocks/>
              </p:cNvSpPr>
              <p:nvPr/>
            </p:nvSpPr>
            <p:spPr bwMode="auto">
              <a:xfrm>
                <a:off x="6209347" y="2550803"/>
                <a:ext cx="60291" cy="4823"/>
              </a:xfrm>
              <a:custGeom>
                <a:avLst/>
                <a:gdLst>
                  <a:gd name="T0" fmla="*/ 1 w 37"/>
                  <a:gd name="T1" fmla="*/ 3 h 3"/>
                  <a:gd name="T2" fmla="*/ 35 w 37"/>
                  <a:gd name="T3" fmla="*/ 3 h 3"/>
                  <a:gd name="T4" fmla="*/ 37 w 37"/>
                  <a:gd name="T5" fmla="*/ 1 h 3"/>
                  <a:gd name="T6" fmla="*/ 37 w 37"/>
                  <a:gd name="T7" fmla="*/ 1 h 3"/>
                  <a:gd name="T8" fmla="*/ 35 w 37"/>
                  <a:gd name="T9" fmla="*/ 0 h 3"/>
                  <a:gd name="T10" fmla="*/ 1 w 37"/>
                  <a:gd name="T11" fmla="*/ 0 h 3"/>
                  <a:gd name="T12" fmla="*/ 0 w 37"/>
                  <a:gd name="T13" fmla="*/ 1 h 3"/>
                  <a:gd name="T14" fmla="*/ 0 w 37"/>
                  <a:gd name="T15" fmla="*/ 1 h 3"/>
                  <a:gd name="T16" fmla="*/ 1 w 37"/>
                  <a:gd name="T1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3">
                    <a:moveTo>
                      <a:pt x="1" y="3"/>
                    </a:moveTo>
                    <a:cubicBezTo>
                      <a:pt x="35" y="3"/>
                      <a:pt x="35" y="3"/>
                      <a:pt x="35" y="3"/>
                    </a:cubicBezTo>
                    <a:cubicBezTo>
                      <a:pt x="36" y="3"/>
                      <a:pt x="37" y="2"/>
                      <a:pt x="37" y="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0"/>
                      <a:pt x="36" y="0"/>
                      <a:pt x="35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3"/>
                      <a:pt x="1" y="3"/>
                    </a:cubicBezTo>
                    <a:close/>
                  </a:path>
                </a:pathLst>
              </a:custGeom>
              <a:solidFill>
                <a:srgbClr val="E561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6" name="Freeform: Shape 80"/>
              <p:cNvSpPr>
                <a:spLocks/>
              </p:cNvSpPr>
              <p:nvPr/>
            </p:nvSpPr>
            <p:spPr bwMode="auto">
              <a:xfrm>
                <a:off x="6188848" y="2800408"/>
                <a:ext cx="100083" cy="7235"/>
              </a:xfrm>
              <a:custGeom>
                <a:avLst/>
                <a:gdLst>
                  <a:gd name="T0" fmla="*/ 3 w 62"/>
                  <a:gd name="T1" fmla="*/ 5 h 5"/>
                  <a:gd name="T2" fmla="*/ 60 w 62"/>
                  <a:gd name="T3" fmla="*/ 5 h 5"/>
                  <a:gd name="T4" fmla="*/ 62 w 62"/>
                  <a:gd name="T5" fmla="*/ 3 h 5"/>
                  <a:gd name="T6" fmla="*/ 62 w 62"/>
                  <a:gd name="T7" fmla="*/ 3 h 5"/>
                  <a:gd name="T8" fmla="*/ 60 w 62"/>
                  <a:gd name="T9" fmla="*/ 0 h 5"/>
                  <a:gd name="T10" fmla="*/ 3 w 62"/>
                  <a:gd name="T11" fmla="*/ 0 h 5"/>
                  <a:gd name="T12" fmla="*/ 0 w 62"/>
                  <a:gd name="T13" fmla="*/ 3 h 5"/>
                  <a:gd name="T14" fmla="*/ 0 w 62"/>
                  <a:gd name="T15" fmla="*/ 3 h 5"/>
                  <a:gd name="T16" fmla="*/ 3 w 62"/>
                  <a:gd name="T1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" h="5">
                    <a:moveTo>
                      <a:pt x="3" y="5"/>
                    </a:moveTo>
                    <a:cubicBezTo>
                      <a:pt x="60" y="5"/>
                      <a:pt x="60" y="5"/>
                      <a:pt x="60" y="5"/>
                    </a:cubicBezTo>
                    <a:cubicBezTo>
                      <a:pt x="61" y="5"/>
                      <a:pt x="62" y="4"/>
                      <a:pt x="62" y="3"/>
                    </a:cubicBezTo>
                    <a:cubicBezTo>
                      <a:pt x="62" y="3"/>
                      <a:pt x="62" y="3"/>
                      <a:pt x="62" y="3"/>
                    </a:cubicBezTo>
                    <a:cubicBezTo>
                      <a:pt x="62" y="1"/>
                      <a:pt x="61" y="0"/>
                      <a:pt x="6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1" y="5"/>
                      <a:pt x="3" y="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7" name="Oval 81"/>
              <p:cNvSpPr>
                <a:spLocks/>
              </p:cNvSpPr>
              <p:nvPr/>
            </p:nvSpPr>
            <p:spPr bwMode="auto">
              <a:xfrm>
                <a:off x="6222611" y="2788350"/>
                <a:ext cx="32557" cy="3255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8" name="Oval 82"/>
              <p:cNvSpPr>
                <a:spLocks/>
              </p:cNvSpPr>
              <p:nvPr/>
            </p:nvSpPr>
            <p:spPr bwMode="auto">
              <a:xfrm>
                <a:off x="6227434" y="2793173"/>
                <a:ext cx="22911" cy="2291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9" name="Freeform: Shape 83"/>
              <p:cNvSpPr>
                <a:spLocks/>
              </p:cNvSpPr>
              <p:nvPr/>
            </p:nvSpPr>
            <p:spPr bwMode="auto">
              <a:xfrm>
                <a:off x="5736665" y="2017830"/>
                <a:ext cx="37380" cy="74761"/>
              </a:xfrm>
              <a:custGeom>
                <a:avLst/>
                <a:gdLst>
                  <a:gd name="T0" fmla="*/ 0 w 31"/>
                  <a:gd name="T1" fmla="*/ 62 h 62"/>
                  <a:gd name="T2" fmla="*/ 31 w 31"/>
                  <a:gd name="T3" fmla="*/ 25 h 62"/>
                  <a:gd name="T4" fmla="*/ 0 w 31"/>
                  <a:gd name="T5" fmla="*/ 0 h 62"/>
                  <a:gd name="T6" fmla="*/ 0 w 31"/>
                  <a:gd name="T7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62">
                    <a:moveTo>
                      <a:pt x="0" y="62"/>
                    </a:moveTo>
                    <a:lnTo>
                      <a:pt x="31" y="25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0" name="Freeform: Shape 84"/>
              <p:cNvSpPr>
                <a:spLocks/>
              </p:cNvSpPr>
              <p:nvPr/>
            </p:nvSpPr>
            <p:spPr bwMode="auto">
              <a:xfrm>
                <a:off x="5828307" y="2017830"/>
                <a:ext cx="36175" cy="74761"/>
              </a:xfrm>
              <a:custGeom>
                <a:avLst/>
                <a:gdLst>
                  <a:gd name="T0" fmla="*/ 30 w 30"/>
                  <a:gd name="T1" fmla="*/ 62 h 62"/>
                  <a:gd name="T2" fmla="*/ 30 w 30"/>
                  <a:gd name="T3" fmla="*/ 0 h 62"/>
                  <a:gd name="T4" fmla="*/ 0 w 30"/>
                  <a:gd name="T5" fmla="*/ 25 h 62"/>
                  <a:gd name="T6" fmla="*/ 30 w 30"/>
                  <a:gd name="T7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62">
                    <a:moveTo>
                      <a:pt x="30" y="62"/>
                    </a:moveTo>
                    <a:lnTo>
                      <a:pt x="30" y="0"/>
                    </a:lnTo>
                    <a:lnTo>
                      <a:pt x="0" y="25"/>
                    </a:lnTo>
                    <a:lnTo>
                      <a:pt x="30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1" name="Rectangle 85"/>
              <p:cNvSpPr>
                <a:spLocks/>
              </p:cNvSpPr>
              <p:nvPr/>
            </p:nvSpPr>
            <p:spPr bwMode="auto">
              <a:xfrm>
                <a:off x="5864482" y="2096208"/>
                <a:ext cx="1206" cy="12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2" name="Rectangle 86"/>
              <p:cNvSpPr>
                <a:spLocks/>
              </p:cNvSpPr>
              <p:nvPr/>
            </p:nvSpPr>
            <p:spPr bwMode="auto">
              <a:xfrm>
                <a:off x="5736665" y="2096208"/>
                <a:ext cx="1206" cy="12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3" name="Freeform: Shape 87"/>
              <p:cNvSpPr>
                <a:spLocks/>
              </p:cNvSpPr>
              <p:nvPr/>
            </p:nvSpPr>
            <p:spPr bwMode="auto">
              <a:xfrm>
                <a:off x="5739076" y="2050387"/>
                <a:ext cx="124200" cy="45821"/>
              </a:xfrm>
              <a:custGeom>
                <a:avLst/>
                <a:gdLst>
                  <a:gd name="T0" fmla="*/ 103 w 103"/>
                  <a:gd name="T1" fmla="*/ 38 h 38"/>
                  <a:gd name="T2" fmla="*/ 103 w 103"/>
                  <a:gd name="T3" fmla="*/ 38 h 38"/>
                  <a:gd name="T4" fmla="*/ 71 w 103"/>
                  <a:gd name="T5" fmla="*/ 0 h 38"/>
                  <a:gd name="T6" fmla="*/ 52 w 103"/>
                  <a:gd name="T7" fmla="*/ 15 h 38"/>
                  <a:gd name="T8" fmla="*/ 32 w 103"/>
                  <a:gd name="T9" fmla="*/ 0 h 38"/>
                  <a:gd name="T10" fmla="*/ 1 w 103"/>
                  <a:gd name="T11" fmla="*/ 38 h 38"/>
                  <a:gd name="T12" fmla="*/ 0 w 103"/>
                  <a:gd name="T13" fmla="*/ 38 h 38"/>
                  <a:gd name="T14" fmla="*/ 103 w 103"/>
                  <a:gd name="T15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3" h="38">
                    <a:moveTo>
                      <a:pt x="103" y="38"/>
                    </a:moveTo>
                    <a:lnTo>
                      <a:pt x="103" y="38"/>
                    </a:lnTo>
                    <a:lnTo>
                      <a:pt x="71" y="0"/>
                    </a:lnTo>
                    <a:lnTo>
                      <a:pt x="52" y="15"/>
                    </a:lnTo>
                    <a:lnTo>
                      <a:pt x="32" y="0"/>
                    </a:lnTo>
                    <a:lnTo>
                      <a:pt x="1" y="38"/>
                    </a:lnTo>
                    <a:lnTo>
                      <a:pt x="0" y="38"/>
                    </a:lnTo>
                    <a:lnTo>
                      <a:pt x="103" y="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4" name="Freeform: Shape 88"/>
              <p:cNvSpPr>
                <a:spLocks/>
              </p:cNvSpPr>
              <p:nvPr/>
            </p:nvSpPr>
            <p:spPr bwMode="auto">
              <a:xfrm>
                <a:off x="5740282" y="2015418"/>
                <a:ext cx="121788" cy="48233"/>
              </a:xfrm>
              <a:custGeom>
                <a:avLst/>
                <a:gdLst>
                  <a:gd name="T0" fmla="*/ 31 w 101"/>
                  <a:gd name="T1" fmla="*/ 24 h 40"/>
                  <a:gd name="T2" fmla="*/ 32 w 101"/>
                  <a:gd name="T3" fmla="*/ 25 h 40"/>
                  <a:gd name="T4" fmla="*/ 34 w 101"/>
                  <a:gd name="T5" fmla="*/ 27 h 40"/>
                  <a:gd name="T6" fmla="*/ 51 w 101"/>
                  <a:gd name="T7" fmla="*/ 40 h 40"/>
                  <a:gd name="T8" fmla="*/ 69 w 101"/>
                  <a:gd name="T9" fmla="*/ 27 h 40"/>
                  <a:gd name="T10" fmla="*/ 70 w 101"/>
                  <a:gd name="T11" fmla="*/ 25 h 40"/>
                  <a:gd name="T12" fmla="*/ 71 w 101"/>
                  <a:gd name="T13" fmla="*/ 24 h 40"/>
                  <a:gd name="T14" fmla="*/ 101 w 101"/>
                  <a:gd name="T15" fmla="*/ 0 h 40"/>
                  <a:gd name="T16" fmla="*/ 0 w 101"/>
                  <a:gd name="T17" fmla="*/ 0 h 40"/>
                  <a:gd name="T18" fmla="*/ 31 w 101"/>
                  <a:gd name="T19" fmla="*/ 2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1" h="40">
                    <a:moveTo>
                      <a:pt x="31" y="24"/>
                    </a:moveTo>
                    <a:lnTo>
                      <a:pt x="32" y="25"/>
                    </a:lnTo>
                    <a:lnTo>
                      <a:pt x="34" y="27"/>
                    </a:lnTo>
                    <a:lnTo>
                      <a:pt x="51" y="40"/>
                    </a:lnTo>
                    <a:lnTo>
                      <a:pt x="69" y="27"/>
                    </a:lnTo>
                    <a:lnTo>
                      <a:pt x="70" y="25"/>
                    </a:lnTo>
                    <a:lnTo>
                      <a:pt x="71" y="24"/>
                    </a:lnTo>
                    <a:lnTo>
                      <a:pt x="101" y="0"/>
                    </a:lnTo>
                    <a:lnTo>
                      <a:pt x="0" y="0"/>
                    </a:lnTo>
                    <a:lnTo>
                      <a:pt x="31" y="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5" name="Freeform: Shape 89"/>
              <p:cNvSpPr>
                <a:spLocks/>
              </p:cNvSpPr>
              <p:nvPr/>
            </p:nvSpPr>
            <p:spPr bwMode="auto">
              <a:xfrm>
                <a:off x="7117331" y="4260658"/>
                <a:ext cx="54262" cy="151934"/>
              </a:xfrm>
              <a:custGeom>
                <a:avLst/>
                <a:gdLst>
                  <a:gd name="T0" fmla="*/ 4 w 33"/>
                  <a:gd name="T1" fmla="*/ 11 h 94"/>
                  <a:gd name="T2" fmla="*/ 1 w 33"/>
                  <a:gd name="T3" fmla="*/ 23 h 94"/>
                  <a:gd name="T4" fmla="*/ 3 w 33"/>
                  <a:gd name="T5" fmla="*/ 32 h 94"/>
                  <a:gd name="T6" fmla="*/ 12 w 33"/>
                  <a:gd name="T7" fmla="*/ 43 h 94"/>
                  <a:gd name="T8" fmla="*/ 12 w 33"/>
                  <a:gd name="T9" fmla="*/ 94 h 94"/>
                  <a:gd name="T10" fmla="*/ 21 w 33"/>
                  <a:gd name="T11" fmla="*/ 94 h 94"/>
                  <a:gd name="T12" fmla="*/ 21 w 33"/>
                  <a:gd name="T13" fmla="*/ 43 h 94"/>
                  <a:gd name="T14" fmla="*/ 30 w 33"/>
                  <a:gd name="T15" fmla="*/ 32 h 94"/>
                  <a:gd name="T16" fmla="*/ 33 w 33"/>
                  <a:gd name="T17" fmla="*/ 23 h 94"/>
                  <a:gd name="T18" fmla="*/ 29 w 33"/>
                  <a:gd name="T19" fmla="*/ 11 h 94"/>
                  <a:gd name="T20" fmla="*/ 22 w 33"/>
                  <a:gd name="T21" fmla="*/ 0 h 94"/>
                  <a:gd name="T22" fmla="*/ 25 w 33"/>
                  <a:gd name="T23" fmla="*/ 22 h 94"/>
                  <a:gd name="T24" fmla="*/ 22 w 33"/>
                  <a:gd name="T25" fmla="*/ 22 h 94"/>
                  <a:gd name="T26" fmla="*/ 19 w 33"/>
                  <a:gd name="T27" fmla="*/ 0 h 94"/>
                  <a:gd name="T28" fmla="*/ 17 w 33"/>
                  <a:gd name="T29" fmla="*/ 0 h 94"/>
                  <a:gd name="T30" fmla="*/ 15 w 33"/>
                  <a:gd name="T31" fmla="*/ 0 h 94"/>
                  <a:gd name="T32" fmla="*/ 12 w 33"/>
                  <a:gd name="T33" fmla="*/ 22 h 94"/>
                  <a:gd name="T34" fmla="*/ 9 w 33"/>
                  <a:gd name="T35" fmla="*/ 22 h 94"/>
                  <a:gd name="T36" fmla="*/ 12 w 33"/>
                  <a:gd name="T37" fmla="*/ 0 h 94"/>
                  <a:gd name="T38" fmla="*/ 4 w 33"/>
                  <a:gd name="T39" fmla="*/ 11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" h="94">
                    <a:moveTo>
                      <a:pt x="4" y="11"/>
                    </a:moveTo>
                    <a:cubicBezTo>
                      <a:pt x="3" y="15"/>
                      <a:pt x="1" y="18"/>
                      <a:pt x="1" y="23"/>
                    </a:cubicBezTo>
                    <a:cubicBezTo>
                      <a:pt x="0" y="26"/>
                      <a:pt x="1" y="29"/>
                      <a:pt x="3" y="32"/>
                    </a:cubicBezTo>
                    <a:cubicBezTo>
                      <a:pt x="5" y="36"/>
                      <a:pt x="8" y="40"/>
                      <a:pt x="12" y="43"/>
                    </a:cubicBezTo>
                    <a:cubicBezTo>
                      <a:pt x="12" y="94"/>
                      <a:pt x="12" y="94"/>
                      <a:pt x="12" y="94"/>
                    </a:cubicBezTo>
                    <a:cubicBezTo>
                      <a:pt x="21" y="94"/>
                      <a:pt x="21" y="94"/>
                      <a:pt x="21" y="94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5" y="41"/>
                      <a:pt x="29" y="36"/>
                      <a:pt x="30" y="32"/>
                    </a:cubicBezTo>
                    <a:cubicBezTo>
                      <a:pt x="32" y="29"/>
                      <a:pt x="33" y="26"/>
                      <a:pt x="33" y="23"/>
                    </a:cubicBezTo>
                    <a:cubicBezTo>
                      <a:pt x="32" y="18"/>
                      <a:pt x="31" y="15"/>
                      <a:pt x="29" y="11"/>
                    </a:cubicBezTo>
                    <a:cubicBezTo>
                      <a:pt x="28" y="8"/>
                      <a:pt x="26" y="0"/>
                      <a:pt x="22" y="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0"/>
                      <a:pt x="5" y="8"/>
                      <a:pt x="4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6" name="Freeform: Shape 90"/>
              <p:cNvSpPr>
                <a:spLocks/>
              </p:cNvSpPr>
              <p:nvPr/>
            </p:nvSpPr>
            <p:spPr bwMode="auto">
              <a:xfrm>
                <a:off x="7187268" y="4258246"/>
                <a:ext cx="56674" cy="154345"/>
              </a:xfrm>
              <a:custGeom>
                <a:avLst/>
                <a:gdLst>
                  <a:gd name="T0" fmla="*/ 22 w 35"/>
                  <a:gd name="T1" fmla="*/ 96 h 96"/>
                  <a:gd name="T2" fmla="*/ 22 w 35"/>
                  <a:gd name="T3" fmla="*/ 46 h 96"/>
                  <a:gd name="T4" fmla="*/ 35 w 35"/>
                  <a:gd name="T5" fmla="*/ 25 h 96"/>
                  <a:gd name="T6" fmla="*/ 18 w 35"/>
                  <a:gd name="T7" fmla="*/ 0 h 96"/>
                  <a:gd name="T8" fmla="*/ 0 w 35"/>
                  <a:gd name="T9" fmla="*/ 25 h 96"/>
                  <a:gd name="T10" fmla="*/ 13 w 35"/>
                  <a:gd name="T11" fmla="*/ 45 h 96"/>
                  <a:gd name="T12" fmla="*/ 13 w 35"/>
                  <a:gd name="T13" fmla="*/ 96 h 96"/>
                  <a:gd name="T14" fmla="*/ 22 w 35"/>
                  <a:gd name="T15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96">
                    <a:moveTo>
                      <a:pt x="22" y="96"/>
                    </a:moveTo>
                    <a:cubicBezTo>
                      <a:pt x="22" y="46"/>
                      <a:pt x="22" y="46"/>
                      <a:pt x="22" y="46"/>
                    </a:cubicBezTo>
                    <a:cubicBezTo>
                      <a:pt x="29" y="43"/>
                      <a:pt x="35" y="35"/>
                      <a:pt x="35" y="25"/>
                    </a:cubicBezTo>
                    <a:cubicBezTo>
                      <a:pt x="35" y="14"/>
                      <a:pt x="27" y="0"/>
                      <a:pt x="18" y="0"/>
                    </a:cubicBezTo>
                    <a:cubicBezTo>
                      <a:pt x="8" y="0"/>
                      <a:pt x="0" y="14"/>
                      <a:pt x="0" y="25"/>
                    </a:cubicBezTo>
                    <a:cubicBezTo>
                      <a:pt x="0" y="35"/>
                      <a:pt x="6" y="43"/>
                      <a:pt x="13" y="45"/>
                    </a:cubicBezTo>
                    <a:cubicBezTo>
                      <a:pt x="13" y="96"/>
                      <a:pt x="13" y="96"/>
                      <a:pt x="13" y="96"/>
                    </a:cubicBezTo>
                    <a:lnTo>
                      <a:pt x="22" y="9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7" name="Freeform: Shape 91"/>
              <p:cNvSpPr>
                <a:spLocks/>
              </p:cNvSpPr>
              <p:nvPr/>
            </p:nvSpPr>
            <p:spPr bwMode="auto">
              <a:xfrm>
                <a:off x="5168723" y="3636042"/>
                <a:ext cx="107318" cy="225489"/>
              </a:xfrm>
              <a:custGeom>
                <a:avLst/>
                <a:gdLst>
                  <a:gd name="T0" fmla="*/ 33 w 66"/>
                  <a:gd name="T1" fmla="*/ 119 h 139"/>
                  <a:gd name="T2" fmla="*/ 65 w 66"/>
                  <a:gd name="T3" fmla="*/ 135 h 139"/>
                  <a:gd name="T4" fmla="*/ 66 w 66"/>
                  <a:gd name="T5" fmla="*/ 134 h 139"/>
                  <a:gd name="T6" fmla="*/ 66 w 66"/>
                  <a:gd name="T7" fmla="*/ 30 h 139"/>
                  <a:gd name="T8" fmla="*/ 65 w 66"/>
                  <a:gd name="T9" fmla="*/ 14 h 139"/>
                  <a:gd name="T10" fmla="*/ 33 w 66"/>
                  <a:gd name="T11" fmla="*/ 0 h 139"/>
                  <a:gd name="T12" fmla="*/ 33 w 66"/>
                  <a:gd name="T13" fmla="*/ 18 h 139"/>
                  <a:gd name="T14" fmla="*/ 56 w 66"/>
                  <a:gd name="T15" fmla="*/ 23 h 139"/>
                  <a:gd name="T16" fmla="*/ 57 w 66"/>
                  <a:gd name="T17" fmla="*/ 25 h 139"/>
                  <a:gd name="T18" fmla="*/ 55 w 66"/>
                  <a:gd name="T19" fmla="*/ 26 h 139"/>
                  <a:gd name="T20" fmla="*/ 54 w 66"/>
                  <a:gd name="T21" fmla="*/ 26 h 139"/>
                  <a:gd name="T22" fmla="*/ 50 w 66"/>
                  <a:gd name="T23" fmla="*/ 24 h 139"/>
                  <a:gd name="T24" fmla="*/ 33 w 66"/>
                  <a:gd name="T25" fmla="*/ 22 h 139"/>
                  <a:gd name="T26" fmla="*/ 33 w 66"/>
                  <a:gd name="T27" fmla="*/ 37 h 139"/>
                  <a:gd name="T28" fmla="*/ 56 w 66"/>
                  <a:gd name="T29" fmla="*/ 41 h 139"/>
                  <a:gd name="T30" fmla="*/ 57 w 66"/>
                  <a:gd name="T31" fmla="*/ 44 h 139"/>
                  <a:gd name="T32" fmla="*/ 55 w 66"/>
                  <a:gd name="T33" fmla="*/ 45 h 139"/>
                  <a:gd name="T34" fmla="*/ 54 w 66"/>
                  <a:gd name="T35" fmla="*/ 45 h 139"/>
                  <a:gd name="T36" fmla="*/ 50 w 66"/>
                  <a:gd name="T37" fmla="*/ 43 h 139"/>
                  <a:gd name="T38" fmla="*/ 33 w 66"/>
                  <a:gd name="T39" fmla="*/ 41 h 139"/>
                  <a:gd name="T40" fmla="*/ 33 w 66"/>
                  <a:gd name="T41" fmla="*/ 56 h 139"/>
                  <a:gd name="T42" fmla="*/ 56 w 66"/>
                  <a:gd name="T43" fmla="*/ 60 h 139"/>
                  <a:gd name="T44" fmla="*/ 57 w 66"/>
                  <a:gd name="T45" fmla="*/ 62 h 139"/>
                  <a:gd name="T46" fmla="*/ 55 w 66"/>
                  <a:gd name="T47" fmla="*/ 64 h 139"/>
                  <a:gd name="T48" fmla="*/ 54 w 66"/>
                  <a:gd name="T49" fmla="*/ 63 h 139"/>
                  <a:gd name="T50" fmla="*/ 50 w 66"/>
                  <a:gd name="T51" fmla="*/ 62 h 139"/>
                  <a:gd name="T52" fmla="*/ 33 w 66"/>
                  <a:gd name="T53" fmla="*/ 60 h 139"/>
                  <a:gd name="T54" fmla="*/ 33 w 66"/>
                  <a:gd name="T55" fmla="*/ 119 h 139"/>
                  <a:gd name="T56" fmla="*/ 1 w 66"/>
                  <a:gd name="T57" fmla="*/ 135 h 139"/>
                  <a:gd name="T58" fmla="*/ 33 w 66"/>
                  <a:gd name="T59" fmla="*/ 119 h 139"/>
                  <a:gd name="T60" fmla="*/ 33 w 66"/>
                  <a:gd name="T61" fmla="*/ 60 h 139"/>
                  <a:gd name="T62" fmla="*/ 17 w 66"/>
                  <a:gd name="T63" fmla="*/ 62 h 139"/>
                  <a:gd name="T64" fmla="*/ 12 w 66"/>
                  <a:gd name="T65" fmla="*/ 63 h 139"/>
                  <a:gd name="T66" fmla="*/ 10 w 66"/>
                  <a:gd name="T67" fmla="*/ 62 h 139"/>
                  <a:gd name="T68" fmla="*/ 11 w 66"/>
                  <a:gd name="T69" fmla="*/ 60 h 139"/>
                  <a:gd name="T70" fmla="*/ 11 w 66"/>
                  <a:gd name="T71" fmla="*/ 60 h 139"/>
                  <a:gd name="T72" fmla="*/ 33 w 66"/>
                  <a:gd name="T73" fmla="*/ 56 h 139"/>
                  <a:gd name="T74" fmla="*/ 33 w 66"/>
                  <a:gd name="T75" fmla="*/ 41 h 139"/>
                  <a:gd name="T76" fmla="*/ 17 w 66"/>
                  <a:gd name="T77" fmla="*/ 43 h 139"/>
                  <a:gd name="T78" fmla="*/ 12 w 66"/>
                  <a:gd name="T79" fmla="*/ 45 h 139"/>
                  <a:gd name="T80" fmla="*/ 10 w 66"/>
                  <a:gd name="T81" fmla="*/ 44 h 139"/>
                  <a:gd name="T82" fmla="*/ 11 w 66"/>
                  <a:gd name="T83" fmla="*/ 41 h 139"/>
                  <a:gd name="T84" fmla="*/ 11 w 66"/>
                  <a:gd name="T85" fmla="*/ 41 h 139"/>
                  <a:gd name="T86" fmla="*/ 33 w 66"/>
                  <a:gd name="T87" fmla="*/ 37 h 139"/>
                  <a:gd name="T88" fmla="*/ 33 w 66"/>
                  <a:gd name="T89" fmla="*/ 22 h 139"/>
                  <a:gd name="T90" fmla="*/ 17 w 66"/>
                  <a:gd name="T91" fmla="*/ 24 h 139"/>
                  <a:gd name="T92" fmla="*/ 12 w 66"/>
                  <a:gd name="T93" fmla="*/ 26 h 139"/>
                  <a:gd name="T94" fmla="*/ 10 w 66"/>
                  <a:gd name="T95" fmla="*/ 25 h 139"/>
                  <a:gd name="T96" fmla="*/ 11 w 66"/>
                  <a:gd name="T97" fmla="*/ 23 h 139"/>
                  <a:gd name="T98" fmla="*/ 11 w 66"/>
                  <a:gd name="T99" fmla="*/ 23 h 139"/>
                  <a:gd name="T100" fmla="*/ 33 w 66"/>
                  <a:gd name="T101" fmla="*/ 18 h 139"/>
                  <a:gd name="T102" fmla="*/ 33 w 66"/>
                  <a:gd name="T103" fmla="*/ 0 h 139"/>
                  <a:gd name="T104" fmla="*/ 2 w 66"/>
                  <a:gd name="T105" fmla="*/ 14 h 139"/>
                  <a:gd name="T106" fmla="*/ 0 w 66"/>
                  <a:gd name="T107" fmla="*/ 30 h 139"/>
                  <a:gd name="T108" fmla="*/ 0 w 66"/>
                  <a:gd name="T109" fmla="*/ 134 h 139"/>
                  <a:gd name="T110" fmla="*/ 1 w 66"/>
                  <a:gd name="T111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6" h="139">
                    <a:moveTo>
                      <a:pt x="33" y="119"/>
                    </a:moveTo>
                    <a:cubicBezTo>
                      <a:pt x="49" y="119"/>
                      <a:pt x="61" y="123"/>
                      <a:pt x="65" y="135"/>
                    </a:cubicBezTo>
                    <a:cubicBezTo>
                      <a:pt x="66" y="139"/>
                      <a:pt x="66" y="139"/>
                      <a:pt x="66" y="134"/>
                    </a:cubicBezTo>
                    <a:cubicBezTo>
                      <a:pt x="66" y="113"/>
                      <a:pt x="66" y="51"/>
                      <a:pt x="66" y="30"/>
                    </a:cubicBezTo>
                    <a:cubicBezTo>
                      <a:pt x="66" y="25"/>
                      <a:pt x="66" y="18"/>
                      <a:pt x="65" y="14"/>
                    </a:cubicBezTo>
                    <a:cubicBezTo>
                      <a:pt x="61" y="3"/>
                      <a:pt x="48" y="0"/>
                      <a:pt x="33" y="0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43" y="18"/>
                      <a:pt x="50" y="20"/>
                      <a:pt x="56" y="23"/>
                    </a:cubicBezTo>
                    <a:cubicBezTo>
                      <a:pt x="57" y="23"/>
                      <a:pt x="57" y="24"/>
                      <a:pt x="57" y="25"/>
                    </a:cubicBezTo>
                    <a:cubicBezTo>
                      <a:pt x="56" y="26"/>
                      <a:pt x="56" y="26"/>
                      <a:pt x="55" y="26"/>
                    </a:cubicBezTo>
                    <a:cubicBezTo>
                      <a:pt x="55" y="26"/>
                      <a:pt x="54" y="26"/>
                      <a:pt x="54" y="26"/>
                    </a:cubicBezTo>
                    <a:cubicBezTo>
                      <a:pt x="53" y="25"/>
                      <a:pt x="51" y="25"/>
                      <a:pt x="50" y="24"/>
                    </a:cubicBezTo>
                    <a:cubicBezTo>
                      <a:pt x="45" y="23"/>
                      <a:pt x="40" y="22"/>
                      <a:pt x="33" y="22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43" y="37"/>
                      <a:pt x="50" y="38"/>
                      <a:pt x="56" y="41"/>
                    </a:cubicBezTo>
                    <a:cubicBezTo>
                      <a:pt x="57" y="42"/>
                      <a:pt x="57" y="43"/>
                      <a:pt x="57" y="44"/>
                    </a:cubicBezTo>
                    <a:cubicBezTo>
                      <a:pt x="56" y="44"/>
                      <a:pt x="56" y="45"/>
                      <a:pt x="55" y="45"/>
                    </a:cubicBezTo>
                    <a:cubicBezTo>
                      <a:pt x="55" y="45"/>
                      <a:pt x="54" y="45"/>
                      <a:pt x="54" y="45"/>
                    </a:cubicBezTo>
                    <a:cubicBezTo>
                      <a:pt x="53" y="44"/>
                      <a:pt x="51" y="43"/>
                      <a:pt x="50" y="43"/>
                    </a:cubicBezTo>
                    <a:cubicBezTo>
                      <a:pt x="45" y="42"/>
                      <a:pt x="40" y="41"/>
                      <a:pt x="33" y="41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43" y="56"/>
                      <a:pt x="50" y="57"/>
                      <a:pt x="56" y="60"/>
                    </a:cubicBezTo>
                    <a:cubicBezTo>
                      <a:pt x="57" y="60"/>
                      <a:pt x="57" y="62"/>
                      <a:pt x="57" y="62"/>
                    </a:cubicBezTo>
                    <a:cubicBezTo>
                      <a:pt x="56" y="63"/>
                      <a:pt x="56" y="64"/>
                      <a:pt x="55" y="64"/>
                    </a:cubicBezTo>
                    <a:cubicBezTo>
                      <a:pt x="55" y="64"/>
                      <a:pt x="54" y="64"/>
                      <a:pt x="54" y="63"/>
                    </a:cubicBezTo>
                    <a:cubicBezTo>
                      <a:pt x="53" y="63"/>
                      <a:pt x="51" y="62"/>
                      <a:pt x="50" y="62"/>
                    </a:cubicBezTo>
                    <a:cubicBezTo>
                      <a:pt x="45" y="60"/>
                      <a:pt x="40" y="60"/>
                      <a:pt x="33" y="60"/>
                    </a:cubicBezTo>
                    <a:lnTo>
                      <a:pt x="33" y="119"/>
                    </a:lnTo>
                    <a:close/>
                    <a:moveTo>
                      <a:pt x="1" y="135"/>
                    </a:moveTo>
                    <a:cubicBezTo>
                      <a:pt x="5" y="123"/>
                      <a:pt x="18" y="119"/>
                      <a:pt x="33" y="119"/>
                    </a:cubicBezTo>
                    <a:cubicBezTo>
                      <a:pt x="33" y="60"/>
                      <a:pt x="33" y="60"/>
                      <a:pt x="33" y="60"/>
                    </a:cubicBezTo>
                    <a:cubicBezTo>
                      <a:pt x="27" y="60"/>
                      <a:pt x="21" y="60"/>
                      <a:pt x="17" y="62"/>
                    </a:cubicBezTo>
                    <a:cubicBezTo>
                      <a:pt x="15" y="62"/>
                      <a:pt x="14" y="63"/>
                      <a:pt x="12" y="63"/>
                    </a:cubicBezTo>
                    <a:cubicBezTo>
                      <a:pt x="11" y="64"/>
                      <a:pt x="10" y="63"/>
                      <a:pt x="10" y="62"/>
                    </a:cubicBezTo>
                    <a:cubicBezTo>
                      <a:pt x="9" y="62"/>
                      <a:pt x="10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6" y="57"/>
                      <a:pt x="24" y="56"/>
                      <a:pt x="33" y="56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27" y="41"/>
                      <a:pt x="21" y="42"/>
                      <a:pt x="17" y="43"/>
                    </a:cubicBezTo>
                    <a:cubicBezTo>
                      <a:pt x="15" y="43"/>
                      <a:pt x="14" y="44"/>
                      <a:pt x="12" y="45"/>
                    </a:cubicBezTo>
                    <a:cubicBezTo>
                      <a:pt x="11" y="45"/>
                      <a:pt x="10" y="45"/>
                      <a:pt x="10" y="44"/>
                    </a:cubicBezTo>
                    <a:cubicBezTo>
                      <a:pt x="9" y="43"/>
                      <a:pt x="10" y="42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6" y="38"/>
                      <a:pt x="24" y="37"/>
                      <a:pt x="33" y="37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27" y="22"/>
                      <a:pt x="21" y="23"/>
                      <a:pt x="17" y="24"/>
                    </a:cubicBezTo>
                    <a:cubicBezTo>
                      <a:pt x="15" y="25"/>
                      <a:pt x="14" y="25"/>
                      <a:pt x="12" y="26"/>
                    </a:cubicBezTo>
                    <a:cubicBezTo>
                      <a:pt x="11" y="26"/>
                      <a:pt x="10" y="26"/>
                      <a:pt x="10" y="25"/>
                    </a:cubicBezTo>
                    <a:cubicBezTo>
                      <a:pt x="9" y="24"/>
                      <a:pt x="10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6" y="20"/>
                      <a:pt x="24" y="18"/>
                      <a:pt x="33" y="18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18" y="0"/>
                      <a:pt x="6" y="3"/>
                      <a:pt x="2" y="14"/>
                    </a:cubicBezTo>
                    <a:cubicBezTo>
                      <a:pt x="0" y="18"/>
                      <a:pt x="0" y="25"/>
                      <a:pt x="0" y="30"/>
                    </a:cubicBezTo>
                    <a:cubicBezTo>
                      <a:pt x="0" y="51"/>
                      <a:pt x="0" y="113"/>
                      <a:pt x="0" y="134"/>
                    </a:cubicBezTo>
                    <a:cubicBezTo>
                      <a:pt x="0" y="139"/>
                      <a:pt x="0" y="139"/>
                      <a:pt x="1" y="1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8" name="Freeform: Shape 92"/>
              <p:cNvSpPr>
                <a:spLocks/>
              </p:cNvSpPr>
              <p:nvPr/>
            </p:nvSpPr>
            <p:spPr bwMode="auto">
              <a:xfrm>
                <a:off x="5285687" y="3636042"/>
                <a:ext cx="106112" cy="225489"/>
              </a:xfrm>
              <a:custGeom>
                <a:avLst/>
                <a:gdLst>
                  <a:gd name="T0" fmla="*/ 66 w 66"/>
                  <a:gd name="T1" fmla="*/ 134 h 139"/>
                  <a:gd name="T2" fmla="*/ 65 w 66"/>
                  <a:gd name="T3" fmla="*/ 14 h 139"/>
                  <a:gd name="T4" fmla="*/ 33 w 66"/>
                  <a:gd name="T5" fmla="*/ 18 h 139"/>
                  <a:gd name="T6" fmla="*/ 57 w 66"/>
                  <a:gd name="T7" fmla="*/ 25 h 139"/>
                  <a:gd name="T8" fmla="*/ 55 w 66"/>
                  <a:gd name="T9" fmla="*/ 26 h 139"/>
                  <a:gd name="T10" fmla="*/ 50 w 66"/>
                  <a:gd name="T11" fmla="*/ 24 h 139"/>
                  <a:gd name="T12" fmla="*/ 33 w 66"/>
                  <a:gd name="T13" fmla="*/ 37 h 139"/>
                  <a:gd name="T14" fmla="*/ 57 w 66"/>
                  <a:gd name="T15" fmla="*/ 44 h 139"/>
                  <a:gd name="T16" fmla="*/ 55 w 66"/>
                  <a:gd name="T17" fmla="*/ 45 h 139"/>
                  <a:gd name="T18" fmla="*/ 50 w 66"/>
                  <a:gd name="T19" fmla="*/ 43 h 139"/>
                  <a:gd name="T20" fmla="*/ 33 w 66"/>
                  <a:gd name="T21" fmla="*/ 56 h 139"/>
                  <a:gd name="T22" fmla="*/ 57 w 66"/>
                  <a:gd name="T23" fmla="*/ 62 h 139"/>
                  <a:gd name="T24" fmla="*/ 55 w 66"/>
                  <a:gd name="T25" fmla="*/ 64 h 139"/>
                  <a:gd name="T26" fmla="*/ 50 w 66"/>
                  <a:gd name="T27" fmla="*/ 62 h 139"/>
                  <a:gd name="T28" fmla="*/ 33 w 66"/>
                  <a:gd name="T29" fmla="*/ 119 h 139"/>
                  <a:gd name="T30" fmla="*/ 65 w 66"/>
                  <a:gd name="T31" fmla="*/ 135 h 139"/>
                  <a:gd name="T32" fmla="*/ 33 w 66"/>
                  <a:gd name="T33" fmla="*/ 0 h 139"/>
                  <a:gd name="T34" fmla="*/ 0 w 66"/>
                  <a:gd name="T35" fmla="*/ 30 h 139"/>
                  <a:gd name="T36" fmla="*/ 1 w 66"/>
                  <a:gd name="T37" fmla="*/ 135 h 139"/>
                  <a:gd name="T38" fmla="*/ 33 w 66"/>
                  <a:gd name="T39" fmla="*/ 60 h 139"/>
                  <a:gd name="T40" fmla="*/ 17 w 66"/>
                  <a:gd name="T41" fmla="*/ 62 h 139"/>
                  <a:gd name="T42" fmla="*/ 10 w 66"/>
                  <a:gd name="T43" fmla="*/ 62 h 139"/>
                  <a:gd name="T44" fmla="*/ 33 w 66"/>
                  <a:gd name="T45" fmla="*/ 56 h 139"/>
                  <a:gd name="T46" fmla="*/ 33 w 66"/>
                  <a:gd name="T47" fmla="*/ 41 h 139"/>
                  <a:gd name="T48" fmla="*/ 17 w 66"/>
                  <a:gd name="T49" fmla="*/ 43 h 139"/>
                  <a:gd name="T50" fmla="*/ 10 w 66"/>
                  <a:gd name="T51" fmla="*/ 44 h 139"/>
                  <a:gd name="T52" fmla="*/ 33 w 66"/>
                  <a:gd name="T53" fmla="*/ 37 h 139"/>
                  <a:gd name="T54" fmla="*/ 33 w 66"/>
                  <a:gd name="T55" fmla="*/ 22 h 139"/>
                  <a:gd name="T56" fmla="*/ 17 w 66"/>
                  <a:gd name="T57" fmla="*/ 24 h 139"/>
                  <a:gd name="T58" fmla="*/ 10 w 66"/>
                  <a:gd name="T59" fmla="*/ 25 h 139"/>
                  <a:gd name="T60" fmla="*/ 33 w 66"/>
                  <a:gd name="T61" fmla="*/ 18 h 139"/>
                  <a:gd name="T62" fmla="*/ 33 w 66"/>
                  <a:gd name="T6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6" h="139">
                    <a:moveTo>
                      <a:pt x="65" y="135"/>
                    </a:moveTo>
                    <a:cubicBezTo>
                      <a:pt x="66" y="139"/>
                      <a:pt x="66" y="139"/>
                      <a:pt x="66" y="134"/>
                    </a:cubicBezTo>
                    <a:cubicBezTo>
                      <a:pt x="66" y="113"/>
                      <a:pt x="66" y="51"/>
                      <a:pt x="66" y="30"/>
                    </a:cubicBezTo>
                    <a:cubicBezTo>
                      <a:pt x="66" y="25"/>
                      <a:pt x="66" y="18"/>
                      <a:pt x="65" y="14"/>
                    </a:cubicBezTo>
                    <a:cubicBezTo>
                      <a:pt x="61" y="3"/>
                      <a:pt x="48" y="0"/>
                      <a:pt x="33" y="0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43" y="18"/>
                      <a:pt x="50" y="20"/>
                      <a:pt x="56" y="23"/>
                    </a:cubicBezTo>
                    <a:cubicBezTo>
                      <a:pt x="57" y="23"/>
                      <a:pt x="57" y="24"/>
                      <a:pt x="57" y="25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6" y="26"/>
                      <a:pt x="56" y="26"/>
                      <a:pt x="55" y="26"/>
                    </a:cubicBezTo>
                    <a:cubicBezTo>
                      <a:pt x="55" y="26"/>
                      <a:pt x="54" y="26"/>
                      <a:pt x="54" y="26"/>
                    </a:cubicBezTo>
                    <a:cubicBezTo>
                      <a:pt x="53" y="25"/>
                      <a:pt x="51" y="25"/>
                      <a:pt x="50" y="24"/>
                    </a:cubicBezTo>
                    <a:cubicBezTo>
                      <a:pt x="45" y="23"/>
                      <a:pt x="40" y="22"/>
                      <a:pt x="33" y="22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43" y="37"/>
                      <a:pt x="50" y="38"/>
                      <a:pt x="56" y="41"/>
                    </a:cubicBezTo>
                    <a:cubicBezTo>
                      <a:pt x="57" y="42"/>
                      <a:pt x="57" y="43"/>
                      <a:pt x="57" y="44"/>
                    </a:cubicBezTo>
                    <a:cubicBezTo>
                      <a:pt x="57" y="44"/>
                      <a:pt x="57" y="44"/>
                      <a:pt x="57" y="44"/>
                    </a:cubicBezTo>
                    <a:cubicBezTo>
                      <a:pt x="56" y="44"/>
                      <a:pt x="56" y="45"/>
                      <a:pt x="55" y="45"/>
                    </a:cubicBezTo>
                    <a:cubicBezTo>
                      <a:pt x="55" y="45"/>
                      <a:pt x="54" y="45"/>
                      <a:pt x="54" y="45"/>
                    </a:cubicBezTo>
                    <a:cubicBezTo>
                      <a:pt x="53" y="44"/>
                      <a:pt x="51" y="43"/>
                      <a:pt x="50" y="43"/>
                    </a:cubicBezTo>
                    <a:cubicBezTo>
                      <a:pt x="45" y="42"/>
                      <a:pt x="40" y="41"/>
                      <a:pt x="33" y="41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43" y="56"/>
                      <a:pt x="50" y="57"/>
                      <a:pt x="56" y="60"/>
                    </a:cubicBezTo>
                    <a:cubicBezTo>
                      <a:pt x="57" y="60"/>
                      <a:pt x="57" y="62"/>
                      <a:pt x="57" y="62"/>
                    </a:cubicBezTo>
                    <a:cubicBezTo>
                      <a:pt x="57" y="62"/>
                      <a:pt x="57" y="62"/>
                      <a:pt x="57" y="62"/>
                    </a:cubicBezTo>
                    <a:cubicBezTo>
                      <a:pt x="56" y="63"/>
                      <a:pt x="56" y="64"/>
                      <a:pt x="55" y="64"/>
                    </a:cubicBezTo>
                    <a:cubicBezTo>
                      <a:pt x="55" y="64"/>
                      <a:pt x="54" y="64"/>
                      <a:pt x="54" y="63"/>
                    </a:cubicBezTo>
                    <a:cubicBezTo>
                      <a:pt x="53" y="63"/>
                      <a:pt x="51" y="62"/>
                      <a:pt x="50" y="62"/>
                    </a:cubicBezTo>
                    <a:cubicBezTo>
                      <a:pt x="45" y="60"/>
                      <a:pt x="40" y="60"/>
                      <a:pt x="33" y="60"/>
                    </a:cubicBezTo>
                    <a:cubicBezTo>
                      <a:pt x="33" y="119"/>
                      <a:pt x="33" y="119"/>
                      <a:pt x="33" y="119"/>
                    </a:cubicBezTo>
                    <a:cubicBezTo>
                      <a:pt x="33" y="119"/>
                      <a:pt x="33" y="119"/>
                      <a:pt x="33" y="119"/>
                    </a:cubicBezTo>
                    <a:cubicBezTo>
                      <a:pt x="48" y="119"/>
                      <a:pt x="61" y="123"/>
                      <a:pt x="65" y="135"/>
                    </a:cubicBezTo>
                    <a:close/>
                    <a:moveTo>
                      <a:pt x="33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8" y="0"/>
                      <a:pt x="5" y="3"/>
                      <a:pt x="2" y="14"/>
                    </a:cubicBezTo>
                    <a:cubicBezTo>
                      <a:pt x="0" y="18"/>
                      <a:pt x="0" y="25"/>
                      <a:pt x="0" y="30"/>
                    </a:cubicBezTo>
                    <a:cubicBezTo>
                      <a:pt x="0" y="51"/>
                      <a:pt x="0" y="113"/>
                      <a:pt x="0" y="134"/>
                    </a:cubicBezTo>
                    <a:cubicBezTo>
                      <a:pt x="0" y="139"/>
                      <a:pt x="0" y="139"/>
                      <a:pt x="1" y="135"/>
                    </a:cubicBezTo>
                    <a:cubicBezTo>
                      <a:pt x="5" y="123"/>
                      <a:pt x="18" y="119"/>
                      <a:pt x="33" y="119"/>
                    </a:cubicBezTo>
                    <a:cubicBezTo>
                      <a:pt x="33" y="60"/>
                      <a:pt x="33" y="60"/>
                      <a:pt x="33" y="60"/>
                    </a:cubicBezTo>
                    <a:cubicBezTo>
                      <a:pt x="33" y="60"/>
                      <a:pt x="33" y="60"/>
                      <a:pt x="33" y="60"/>
                    </a:cubicBezTo>
                    <a:cubicBezTo>
                      <a:pt x="26" y="60"/>
                      <a:pt x="21" y="60"/>
                      <a:pt x="17" y="62"/>
                    </a:cubicBezTo>
                    <a:cubicBezTo>
                      <a:pt x="15" y="62"/>
                      <a:pt x="14" y="63"/>
                      <a:pt x="12" y="63"/>
                    </a:cubicBezTo>
                    <a:cubicBezTo>
                      <a:pt x="11" y="64"/>
                      <a:pt x="10" y="63"/>
                      <a:pt x="10" y="62"/>
                    </a:cubicBezTo>
                    <a:cubicBezTo>
                      <a:pt x="9" y="62"/>
                      <a:pt x="10" y="60"/>
                      <a:pt x="10" y="60"/>
                    </a:cubicBezTo>
                    <a:cubicBezTo>
                      <a:pt x="16" y="57"/>
                      <a:pt x="23" y="56"/>
                      <a:pt x="33" y="56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26" y="41"/>
                      <a:pt x="21" y="42"/>
                      <a:pt x="17" y="43"/>
                    </a:cubicBezTo>
                    <a:cubicBezTo>
                      <a:pt x="15" y="43"/>
                      <a:pt x="14" y="44"/>
                      <a:pt x="12" y="45"/>
                    </a:cubicBezTo>
                    <a:cubicBezTo>
                      <a:pt x="11" y="45"/>
                      <a:pt x="10" y="45"/>
                      <a:pt x="10" y="44"/>
                    </a:cubicBezTo>
                    <a:cubicBezTo>
                      <a:pt x="9" y="43"/>
                      <a:pt x="10" y="42"/>
                      <a:pt x="10" y="41"/>
                    </a:cubicBezTo>
                    <a:cubicBezTo>
                      <a:pt x="16" y="38"/>
                      <a:pt x="23" y="37"/>
                      <a:pt x="33" y="37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26" y="22"/>
                      <a:pt x="21" y="23"/>
                      <a:pt x="17" y="24"/>
                    </a:cubicBezTo>
                    <a:cubicBezTo>
                      <a:pt x="15" y="25"/>
                      <a:pt x="14" y="25"/>
                      <a:pt x="12" y="26"/>
                    </a:cubicBezTo>
                    <a:cubicBezTo>
                      <a:pt x="11" y="26"/>
                      <a:pt x="10" y="26"/>
                      <a:pt x="10" y="25"/>
                    </a:cubicBezTo>
                    <a:cubicBezTo>
                      <a:pt x="9" y="24"/>
                      <a:pt x="10" y="23"/>
                      <a:pt x="10" y="23"/>
                    </a:cubicBezTo>
                    <a:cubicBezTo>
                      <a:pt x="16" y="20"/>
                      <a:pt x="2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9" name="Freeform: Shape 93"/>
              <p:cNvSpPr>
                <a:spLocks/>
              </p:cNvSpPr>
              <p:nvPr/>
            </p:nvSpPr>
            <p:spPr bwMode="auto">
              <a:xfrm>
                <a:off x="4837122" y="4251011"/>
                <a:ext cx="166403" cy="166403"/>
              </a:xfrm>
              <a:custGeom>
                <a:avLst/>
                <a:gdLst>
                  <a:gd name="T0" fmla="*/ 78 w 103"/>
                  <a:gd name="T1" fmla="*/ 96 h 103"/>
                  <a:gd name="T2" fmla="*/ 97 w 103"/>
                  <a:gd name="T3" fmla="*/ 77 h 103"/>
                  <a:gd name="T4" fmla="*/ 102 w 103"/>
                  <a:gd name="T5" fmla="*/ 62 h 103"/>
                  <a:gd name="T6" fmla="*/ 102 w 103"/>
                  <a:gd name="T7" fmla="*/ 41 h 103"/>
                  <a:gd name="T8" fmla="*/ 97 w 103"/>
                  <a:gd name="T9" fmla="*/ 26 h 103"/>
                  <a:gd name="T10" fmla="*/ 78 w 103"/>
                  <a:gd name="T11" fmla="*/ 7 h 103"/>
                  <a:gd name="T12" fmla="*/ 71 w 103"/>
                  <a:gd name="T13" fmla="*/ 4 h 103"/>
                  <a:gd name="T14" fmla="*/ 55 w 103"/>
                  <a:gd name="T15" fmla="*/ 0 h 103"/>
                  <a:gd name="T16" fmla="*/ 58 w 103"/>
                  <a:gd name="T17" fmla="*/ 5 h 103"/>
                  <a:gd name="T18" fmla="*/ 64 w 103"/>
                  <a:gd name="T19" fmla="*/ 6 h 103"/>
                  <a:gd name="T20" fmla="*/ 70 w 103"/>
                  <a:gd name="T21" fmla="*/ 7 h 103"/>
                  <a:gd name="T22" fmla="*/ 68 w 103"/>
                  <a:gd name="T23" fmla="*/ 8 h 103"/>
                  <a:gd name="T24" fmla="*/ 60 w 103"/>
                  <a:gd name="T25" fmla="*/ 11 h 103"/>
                  <a:gd name="T26" fmla="*/ 61 w 103"/>
                  <a:gd name="T27" fmla="*/ 17 h 103"/>
                  <a:gd name="T28" fmla="*/ 66 w 103"/>
                  <a:gd name="T29" fmla="*/ 20 h 103"/>
                  <a:gd name="T30" fmla="*/ 73 w 103"/>
                  <a:gd name="T31" fmla="*/ 11 h 103"/>
                  <a:gd name="T32" fmla="*/ 79 w 103"/>
                  <a:gd name="T33" fmla="*/ 12 h 103"/>
                  <a:gd name="T34" fmla="*/ 83 w 103"/>
                  <a:gd name="T35" fmla="*/ 14 h 103"/>
                  <a:gd name="T36" fmla="*/ 85 w 103"/>
                  <a:gd name="T37" fmla="*/ 22 h 103"/>
                  <a:gd name="T38" fmla="*/ 84 w 103"/>
                  <a:gd name="T39" fmla="*/ 25 h 103"/>
                  <a:gd name="T40" fmla="*/ 81 w 103"/>
                  <a:gd name="T41" fmla="*/ 22 h 103"/>
                  <a:gd name="T42" fmla="*/ 75 w 103"/>
                  <a:gd name="T43" fmla="*/ 23 h 103"/>
                  <a:gd name="T44" fmla="*/ 79 w 103"/>
                  <a:gd name="T45" fmla="*/ 26 h 103"/>
                  <a:gd name="T46" fmla="*/ 68 w 103"/>
                  <a:gd name="T47" fmla="*/ 30 h 103"/>
                  <a:gd name="T48" fmla="*/ 63 w 103"/>
                  <a:gd name="T49" fmla="*/ 34 h 103"/>
                  <a:gd name="T50" fmla="*/ 56 w 103"/>
                  <a:gd name="T51" fmla="*/ 40 h 103"/>
                  <a:gd name="T52" fmla="*/ 60 w 103"/>
                  <a:gd name="T53" fmla="*/ 61 h 103"/>
                  <a:gd name="T54" fmla="*/ 66 w 103"/>
                  <a:gd name="T55" fmla="*/ 63 h 103"/>
                  <a:gd name="T56" fmla="*/ 71 w 103"/>
                  <a:gd name="T57" fmla="*/ 65 h 103"/>
                  <a:gd name="T58" fmla="*/ 81 w 103"/>
                  <a:gd name="T59" fmla="*/ 70 h 103"/>
                  <a:gd name="T60" fmla="*/ 86 w 103"/>
                  <a:gd name="T61" fmla="*/ 75 h 103"/>
                  <a:gd name="T62" fmla="*/ 93 w 103"/>
                  <a:gd name="T63" fmla="*/ 77 h 103"/>
                  <a:gd name="T64" fmla="*/ 59 w 103"/>
                  <a:gd name="T65" fmla="*/ 90 h 103"/>
                  <a:gd name="T66" fmla="*/ 1 w 103"/>
                  <a:gd name="T67" fmla="*/ 44 h 103"/>
                  <a:gd name="T68" fmla="*/ 2 w 103"/>
                  <a:gd name="T69" fmla="*/ 65 h 103"/>
                  <a:gd name="T70" fmla="*/ 11 w 103"/>
                  <a:gd name="T71" fmla="*/ 84 h 103"/>
                  <a:gd name="T72" fmla="*/ 33 w 103"/>
                  <a:gd name="T73" fmla="*/ 100 h 103"/>
                  <a:gd name="T74" fmla="*/ 53 w 103"/>
                  <a:gd name="T75" fmla="*/ 82 h 103"/>
                  <a:gd name="T76" fmla="*/ 51 w 103"/>
                  <a:gd name="T77" fmla="*/ 74 h 103"/>
                  <a:gd name="T78" fmla="*/ 54 w 103"/>
                  <a:gd name="T79" fmla="*/ 66 h 103"/>
                  <a:gd name="T80" fmla="*/ 47 w 103"/>
                  <a:gd name="T81" fmla="*/ 64 h 103"/>
                  <a:gd name="T82" fmla="*/ 41 w 103"/>
                  <a:gd name="T83" fmla="*/ 59 h 103"/>
                  <a:gd name="T84" fmla="*/ 30 w 103"/>
                  <a:gd name="T85" fmla="*/ 55 h 103"/>
                  <a:gd name="T86" fmla="*/ 25 w 103"/>
                  <a:gd name="T87" fmla="*/ 46 h 103"/>
                  <a:gd name="T88" fmla="*/ 23 w 103"/>
                  <a:gd name="T89" fmla="*/ 45 h 103"/>
                  <a:gd name="T90" fmla="*/ 23 w 103"/>
                  <a:gd name="T91" fmla="*/ 47 h 103"/>
                  <a:gd name="T92" fmla="*/ 19 w 103"/>
                  <a:gd name="T93" fmla="*/ 39 h 103"/>
                  <a:gd name="T94" fmla="*/ 19 w 103"/>
                  <a:gd name="T95" fmla="*/ 30 h 103"/>
                  <a:gd name="T96" fmla="*/ 23 w 103"/>
                  <a:gd name="T97" fmla="*/ 21 h 103"/>
                  <a:gd name="T98" fmla="*/ 22 w 103"/>
                  <a:gd name="T99" fmla="*/ 15 h 103"/>
                  <a:gd name="T100" fmla="*/ 47 w 103"/>
                  <a:gd name="T101" fmla="*/ 4 h 103"/>
                  <a:gd name="T102" fmla="*/ 55 w 103"/>
                  <a:gd name="T103" fmla="*/ 0 h 103"/>
                  <a:gd name="T104" fmla="*/ 32 w 103"/>
                  <a:gd name="T105" fmla="*/ 4 h 103"/>
                  <a:gd name="T106" fmla="*/ 15 w 103"/>
                  <a:gd name="T107" fmla="*/ 15 h 103"/>
                  <a:gd name="T108" fmla="*/ 4 w 103"/>
                  <a:gd name="T109" fmla="*/ 33 h 103"/>
                  <a:gd name="T110" fmla="*/ 55 w 103"/>
                  <a:gd name="T111" fmla="*/ 65 h 103"/>
                  <a:gd name="T112" fmla="*/ 48 w 103"/>
                  <a:gd name="T113" fmla="*/ 57 h 103"/>
                  <a:gd name="T114" fmla="*/ 46 w 103"/>
                  <a:gd name="T115" fmla="*/ 53 h 103"/>
                  <a:gd name="T116" fmla="*/ 37 w 103"/>
                  <a:gd name="T117" fmla="*/ 54 h 103"/>
                  <a:gd name="T118" fmla="*/ 42 w 103"/>
                  <a:gd name="T119" fmla="*/ 43 h 103"/>
                  <a:gd name="T120" fmla="*/ 51 w 103"/>
                  <a:gd name="T121" fmla="*/ 43 h 103"/>
                  <a:gd name="T122" fmla="*/ 54 w 103"/>
                  <a:gd name="T123" fmla="*/ 4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03" h="103">
                    <a:moveTo>
                      <a:pt x="55" y="103"/>
                    </a:moveTo>
                    <a:cubicBezTo>
                      <a:pt x="58" y="103"/>
                      <a:pt x="61" y="103"/>
                      <a:pt x="63" y="102"/>
                    </a:cubicBezTo>
                    <a:cubicBezTo>
                      <a:pt x="65" y="102"/>
                      <a:pt x="67" y="101"/>
                      <a:pt x="68" y="101"/>
                    </a:cubicBezTo>
                    <a:cubicBezTo>
                      <a:pt x="69" y="100"/>
                      <a:pt x="70" y="100"/>
                      <a:pt x="71" y="100"/>
                    </a:cubicBezTo>
                    <a:cubicBezTo>
                      <a:pt x="72" y="99"/>
                      <a:pt x="74" y="98"/>
                      <a:pt x="75" y="98"/>
                    </a:cubicBezTo>
                    <a:cubicBezTo>
                      <a:pt x="76" y="97"/>
                      <a:pt x="77" y="97"/>
                      <a:pt x="78" y="96"/>
                    </a:cubicBezTo>
                    <a:cubicBezTo>
                      <a:pt x="81" y="95"/>
                      <a:pt x="84" y="92"/>
                      <a:pt x="87" y="90"/>
                    </a:cubicBezTo>
                    <a:cubicBezTo>
                      <a:pt x="87" y="89"/>
                      <a:pt x="88" y="89"/>
                      <a:pt x="88" y="88"/>
                    </a:cubicBezTo>
                    <a:cubicBezTo>
                      <a:pt x="89" y="88"/>
                      <a:pt x="89" y="87"/>
                      <a:pt x="90" y="86"/>
                    </a:cubicBezTo>
                    <a:cubicBezTo>
                      <a:pt x="91" y="86"/>
                      <a:pt x="92" y="85"/>
                      <a:pt x="92" y="84"/>
                    </a:cubicBezTo>
                    <a:cubicBezTo>
                      <a:pt x="94" y="82"/>
                      <a:pt x="95" y="80"/>
                      <a:pt x="96" y="79"/>
                    </a:cubicBezTo>
                    <a:cubicBezTo>
                      <a:pt x="96" y="78"/>
                      <a:pt x="96" y="78"/>
                      <a:pt x="97" y="77"/>
                    </a:cubicBezTo>
                    <a:cubicBezTo>
                      <a:pt x="97" y="77"/>
                      <a:pt x="97" y="76"/>
                      <a:pt x="98" y="75"/>
                    </a:cubicBezTo>
                    <a:cubicBezTo>
                      <a:pt x="98" y="75"/>
                      <a:pt x="98" y="75"/>
                      <a:pt x="98" y="74"/>
                    </a:cubicBezTo>
                    <a:cubicBezTo>
                      <a:pt x="99" y="73"/>
                      <a:pt x="99" y="73"/>
                      <a:pt x="99" y="72"/>
                    </a:cubicBezTo>
                    <a:cubicBezTo>
                      <a:pt x="100" y="71"/>
                      <a:pt x="100" y="70"/>
                      <a:pt x="100" y="70"/>
                    </a:cubicBezTo>
                    <a:cubicBezTo>
                      <a:pt x="101" y="68"/>
                      <a:pt x="101" y="66"/>
                      <a:pt x="102" y="65"/>
                    </a:cubicBezTo>
                    <a:cubicBezTo>
                      <a:pt x="102" y="64"/>
                      <a:pt x="102" y="63"/>
                      <a:pt x="102" y="62"/>
                    </a:cubicBezTo>
                    <a:cubicBezTo>
                      <a:pt x="103" y="61"/>
                      <a:pt x="103" y="61"/>
                      <a:pt x="103" y="60"/>
                    </a:cubicBezTo>
                    <a:cubicBezTo>
                      <a:pt x="103" y="59"/>
                      <a:pt x="103" y="58"/>
                      <a:pt x="103" y="57"/>
                    </a:cubicBezTo>
                    <a:cubicBezTo>
                      <a:pt x="103" y="55"/>
                      <a:pt x="103" y="54"/>
                      <a:pt x="103" y="52"/>
                    </a:cubicBezTo>
                    <a:cubicBezTo>
                      <a:pt x="103" y="50"/>
                      <a:pt x="103" y="48"/>
                      <a:pt x="103" y="47"/>
                    </a:cubicBezTo>
                    <a:cubicBezTo>
                      <a:pt x="103" y="46"/>
                      <a:pt x="103" y="45"/>
                      <a:pt x="103" y="44"/>
                    </a:cubicBezTo>
                    <a:cubicBezTo>
                      <a:pt x="103" y="43"/>
                      <a:pt x="103" y="42"/>
                      <a:pt x="102" y="41"/>
                    </a:cubicBezTo>
                    <a:cubicBezTo>
                      <a:pt x="102" y="41"/>
                      <a:pt x="102" y="40"/>
                      <a:pt x="102" y="39"/>
                    </a:cubicBezTo>
                    <a:cubicBezTo>
                      <a:pt x="101" y="37"/>
                      <a:pt x="101" y="36"/>
                      <a:pt x="100" y="34"/>
                    </a:cubicBezTo>
                    <a:cubicBezTo>
                      <a:pt x="100" y="34"/>
                      <a:pt x="100" y="33"/>
                      <a:pt x="100" y="33"/>
                    </a:cubicBezTo>
                    <a:cubicBezTo>
                      <a:pt x="99" y="32"/>
                      <a:pt x="99" y="31"/>
                      <a:pt x="98" y="29"/>
                    </a:cubicBezTo>
                    <a:cubicBezTo>
                      <a:pt x="98" y="29"/>
                      <a:pt x="98" y="29"/>
                      <a:pt x="98" y="28"/>
                    </a:cubicBezTo>
                    <a:cubicBezTo>
                      <a:pt x="97" y="28"/>
                      <a:pt x="97" y="27"/>
                      <a:pt x="97" y="26"/>
                    </a:cubicBezTo>
                    <a:cubicBezTo>
                      <a:pt x="95" y="24"/>
                      <a:pt x="94" y="22"/>
                      <a:pt x="92" y="20"/>
                    </a:cubicBezTo>
                    <a:cubicBezTo>
                      <a:pt x="92" y="19"/>
                      <a:pt x="91" y="18"/>
                      <a:pt x="90" y="17"/>
                    </a:cubicBezTo>
                    <a:cubicBezTo>
                      <a:pt x="89" y="17"/>
                      <a:pt x="89" y="16"/>
                      <a:pt x="88" y="15"/>
                    </a:cubicBezTo>
                    <a:cubicBezTo>
                      <a:pt x="88" y="15"/>
                      <a:pt x="87" y="14"/>
                      <a:pt x="87" y="14"/>
                    </a:cubicBezTo>
                    <a:cubicBezTo>
                      <a:pt x="85" y="13"/>
                      <a:pt x="84" y="12"/>
                      <a:pt x="83" y="11"/>
                    </a:cubicBezTo>
                    <a:cubicBezTo>
                      <a:pt x="81" y="9"/>
                      <a:pt x="79" y="8"/>
                      <a:pt x="78" y="7"/>
                    </a:cubicBezTo>
                    <a:cubicBezTo>
                      <a:pt x="77" y="7"/>
                      <a:pt x="76" y="6"/>
                      <a:pt x="75" y="6"/>
                    </a:cubicBezTo>
                    <a:cubicBezTo>
                      <a:pt x="75" y="6"/>
                      <a:pt x="75" y="6"/>
                      <a:pt x="74" y="5"/>
                    </a:cubicBezTo>
                    <a:cubicBezTo>
                      <a:pt x="74" y="5"/>
                      <a:pt x="74" y="5"/>
                      <a:pt x="73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2" y="4"/>
                      <a:pt x="71" y="4"/>
                      <a:pt x="71" y="4"/>
                    </a:cubicBezTo>
                    <a:cubicBezTo>
                      <a:pt x="71" y="4"/>
                      <a:pt x="71" y="4"/>
                      <a:pt x="71" y="4"/>
                    </a:cubicBezTo>
                    <a:cubicBezTo>
                      <a:pt x="70" y="4"/>
                      <a:pt x="69" y="3"/>
                      <a:pt x="69" y="3"/>
                    </a:cubicBezTo>
                    <a:cubicBezTo>
                      <a:pt x="69" y="3"/>
                      <a:pt x="69" y="3"/>
                      <a:pt x="68" y="3"/>
                    </a:cubicBezTo>
                    <a:cubicBezTo>
                      <a:pt x="67" y="2"/>
                      <a:pt x="65" y="2"/>
                      <a:pt x="64" y="2"/>
                    </a:cubicBezTo>
                    <a:cubicBezTo>
                      <a:pt x="63" y="2"/>
                      <a:pt x="63" y="1"/>
                      <a:pt x="62" y="1"/>
                    </a:cubicBezTo>
                    <a:cubicBezTo>
                      <a:pt x="62" y="1"/>
                      <a:pt x="62" y="1"/>
                      <a:pt x="61" y="1"/>
                    </a:cubicBezTo>
                    <a:cubicBezTo>
                      <a:pt x="59" y="1"/>
                      <a:pt x="57" y="1"/>
                      <a:pt x="55" y="0"/>
                    </a:cubicBezTo>
                    <a:cubicBezTo>
                      <a:pt x="55" y="3"/>
                      <a:pt x="55" y="3"/>
                      <a:pt x="55" y="3"/>
                    </a:cubicBezTo>
                    <a:cubicBezTo>
                      <a:pt x="58" y="3"/>
                      <a:pt x="60" y="4"/>
                      <a:pt x="62" y="4"/>
                    </a:cubicBezTo>
                    <a:cubicBezTo>
                      <a:pt x="62" y="4"/>
                      <a:pt x="61" y="4"/>
                      <a:pt x="61" y="4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59" y="5"/>
                      <a:pt x="58" y="5"/>
                      <a:pt x="57" y="5"/>
                    </a:cubicBezTo>
                    <a:cubicBezTo>
                      <a:pt x="57" y="5"/>
                      <a:pt x="58" y="5"/>
                      <a:pt x="58" y="5"/>
                    </a:cubicBezTo>
                    <a:cubicBezTo>
                      <a:pt x="59" y="6"/>
                      <a:pt x="59" y="6"/>
                      <a:pt x="60" y="6"/>
                    </a:cubicBezTo>
                    <a:cubicBezTo>
                      <a:pt x="61" y="6"/>
                      <a:pt x="62" y="6"/>
                      <a:pt x="62" y="6"/>
                    </a:cubicBezTo>
                    <a:cubicBezTo>
                      <a:pt x="62" y="5"/>
                      <a:pt x="62" y="5"/>
                      <a:pt x="63" y="5"/>
                    </a:cubicBezTo>
                    <a:cubicBezTo>
                      <a:pt x="63" y="5"/>
                      <a:pt x="63" y="4"/>
                      <a:pt x="63" y="4"/>
                    </a:cubicBezTo>
                    <a:cubicBezTo>
                      <a:pt x="64" y="4"/>
                      <a:pt x="64" y="5"/>
                      <a:pt x="65" y="5"/>
                    </a:cubicBezTo>
                    <a:cubicBezTo>
                      <a:pt x="65" y="5"/>
                      <a:pt x="64" y="5"/>
                      <a:pt x="64" y="6"/>
                    </a:cubicBezTo>
                    <a:cubicBezTo>
                      <a:pt x="64" y="6"/>
                      <a:pt x="65" y="5"/>
                      <a:pt x="66" y="5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67" y="5"/>
                      <a:pt x="68" y="6"/>
                      <a:pt x="68" y="6"/>
                    </a:cubicBezTo>
                    <a:cubicBezTo>
                      <a:pt x="69" y="6"/>
                      <a:pt x="71" y="7"/>
                      <a:pt x="72" y="7"/>
                    </a:cubicBezTo>
                    <a:cubicBezTo>
                      <a:pt x="71" y="7"/>
                      <a:pt x="71" y="7"/>
                      <a:pt x="71" y="7"/>
                    </a:cubicBezTo>
                    <a:cubicBezTo>
                      <a:pt x="71" y="7"/>
                      <a:pt x="70" y="7"/>
                      <a:pt x="70" y="7"/>
                    </a:cubicBezTo>
                    <a:cubicBezTo>
                      <a:pt x="70" y="8"/>
                      <a:pt x="70" y="8"/>
                      <a:pt x="71" y="8"/>
                    </a:cubicBezTo>
                    <a:cubicBezTo>
                      <a:pt x="71" y="8"/>
                      <a:pt x="72" y="9"/>
                      <a:pt x="72" y="9"/>
                    </a:cubicBezTo>
                    <a:cubicBezTo>
                      <a:pt x="72" y="10"/>
                      <a:pt x="71" y="9"/>
                      <a:pt x="70" y="9"/>
                    </a:cubicBezTo>
                    <a:cubicBezTo>
                      <a:pt x="69" y="9"/>
                      <a:pt x="68" y="11"/>
                      <a:pt x="68" y="10"/>
                    </a:cubicBezTo>
                    <a:cubicBezTo>
                      <a:pt x="68" y="9"/>
                      <a:pt x="68" y="9"/>
                      <a:pt x="69" y="8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68" y="8"/>
                      <a:pt x="68" y="9"/>
                      <a:pt x="67" y="9"/>
                    </a:cubicBezTo>
                    <a:cubicBezTo>
                      <a:pt x="67" y="9"/>
                      <a:pt x="67" y="9"/>
                      <a:pt x="66" y="9"/>
                    </a:cubicBezTo>
                    <a:cubicBezTo>
                      <a:pt x="66" y="9"/>
                      <a:pt x="65" y="9"/>
                      <a:pt x="65" y="9"/>
                    </a:cubicBezTo>
                    <a:cubicBezTo>
                      <a:pt x="64" y="10"/>
                      <a:pt x="64" y="10"/>
                      <a:pt x="63" y="10"/>
                    </a:cubicBezTo>
                    <a:cubicBezTo>
                      <a:pt x="63" y="10"/>
                      <a:pt x="63" y="10"/>
                      <a:pt x="62" y="10"/>
                    </a:cubicBezTo>
                    <a:cubicBezTo>
                      <a:pt x="62" y="11"/>
                      <a:pt x="61" y="11"/>
                      <a:pt x="60" y="11"/>
                    </a:cubicBezTo>
                    <a:cubicBezTo>
                      <a:pt x="60" y="12"/>
                      <a:pt x="59" y="12"/>
                      <a:pt x="58" y="13"/>
                    </a:cubicBezTo>
                    <a:cubicBezTo>
                      <a:pt x="58" y="13"/>
                      <a:pt x="57" y="13"/>
                      <a:pt x="57" y="14"/>
                    </a:cubicBezTo>
                    <a:cubicBezTo>
                      <a:pt x="57" y="14"/>
                      <a:pt x="58" y="14"/>
                      <a:pt x="58" y="14"/>
                    </a:cubicBezTo>
                    <a:cubicBezTo>
                      <a:pt x="58" y="15"/>
                      <a:pt x="58" y="15"/>
                      <a:pt x="58" y="15"/>
                    </a:cubicBezTo>
                    <a:cubicBezTo>
                      <a:pt x="58" y="16"/>
                      <a:pt x="59" y="15"/>
                      <a:pt x="59" y="16"/>
                    </a:cubicBezTo>
                    <a:cubicBezTo>
                      <a:pt x="60" y="16"/>
                      <a:pt x="61" y="16"/>
                      <a:pt x="61" y="17"/>
                    </a:cubicBezTo>
                    <a:cubicBezTo>
                      <a:pt x="62" y="17"/>
                      <a:pt x="62" y="17"/>
                      <a:pt x="63" y="17"/>
                    </a:cubicBezTo>
                    <a:cubicBezTo>
                      <a:pt x="64" y="17"/>
                      <a:pt x="65" y="17"/>
                      <a:pt x="65" y="18"/>
                    </a:cubicBezTo>
                    <a:cubicBezTo>
                      <a:pt x="65" y="18"/>
                      <a:pt x="64" y="19"/>
                      <a:pt x="64" y="19"/>
                    </a:cubicBezTo>
                    <a:cubicBezTo>
                      <a:pt x="64" y="19"/>
                      <a:pt x="64" y="20"/>
                      <a:pt x="64" y="20"/>
                    </a:cubicBezTo>
                    <a:cubicBezTo>
                      <a:pt x="64" y="21"/>
                      <a:pt x="64" y="21"/>
                      <a:pt x="65" y="21"/>
                    </a:cubicBezTo>
                    <a:cubicBezTo>
                      <a:pt x="65" y="21"/>
                      <a:pt x="66" y="21"/>
                      <a:pt x="66" y="20"/>
                    </a:cubicBezTo>
                    <a:cubicBezTo>
                      <a:pt x="66" y="19"/>
                      <a:pt x="66" y="19"/>
                      <a:pt x="67" y="18"/>
                    </a:cubicBezTo>
                    <a:cubicBezTo>
                      <a:pt x="69" y="18"/>
                      <a:pt x="72" y="17"/>
                      <a:pt x="71" y="14"/>
                    </a:cubicBezTo>
                    <a:cubicBezTo>
                      <a:pt x="71" y="14"/>
                      <a:pt x="71" y="14"/>
                      <a:pt x="71" y="13"/>
                    </a:cubicBezTo>
                    <a:cubicBezTo>
                      <a:pt x="71" y="13"/>
                      <a:pt x="72" y="13"/>
                      <a:pt x="72" y="12"/>
                    </a:cubicBezTo>
                    <a:cubicBezTo>
                      <a:pt x="72" y="12"/>
                      <a:pt x="72" y="12"/>
                      <a:pt x="73" y="11"/>
                    </a:cubicBezTo>
                    <a:cubicBezTo>
                      <a:pt x="73" y="11"/>
                      <a:pt x="73" y="11"/>
                      <a:pt x="73" y="11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4" y="10"/>
                      <a:pt x="74" y="10"/>
                      <a:pt x="74" y="11"/>
                    </a:cubicBezTo>
                    <a:cubicBezTo>
                      <a:pt x="75" y="11"/>
                      <a:pt x="75" y="11"/>
                      <a:pt x="76" y="11"/>
                    </a:cubicBezTo>
                    <a:cubicBezTo>
                      <a:pt x="76" y="11"/>
                      <a:pt x="76" y="11"/>
                      <a:pt x="76" y="11"/>
                    </a:cubicBezTo>
                    <a:cubicBezTo>
                      <a:pt x="77" y="11"/>
                      <a:pt x="77" y="11"/>
                      <a:pt x="78" y="12"/>
                    </a:cubicBezTo>
                    <a:cubicBezTo>
                      <a:pt x="78" y="12"/>
                      <a:pt x="78" y="12"/>
                      <a:pt x="79" y="12"/>
                    </a:cubicBezTo>
                    <a:cubicBezTo>
                      <a:pt x="78" y="13"/>
                      <a:pt x="78" y="13"/>
                      <a:pt x="78" y="13"/>
                    </a:cubicBezTo>
                    <a:cubicBezTo>
                      <a:pt x="78" y="13"/>
                      <a:pt x="78" y="13"/>
                      <a:pt x="78" y="13"/>
                    </a:cubicBezTo>
                    <a:cubicBezTo>
                      <a:pt x="78" y="14"/>
                      <a:pt x="79" y="14"/>
                      <a:pt x="79" y="14"/>
                    </a:cubicBezTo>
                    <a:cubicBezTo>
                      <a:pt x="79" y="14"/>
                      <a:pt x="80" y="14"/>
                      <a:pt x="80" y="14"/>
                    </a:cubicBezTo>
                    <a:cubicBezTo>
                      <a:pt x="81" y="14"/>
                      <a:pt x="81" y="13"/>
                      <a:pt x="82" y="13"/>
                    </a:cubicBezTo>
                    <a:cubicBezTo>
                      <a:pt x="82" y="14"/>
                      <a:pt x="83" y="14"/>
                      <a:pt x="83" y="14"/>
                    </a:cubicBezTo>
                    <a:cubicBezTo>
                      <a:pt x="83" y="15"/>
                      <a:pt x="83" y="15"/>
                      <a:pt x="83" y="15"/>
                    </a:cubicBezTo>
                    <a:cubicBezTo>
                      <a:pt x="83" y="16"/>
                      <a:pt x="83" y="16"/>
                      <a:pt x="83" y="17"/>
                    </a:cubicBezTo>
                    <a:cubicBezTo>
                      <a:pt x="83" y="18"/>
                      <a:pt x="84" y="17"/>
                      <a:pt x="85" y="18"/>
                    </a:cubicBezTo>
                    <a:cubicBezTo>
                      <a:pt x="85" y="18"/>
                      <a:pt x="85" y="18"/>
                      <a:pt x="85" y="19"/>
                    </a:cubicBezTo>
                    <a:cubicBezTo>
                      <a:pt x="86" y="19"/>
                      <a:pt x="86" y="19"/>
                      <a:pt x="86" y="19"/>
                    </a:cubicBezTo>
                    <a:cubicBezTo>
                      <a:pt x="86" y="20"/>
                      <a:pt x="85" y="20"/>
                      <a:pt x="85" y="22"/>
                    </a:cubicBezTo>
                    <a:cubicBezTo>
                      <a:pt x="85" y="22"/>
                      <a:pt x="85" y="22"/>
                      <a:pt x="85" y="22"/>
                    </a:cubicBezTo>
                    <a:cubicBezTo>
                      <a:pt x="85" y="23"/>
                      <a:pt x="86" y="23"/>
                      <a:pt x="86" y="23"/>
                    </a:cubicBezTo>
                    <a:cubicBezTo>
                      <a:pt x="86" y="24"/>
                      <a:pt x="86" y="24"/>
                      <a:pt x="86" y="24"/>
                    </a:cubicBezTo>
                    <a:cubicBezTo>
                      <a:pt x="87" y="25"/>
                      <a:pt x="87" y="26"/>
                      <a:pt x="86" y="26"/>
                    </a:cubicBezTo>
                    <a:cubicBezTo>
                      <a:pt x="85" y="26"/>
                      <a:pt x="85" y="25"/>
                      <a:pt x="85" y="25"/>
                    </a:cubicBezTo>
                    <a:cubicBezTo>
                      <a:pt x="84" y="25"/>
                      <a:pt x="84" y="25"/>
                      <a:pt x="84" y="25"/>
                    </a:cubicBezTo>
                    <a:cubicBezTo>
                      <a:pt x="84" y="25"/>
                      <a:pt x="83" y="25"/>
                      <a:pt x="83" y="25"/>
                    </a:cubicBezTo>
                    <a:cubicBezTo>
                      <a:pt x="82" y="25"/>
                      <a:pt x="81" y="25"/>
                      <a:pt x="81" y="25"/>
                    </a:cubicBezTo>
                    <a:cubicBezTo>
                      <a:pt x="82" y="24"/>
                      <a:pt x="83" y="23"/>
                      <a:pt x="83" y="22"/>
                    </a:cubicBezTo>
                    <a:cubicBezTo>
                      <a:pt x="84" y="22"/>
                      <a:pt x="84" y="22"/>
                      <a:pt x="84" y="21"/>
                    </a:cubicBezTo>
                    <a:cubicBezTo>
                      <a:pt x="84" y="21"/>
                      <a:pt x="83" y="21"/>
                      <a:pt x="83" y="22"/>
                    </a:cubicBezTo>
                    <a:cubicBezTo>
                      <a:pt x="82" y="22"/>
                      <a:pt x="82" y="22"/>
                      <a:pt x="81" y="22"/>
                    </a:cubicBezTo>
                    <a:cubicBezTo>
                      <a:pt x="80" y="22"/>
                      <a:pt x="79" y="22"/>
                      <a:pt x="78" y="23"/>
                    </a:cubicBezTo>
                    <a:cubicBezTo>
                      <a:pt x="78" y="23"/>
                      <a:pt x="79" y="23"/>
                      <a:pt x="79" y="23"/>
                    </a:cubicBezTo>
                    <a:cubicBezTo>
                      <a:pt x="79" y="24"/>
                      <a:pt x="78" y="24"/>
                      <a:pt x="78" y="23"/>
                    </a:cubicBezTo>
                    <a:cubicBezTo>
                      <a:pt x="78" y="23"/>
                      <a:pt x="78" y="23"/>
                      <a:pt x="78" y="23"/>
                    </a:cubicBezTo>
                    <a:cubicBezTo>
                      <a:pt x="77" y="22"/>
                      <a:pt x="76" y="22"/>
                      <a:pt x="76" y="22"/>
                    </a:cubicBezTo>
                    <a:cubicBezTo>
                      <a:pt x="75" y="22"/>
                      <a:pt x="75" y="23"/>
                      <a:pt x="75" y="23"/>
                    </a:cubicBezTo>
                    <a:cubicBezTo>
                      <a:pt x="75" y="24"/>
                      <a:pt x="77" y="23"/>
                      <a:pt x="77" y="24"/>
                    </a:cubicBezTo>
                    <a:cubicBezTo>
                      <a:pt x="76" y="24"/>
                      <a:pt x="75" y="25"/>
                      <a:pt x="76" y="26"/>
                    </a:cubicBezTo>
                    <a:cubicBezTo>
                      <a:pt x="76" y="26"/>
                      <a:pt x="76" y="27"/>
                      <a:pt x="76" y="27"/>
                    </a:cubicBezTo>
                    <a:cubicBezTo>
                      <a:pt x="77" y="27"/>
                      <a:pt x="77" y="26"/>
                      <a:pt x="77" y="26"/>
                    </a:cubicBezTo>
                    <a:cubicBezTo>
                      <a:pt x="77" y="26"/>
                      <a:pt x="77" y="27"/>
                      <a:pt x="78" y="27"/>
                    </a:cubicBezTo>
                    <a:cubicBezTo>
                      <a:pt x="78" y="27"/>
                      <a:pt x="79" y="26"/>
                      <a:pt x="79" y="26"/>
                    </a:cubicBezTo>
                    <a:cubicBezTo>
                      <a:pt x="80" y="27"/>
                      <a:pt x="79" y="27"/>
                      <a:pt x="78" y="27"/>
                    </a:cubicBezTo>
                    <a:cubicBezTo>
                      <a:pt x="77" y="28"/>
                      <a:pt x="76" y="28"/>
                      <a:pt x="75" y="28"/>
                    </a:cubicBezTo>
                    <a:cubicBezTo>
                      <a:pt x="75" y="28"/>
                      <a:pt x="73" y="30"/>
                      <a:pt x="73" y="29"/>
                    </a:cubicBezTo>
                    <a:cubicBezTo>
                      <a:pt x="73" y="28"/>
                      <a:pt x="74" y="28"/>
                      <a:pt x="74" y="28"/>
                    </a:cubicBezTo>
                    <a:cubicBezTo>
                      <a:pt x="73" y="27"/>
                      <a:pt x="72" y="28"/>
                      <a:pt x="72" y="28"/>
                    </a:cubicBezTo>
                    <a:cubicBezTo>
                      <a:pt x="70" y="29"/>
                      <a:pt x="69" y="29"/>
                      <a:pt x="68" y="30"/>
                    </a:cubicBezTo>
                    <a:cubicBezTo>
                      <a:pt x="68" y="30"/>
                      <a:pt x="68" y="31"/>
                      <a:pt x="68" y="31"/>
                    </a:cubicBezTo>
                    <a:cubicBezTo>
                      <a:pt x="68" y="31"/>
                      <a:pt x="67" y="31"/>
                      <a:pt x="67" y="31"/>
                    </a:cubicBezTo>
                    <a:cubicBezTo>
                      <a:pt x="66" y="31"/>
                      <a:pt x="66" y="32"/>
                      <a:pt x="66" y="32"/>
                    </a:cubicBezTo>
                    <a:cubicBezTo>
                      <a:pt x="65" y="32"/>
                      <a:pt x="65" y="32"/>
                      <a:pt x="65" y="32"/>
                    </a:cubicBezTo>
                    <a:cubicBezTo>
                      <a:pt x="64" y="32"/>
                      <a:pt x="64" y="33"/>
                      <a:pt x="64" y="33"/>
                    </a:cubicBezTo>
                    <a:cubicBezTo>
                      <a:pt x="64" y="33"/>
                      <a:pt x="63" y="34"/>
                      <a:pt x="63" y="34"/>
                    </a:cubicBezTo>
                    <a:cubicBezTo>
                      <a:pt x="63" y="34"/>
                      <a:pt x="63" y="35"/>
                      <a:pt x="62" y="35"/>
                    </a:cubicBezTo>
                    <a:cubicBezTo>
                      <a:pt x="62" y="35"/>
                      <a:pt x="62" y="35"/>
                      <a:pt x="61" y="35"/>
                    </a:cubicBezTo>
                    <a:cubicBezTo>
                      <a:pt x="61" y="35"/>
                      <a:pt x="61" y="36"/>
                      <a:pt x="61" y="37"/>
                    </a:cubicBezTo>
                    <a:cubicBezTo>
                      <a:pt x="61" y="38"/>
                      <a:pt x="60" y="38"/>
                      <a:pt x="59" y="38"/>
                    </a:cubicBezTo>
                    <a:cubicBezTo>
                      <a:pt x="58" y="39"/>
                      <a:pt x="58" y="39"/>
                      <a:pt x="58" y="39"/>
                    </a:cubicBezTo>
                    <a:cubicBezTo>
                      <a:pt x="57" y="39"/>
                      <a:pt x="57" y="40"/>
                      <a:pt x="56" y="40"/>
                    </a:cubicBezTo>
                    <a:cubicBezTo>
                      <a:pt x="56" y="40"/>
                      <a:pt x="56" y="40"/>
                      <a:pt x="55" y="41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56" y="63"/>
                      <a:pt x="57" y="63"/>
                      <a:pt x="57" y="62"/>
                    </a:cubicBezTo>
                    <a:cubicBezTo>
                      <a:pt x="58" y="62"/>
                      <a:pt x="58" y="62"/>
                      <a:pt x="59" y="62"/>
                    </a:cubicBezTo>
                    <a:cubicBezTo>
                      <a:pt x="59" y="62"/>
                      <a:pt x="60" y="62"/>
                      <a:pt x="60" y="61"/>
                    </a:cubicBezTo>
                    <a:cubicBezTo>
                      <a:pt x="60" y="61"/>
                      <a:pt x="60" y="61"/>
                      <a:pt x="61" y="61"/>
                    </a:cubicBezTo>
                    <a:cubicBezTo>
                      <a:pt x="61" y="62"/>
                      <a:pt x="60" y="62"/>
                      <a:pt x="61" y="62"/>
                    </a:cubicBezTo>
                    <a:cubicBezTo>
                      <a:pt x="61" y="63"/>
                      <a:pt x="62" y="61"/>
                      <a:pt x="62" y="61"/>
                    </a:cubicBezTo>
                    <a:cubicBezTo>
                      <a:pt x="62" y="61"/>
                      <a:pt x="63" y="62"/>
                      <a:pt x="63" y="62"/>
                    </a:cubicBezTo>
                    <a:cubicBezTo>
                      <a:pt x="64" y="62"/>
                      <a:pt x="64" y="63"/>
                      <a:pt x="64" y="63"/>
                    </a:cubicBezTo>
                    <a:cubicBezTo>
                      <a:pt x="65" y="63"/>
                      <a:pt x="65" y="63"/>
                      <a:pt x="66" y="63"/>
                    </a:cubicBezTo>
                    <a:cubicBezTo>
                      <a:pt x="66" y="63"/>
                      <a:pt x="67" y="63"/>
                      <a:pt x="67" y="63"/>
                    </a:cubicBezTo>
                    <a:cubicBezTo>
                      <a:pt x="67" y="63"/>
                      <a:pt x="68" y="63"/>
                      <a:pt x="68" y="63"/>
                    </a:cubicBezTo>
                    <a:cubicBezTo>
                      <a:pt x="69" y="62"/>
                      <a:pt x="70" y="63"/>
                      <a:pt x="70" y="63"/>
                    </a:cubicBezTo>
                    <a:cubicBezTo>
                      <a:pt x="70" y="63"/>
                      <a:pt x="70" y="63"/>
                      <a:pt x="71" y="63"/>
                    </a:cubicBezTo>
                    <a:cubicBezTo>
                      <a:pt x="71" y="63"/>
                      <a:pt x="71" y="64"/>
                      <a:pt x="71" y="64"/>
                    </a:cubicBezTo>
                    <a:cubicBezTo>
                      <a:pt x="71" y="64"/>
                      <a:pt x="71" y="65"/>
                      <a:pt x="71" y="65"/>
                    </a:cubicBezTo>
                    <a:cubicBezTo>
                      <a:pt x="72" y="65"/>
                      <a:pt x="72" y="65"/>
                      <a:pt x="73" y="65"/>
                    </a:cubicBezTo>
                    <a:cubicBezTo>
                      <a:pt x="73" y="65"/>
                      <a:pt x="73" y="66"/>
                      <a:pt x="74" y="66"/>
                    </a:cubicBezTo>
                    <a:cubicBezTo>
                      <a:pt x="74" y="67"/>
                      <a:pt x="75" y="68"/>
                      <a:pt x="76" y="68"/>
                    </a:cubicBezTo>
                    <a:cubicBezTo>
                      <a:pt x="76" y="68"/>
                      <a:pt x="77" y="67"/>
                      <a:pt x="77" y="67"/>
                    </a:cubicBezTo>
                    <a:cubicBezTo>
                      <a:pt x="78" y="68"/>
                      <a:pt x="79" y="68"/>
                      <a:pt x="80" y="69"/>
                    </a:cubicBezTo>
                    <a:cubicBezTo>
                      <a:pt x="80" y="69"/>
                      <a:pt x="81" y="69"/>
                      <a:pt x="81" y="70"/>
                    </a:cubicBezTo>
                    <a:cubicBezTo>
                      <a:pt x="81" y="70"/>
                      <a:pt x="81" y="70"/>
                      <a:pt x="81" y="71"/>
                    </a:cubicBezTo>
                    <a:cubicBezTo>
                      <a:pt x="81" y="71"/>
                      <a:pt x="82" y="72"/>
                      <a:pt x="82" y="73"/>
                    </a:cubicBezTo>
                    <a:cubicBezTo>
                      <a:pt x="82" y="73"/>
                      <a:pt x="82" y="73"/>
                      <a:pt x="83" y="74"/>
                    </a:cubicBezTo>
                    <a:cubicBezTo>
                      <a:pt x="83" y="74"/>
                      <a:pt x="83" y="74"/>
                      <a:pt x="84" y="74"/>
                    </a:cubicBezTo>
                    <a:cubicBezTo>
                      <a:pt x="84" y="74"/>
                      <a:pt x="84" y="74"/>
                      <a:pt x="84" y="74"/>
                    </a:cubicBezTo>
                    <a:cubicBezTo>
                      <a:pt x="85" y="74"/>
                      <a:pt x="86" y="75"/>
                      <a:pt x="86" y="75"/>
                    </a:cubicBezTo>
                    <a:cubicBezTo>
                      <a:pt x="86" y="75"/>
                      <a:pt x="87" y="75"/>
                      <a:pt x="87" y="75"/>
                    </a:cubicBezTo>
                    <a:cubicBezTo>
                      <a:pt x="87" y="75"/>
                      <a:pt x="87" y="76"/>
                      <a:pt x="88" y="76"/>
                    </a:cubicBezTo>
                    <a:cubicBezTo>
                      <a:pt x="88" y="76"/>
                      <a:pt x="88" y="76"/>
                      <a:pt x="89" y="76"/>
                    </a:cubicBezTo>
                    <a:cubicBezTo>
                      <a:pt x="89" y="76"/>
                      <a:pt x="90" y="77"/>
                      <a:pt x="91" y="77"/>
                    </a:cubicBezTo>
                    <a:cubicBezTo>
                      <a:pt x="91" y="77"/>
                      <a:pt x="91" y="76"/>
                      <a:pt x="92" y="76"/>
                    </a:cubicBezTo>
                    <a:cubicBezTo>
                      <a:pt x="92" y="77"/>
                      <a:pt x="93" y="77"/>
                      <a:pt x="93" y="77"/>
                    </a:cubicBezTo>
                    <a:cubicBezTo>
                      <a:pt x="87" y="88"/>
                      <a:pt x="76" y="96"/>
                      <a:pt x="63" y="99"/>
                    </a:cubicBezTo>
                    <a:cubicBezTo>
                      <a:pt x="63" y="99"/>
                      <a:pt x="63" y="98"/>
                      <a:pt x="63" y="98"/>
                    </a:cubicBezTo>
                    <a:cubicBezTo>
                      <a:pt x="63" y="97"/>
                      <a:pt x="63" y="96"/>
                      <a:pt x="63" y="95"/>
                    </a:cubicBezTo>
                    <a:cubicBezTo>
                      <a:pt x="63" y="94"/>
                      <a:pt x="63" y="93"/>
                      <a:pt x="63" y="93"/>
                    </a:cubicBezTo>
                    <a:cubicBezTo>
                      <a:pt x="62" y="92"/>
                      <a:pt x="61" y="91"/>
                      <a:pt x="60" y="91"/>
                    </a:cubicBezTo>
                    <a:cubicBezTo>
                      <a:pt x="60" y="91"/>
                      <a:pt x="60" y="91"/>
                      <a:pt x="59" y="90"/>
                    </a:cubicBezTo>
                    <a:cubicBezTo>
                      <a:pt x="58" y="90"/>
                      <a:pt x="57" y="89"/>
                      <a:pt x="56" y="88"/>
                    </a:cubicBezTo>
                    <a:cubicBezTo>
                      <a:pt x="56" y="88"/>
                      <a:pt x="56" y="88"/>
                      <a:pt x="56" y="87"/>
                    </a:cubicBezTo>
                    <a:cubicBezTo>
                      <a:pt x="56" y="87"/>
                      <a:pt x="56" y="87"/>
                      <a:pt x="55" y="87"/>
                    </a:cubicBezTo>
                    <a:lnTo>
                      <a:pt x="55" y="103"/>
                    </a:lnTo>
                    <a:close/>
                    <a:moveTo>
                      <a:pt x="1" y="41"/>
                    </a:moveTo>
                    <a:cubicBezTo>
                      <a:pt x="1" y="42"/>
                      <a:pt x="1" y="43"/>
                      <a:pt x="1" y="44"/>
                    </a:cubicBezTo>
                    <a:cubicBezTo>
                      <a:pt x="1" y="45"/>
                      <a:pt x="1" y="46"/>
                      <a:pt x="1" y="47"/>
                    </a:cubicBezTo>
                    <a:cubicBezTo>
                      <a:pt x="0" y="48"/>
                      <a:pt x="0" y="50"/>
                      <a:pt x="0" y="52"/>
                    </a:cubicBezTo>
                    <a:cubicBezTo>
                      <a:pt x="0" y="54"/>
                      <a:pt x="0" y="55"/>
                      <a:pt x="1" y="57"/>
                    </a:cubicBezTo>
                    <a:cubicBezTo>
                      <a:pt x="1" y="58"/>
                      <a:pt x="1" y="59"/>
                      <a:pt x="1" y="60"/>
                    </a:cubicBezTo>
                    <a:cubicBezTo>
                      <a:pt x="1" y="61"/>
                      <a:pt x="1" y="61"/>
                      <a:pt x="1" y="62"/>
                    </a:cubicBezTo>
                    <a:cubicBezTo>
                      <a:pt x="2" y="63"/>
                      <a:pt x="2" y="64"/>
                      <a:pt x="2" y="65"/>
                    </a:cubicBezTo>
                    <a:cubicBezTo>
                      <a:pt x="2" y="66"/>
                      <a:pt x="3" y="68"/>
                      <a:pt x="4" y="70"/>
                    </a:cubicBezTo>
                    <a:cubicBezTo>
                      <a:pt x="4" y="70"/>
                      <a:pt x="4" y="71"/>
                      <a:pt x="4" y="72"/>
                    </a:cubicBezTo>
                    <a:cubicBezTo>
                      <a:pt x="5" y="73"/>
                      <a:pt x="5" y="73"/>
                      <a:pt x="5" y="74"/>
                    </a:cubicBezTo>
                    <a:cubicBezTo>
                      <a:pt x="6" y="75"/>
                      <a:pt x="6" y="75"/>
                      <a:pt x="6" y="75"/>
                    </a:cubicBezTo>
                    <a:cubicBezTo>
                      <a:pt x="6" y="76"/>
                      <a:pt x="7" y="77"/>
                      <a:pt x="7" y="77"/>
                    </a:cubicBezTo>
                    <a:cubicBezTo>
                      <a:pt x="8" y="80"/>
                      <a:pt x="10" y="82"/>
                      <a:pt x="11" y="84"/>
                    </a:cubicBezTo>
                    <a:cubicBezTo>
                      <a:pt x="12" y="85"/>
                      <a:pt x="13" y="86"/>
                      <a:pt x="14" y="86"/>
                    </a:cubicBezTo>
                    <a:cubicBezTo>
                      <a:pt x="14" y="87"/>
                      <a:pt x="15" y="88"/>
                      <a:pt x="15" y="88"/>
                    </a:cubicBezTo>
                    <a:cubicBezTo>
                      <a:pt x="16" y="89"/>
                      <a:pt x="17" y="89"/>
                      <a:pt x="17" y="90"/>
                    </a:cubicBezTo>
                    <a:cubicBezTo>
                      <a:pt x="20" y="92"/>
                      <a:pt x="23" y="95"/>
                      <a:pt x="26" y="96"/>
                    </a:cubicBezTo>
                    <a:cubicBezTo>
                      <a:pt x="27" y="97"/>
                      <a:pt x="28" y="97"/>
                      <a:pt x="28" y="98"/>
                    </a:cubicBezTo>
                    <a:cubicBezTo>
                      <a:pt x="30" y="98"/>
                      <a:pt x="31" y="99"/>
                      <a:pt x="33" y="100"/>
                    </a:cubicBezTo>
                    <a:cubicBezTo>
                      <a:pt x="34" y="100"/>
                      <a:pt x="35" y="100"/>
                      <a:pt x="35" y="101"/>
                    </a:cubicBezTo>
                    <a:cubicBezTo>
                      <a:pt x="41" y="102"/>
                      <a:pt x="46" y="103"/>
                      <a:pt x="52" y="103"/>
                    </a:cubicBezTo>
                    <a:cubicBezTo>
                      <a:pt x="53" y="103"/>
                      <a:pt x="54" y="103"/>
                      <a:pt x="55" y="103"/>
                    </a:cubicBezTo>
                    <a:cubicBezTo>
                      <a:pt x="55" y="87"/>
                      <a:pt x="55" y="87"/>
                      <a:pt x="55" y="87"/>
                    </a:cubicBezTo>
                    <a:cubicBezTo>
                      <a:pt x="55" y="86"/>
                      <a:pt x="55" y="86"/>
                      <a:pt x="55" y="86"/>
                    </a:cubicBezTo>
                    <a:cubicBezTo>
                      <a:pt x="54" y="85"/>
                      <a:pt x="54" y="83"/>
                      <a:pt x="53" y="82"/>
                    </a:cubicBezTo>
                    <a:cubicBezTo>
                      <a:pt x="53" y="82"/>
                      <a:pt x="52" y="81"/>
                      <a:pt x="52" y="81"/>
                    </a:cubicBezTo>
                    <a:cubicBezTo>
                      <a:pt x="52" y="80"/>
                      <a:pt x="51" y="80"/>
                      <a:pt x="51" y="80"/>
                    </a:cubicBezTo>
                    <a:cubicBezTo>
                      <a:pt x="51" y="79"/>
                      <a:pt x="50" y="79"/>
                      <a:pt x="50" y="78"/>
                    </a:cubicBezTo>
                    <a:cubicBezTo>
                      <a:pt x="50" y="78"/>
                      <a:pt x="51" y="77"/>
                      <a:pt x="51" y="77"/>
                    </a:cubicBezTo>
                    <a:cubicBezTo>
                      <a:pt x="51" y="76"/>
                      <a:pt x="51" y="76"/>
                      <a:pt x="51" y="76"/>
                    </a:cubicBezTo>
                    <a:cubicBezTo>
                      <a:pt x="51" y="75"/>
                      <a:pt x="51" y="74"/>
                      <a:pt x="51" y="74"/>
                    </a:cubicBezTo>
                    <a:cubicBezTo>
                      <a:pt x="51" y="73"/>
                      <a:pt x="52" y="73"/>
                      <a:pt x="52" y="73"/>
                    </a:cubicBezTo>
                    <a:cubicBezTo>
                      <a:pt x="52" y="73"/>
                      <a:pt x="52" y="73"/>
                      <a:pt x="53" y="72"/>
                    </a:cubicBezTo>
                    <a:cubicBezTo>
                      <a:pt x="53" y="72"/>
                      <a:pt x="53" y="72"/>
                      <a:pt x="53" y="71"/>
                    </a:cubicBezTo>
                    <a:cubicBezTo>
                      <a:pt x="53" y="71"/>
                      <a:pt x="54" y="71"/>
                      <a:pt x="54" y="70"/>
                    </a:cubicBezTo>
                    <a:cubicBezTo>
                      <a:pt x="54" y="70"/>
                      <a:pt x="54" y="68"/>
                      <a:pt x="54" y="67"/>
                    </a:cubicBezTo>
                    <a:cubicBezTo>
                      <a:pt x="54" y="67"/>
                      <a:pt x="54" y="66"/>
                      <a:pt x="54" y="66"/>
                    </a:cubicBezTo>
                    <a:cubicBezTo>
                      <a:pt x="53" y="65"/>
                      <a:pt x="53" y="64"/>
                      <a:pt x="53" y="64"/>
                    </a:cubicBezTo>
                    <a:cubicBezTo>
                      <a:pt x="52" y="64"/>
                      <a:pt x="52" y="65"/>
                      <a:pt x="52" y="65"/>
                    </a:cubicBezTo>
                    <a:cubicBezTo>
                      <a:pt x="52" y="66"/>
                      <a:pt x="52" y="66"/>
                      <a:pt x="51" y="66"/>
                    </a:cubicBezTo>
                    <a:cubicBezTo>
                      <a:pt x="51" y="66"/>
                      <a:pt x="50" y="66"/>
                      <a:pt x="50" y="65"/>
                    </a:cubicBezTo>
                    <a:cubicBezTo>
                      <a:pt x="49" y="65"/>
                      <a:pt x="49" y="65"/>
                      <a:pt x="49" y="65"/>
                    </a:cubicBezTo>
                    <a:cubicBezTo>
                      <a:pt x="48" y="65"/>
                      <a:pt x="48" y="64"/>
                      <a:pt x="47" y="64"/>
                    </a:cubicBezTo>
                    <a:cubicBezTo>
                      <a:pt x="47" y="64"/>
                      <a:pt x="47" y="64"/>
                      <a:pt x="46" y="63"/>
                    </a:cubicBezTo>
                    <a:cubicBezTo>
                      <a:pt x="46" y="63"/>
                      <a:pt x="46" y="63"/>
                      <a:pt x="46" y="62"/>
                    </a:cubicBezTo>
                    <a:cubicBezTo>
                      <a:pt x="46" y="62"/>
                      <a:pt x="45" y="60"/>
                      <a:pt x="44" y="60"/>
                    </a:cubicBezTo>
                    <a:cubicBezTo>
                      <a:pt x="44" y="60"/>
                      <a:pt x="43" y="60"/>
                      <a:pt x="43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0" y="59"/>
                      <a:pt x="39" y="57"/>
                      <a:pt x="38" y="57"/>
                    </a:cubicBezTo>
                    <a:cubicBezTo>
                      <a:pt x="37" y="57"/>
                      <a:pt x="37" y="58"/>
                      <a:pt x="36" y="58"/>
                    </a:cubicBezTo>
                    <a:cubicBezTo>
                      <a:pt x="36" y="58"/>
                      <a:pt x="35" y="57"/>
                      <a:pt x="34" y="57"/>
                    </a:cubicBezTo>
                    <a:cubicBezTo>
                      <a:pt x="33" y="57"/>
                      <a:pt x="33" y="56"/>
                      <a:pt x="32" y="56"/>
                    </a:cubicBezTo>
                    <a:cubicBezTo>
                      <a:pt x="32" y="56"/>
                      <a:pt x="31" y="55"/>
                      <a:pt x="31" y="55"/>
                    </a:cubicBezTo>
                    <a:cubicBezTo>
                      <a:pt x="31" y="55"/>
                      <a:pt x="30" y="55"/>
                      <a:pt x="30" y="55"/>
                    </a:cubicBezTo>
                    <a:cubicBezTo>
                      <a:pt x="30" y="55"/>
                      <a:pt x="29" y="54"/>
                      <a:pt x="29" y="54"/>
                    </a:cubicBezTo>
                    <a:cubicBezTo>
                      <a:pt x="28" y="54"/>
                      <a:pt x="28" y="53"/>
                      <a:pt x="28" y="53"/>
                    </a:cubicBezTo>
                    <a:cubicBezTo>
                      <a:pt x="28" y="53"/>
                      <a:pt x="28" y="52"/>
                      <a:pt x="28" y="52"/>
                    </a:cubicBezTo>
                    <a:cubicBezTo>
                      <a:pt x="28" y="51"/>
                      <a:pt x="28" y="50"/>
                      <a:pt x="27" y="49"/>
                    </a:cubicBezTo>
                    <a:cubicBezTo>
                      <a:pt x="26" y="48"/>
                      <a:pt x="26" y="48"/>
                      <a:pt x="25" y="47"/>
                    </a:cubicBezTo>
                    <a:cubicBezTo>
                      <a:pt x="25" y="47"/>
                      <a:pt x="25" y="47"/>
                      <a:pt x="25" y="46"/>
                    </a:cubicBezTo>
                    <a:cubicBezTo>
                      <a:pt x="25" y="46"/>
                      <a:pt x="25" y="46"/>
                      <a:pt x="24" y="45"/>
                    </a:cubicBezTo>
                    <a:cubicBezTo>
                      <a:pt x="24" y="45"/>
                      <a:pt x="23" y="44"/>
                      <a:pt x="23" y="44"/>
                    </a:cubicBezTo>
                    <a:cubicBezTo>
                      <a:pt x="23" y="43"/>
                      <a:pt x="24" y="42"/>
                      <a:pt x="23" y="42"/>
                    </a:cubicBezTo>
                    <a:cubicBezTo>
                      <a:pt x="23" y="41"/>
                      <a:pt x="22" y="41"/>
                      <a:pt x="22" y="43"/>
                    </a:cubicBezTo>
                    <a:cubicBezTo>
                      <a:pt x="22" y="43"/>
                      <a:pt x="22" y="44"/>
                      <a:pt x="23" y="44"/>
                    </a:cubicBezTo>
                    <a:cubicBezTo>
                      <a:pt x="23" y="44"/>
                      <a:pt x="23" y="45"/>
                      <a:pt x="23" y="45"/>
                    </a:cubicBezTo>
                    <a:cubicBezTo>
                      <a:pt x="23" y="46"/>
                      <a:pt x="23" y="46"/>
                      <a:pt x="24" y="46"/>
                    </a:cubicBezTo>
                    <a:cubicBezTo>
                      <a:pt x="24" y="47"/>
                      <a:pt x="24" y="48"/>
                      <a:pt x="24" y="48"/>
                    </a:cubicBezTo>
                    <a:cubicBezTo>
                      <a:pt x="24" y="49"/>
                      <a:pt x="25" y="49"/>
                      <a:pt x="24" y="50"/>
                    </a:cubicBezTo>
                    <a:cubicBezTo>
                      <a:pt x="24" y="50"/>
                      <a:pt x="24" y="49"/>
                      <a:pt x="23" y="49"/>
                    </a:cubicBezTo>
                    <a:cubicBezTo>
                      <a:pt x="23" y="49"/>
                      <a:pt x="23" y="49"/>
                      <a:pt x="22" y="48"/>
                    </a:cubicBezTo>
                    <a:cubicBezTo>
                      <a:pt x="22" y="48"/>
                      <a:pt x="23" y="47"/>
                      <a:pt x="23" y="47"/>
                    </a:cubicBezTo>
                    <a:cubicBezTo>
                      <a:pt x="22" y="46"/>
                      <a:pt x="21" y="46"/>
                      <a:pt x="21" y="45"/>
                    </a:cubicBezTo>
                    <a:cubicBezTo>
                      <a:pt x="21" y="45"/>
                      <a:pt x="21" y="45"/>
                      <a:pt x="21" y="44"/>
                    </a:cubicBezTo>
                    <a:cubicBezTo>
                      <a:pt x="21" y="44"/>
                      <a:pt x="21" y="43"/>
                      <a:pt x="21" y="43"/>
                    </a:cubicBezTo>
                    <a:cubicBezTo>
                      <a:pt x="20" y="43"/>
                      <a:pt x="20" y="42"/>
                      <a:pt x="20" y="41"/>
                    </a:cubicBezTo>
                    <a:cubicBezTo>
                      <a:pt x="20" y="41"/>
                      <a:pt x="20" y="40"/>
                      <a:pt x="20" y="40"/>
                    </a:cubicBezTo>
                    <a:cubicBezTo>
                      <a:pt x="20" y="39"/>
                      <a:pt x="20" y="39"/>
                      <a:pt x="19" y="39"/>
                    </a:cubicBezTo>
                    <a:cubicBezTo>
                      <a:pt x="19" y="38"/>
                      <a:pt x="18" y="38"/>
                      <a:pt x="18" y="38"/>
                    </a:cubicBezTo>
                    <a:cubicBezTo>
                      <a:pt x="18" y="38"/>
                      <a:pt x="18" y="37"/>
                      <a:pt x="18" y="37"/>
                    </a:cubicBezTo>
                    <a:cubicBezTo>
                      <a:pt x="18" y="36"/>
                      <a:pt x="18" y="35"/>
                      <a:pt x="18" y="34"/>
                    </a:cubicBezTo>
                    <a:cubicBezTo>
                      <a:pt x="18" y="34"/>
                      <a:pt x="18" y="33"/>
                      <a:pt x="18" y="32"/>
                    </a:cubicBezTo>
                    <a:cubicBezTo>
                      <a:pt x="18" y="32"/>
                      <a:pt x="18" y="32"/>
                      <a:pt x="19" y="31"/>
                    </a:cubicBezTo>
                    <a:cubicBezTo>
                      <a:pt x="19" y="31"/>
                      <a:pt x="19" y="30"/>
                      <a:pt x="19" y="30"/>
                    </a:cubicBezTo>
                    <a:cubicBezTo>
                      <a:pt x="20" y="29"/>
                      <a:pt x="20" y="28"/>
                      <a:pt x="21" y="28"/>
                    </a:cubicBezTo>
                    <a:cubicBezTo>
                      <a:pt x="22" y="27"/>
                      <a:pt x="22" y="26"/>
                      <a:pt x="23" y="25"/>
                    </a:cubicBezTo>
                    <a:cubicBezTo>
                      <a:pt x="23" y="25"/>
                      <a:pt x="23" y="24"/>
                      <a:pt x="23" y="24"/>
                    </a:cubicBezTo>
                    <a:cubicBezTo>
                      <a:pt x="23" y="23"/>
                      <a:pt x="22" y="23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0"/>
                      <a:pt x="23" y="19"/>
                      <a:pt x="23" y="19"/>
                    </a:cubicBezTo>
                    <a:cubicBezTo>
                      <a:pt x="23" y="18"/>
                      <a:pt x="24" y="18"/>
                      <a:pt x="23" y="18"/>
                    </a:cubicBezTo>
                    <a:cubicBezTo>
                      <a:pt x="23" y="17"/>
                      <a:pt x="22" y="18"/>
                      <a:pt x="22" y="18"/>
                    </a:cubicBezTo>
                    <a:cubicBezTo>
                      <a:pt x="21" y="17"/>
                      <a:pt x="22" y="17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2" y="15"/>
                      <a:pt x="22" y="14"/>
                      <a:pt x="22" y="14"/>
                    </a:cubicBezTo>
                    <a:cubicBezTo>
                      <a:pt x="28" y="9"/>
                      <a:pt x="35" y="5"/>
                      <a:pt x="43" y="4"/>
                    </a:cubicBezTo>
                    <a:cubicBezTo>
                      <a:pt x="43" y="4"/>
                      <a:pt x="43" y="4"/>
                      <a:pt x="43" y="4"/>
                    </a:cubicBezTo>
                    <a:cubicBezTo>
                      <a:pt x="43" y="4"/>
                      <a:pt x="43" y="4"/>
                      <a:pt x="44" y="4"/>
                    </a:cubicBezTo>
                    <a:cubicBezTo>
                      <a:pt x="44" y="4"/>
                      <a:pt x="45" y="4"/>
                      <a:pt x="45" y="4"/>
                    </a:cubicBezTo>
                    <a:cubicBezTo>
                      <a:pt x="46" y="4"/>
                      <a:pt x="46" y="4"/>
                      <a:pt x="47" y="4"/>
                    </a:cubicBezTo>
                    <a:cubicBezTo>
                      <a:pt x="48" y="4"/>
                      <a:pt x="49" y="5"/>
                      <a:pt x="50" y="5"/>
                    </a:cubicBezTo>
                    <a:cubicBezTo>
                      <a:pt x="50" y="5"/>
                      <a:pt x="50" y="4"/>
                      <a:pt x="50" y="4"/>
                    </a:cubicBezTo>
                    <a:cubicBezTo>
                      <a:pt x="50" y="4"/>
                      <a:pt x="51" y="3"/>
                      <a:pt x="51" y="3"/>
                    </a:cubicBezTo>
                    <a:cubicBezTo>
                      <a:pt x="51" y="3"/>
                      <a:pt x="52" y="3"/>
                      <a:pt x="52" y="3"/>
                    </a:cubicBezTo>
                    <a:cubicBezTo>
                      <a:pt x="53" y="3"/>
                      <a:pt x="54" y="3"/>
                      <a:pt x="55" y="3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4" y="0"/>
                      <a:pt x="53" y="0"/>
                    </a:cubicBezTo>
                    <a:cubicBezTo>
                      <a:pt x="53" y="0"/>
                      <a:pt x="52" y="0"/>
                      <a:pt x="52" y="0"/>
                    </a:cubicBezTo>
                    <a:cubicBezTo>
                      <a:pt x="51" y="0"/>
                      <a:pt x="51" y="0"/>
                      <a:pt x="50" y="0"/>
                    </a:cubicBezTo>
                    <a:cubicBezTo>
                      <a:pt x="45" y="0"/>
                      <a:pt x="40" y="1"/>
                      <a:pt x="35" y="3"/>
                    </a:cubicBezTo>
                    <a:cubicBezTo>
                      <a:pt x="35" y="3"/>
                      <a:pt x="34" y="4"/>
                      <a:pt x="33" y="4"/>
                    </a:cubicBezTo>
                    <a:cubicBezTo>
                      <a:pt x="33" y="4"/>
                      <a:pt x="33" y="4"/>
                      <a:pt x="32" y="4"/>
                    </a:cubicBezTo>
                    <a:cubicBezTo>
                      <a:pt x="32" y="4"/>
                      <a:pt x="31" y="5"/>
                      <a:pt x="31" y="5"/>
                    </a:cubicBezTo>
                    <a:cubicBezTo>
                      <a:pt x="30" y="5"/>
                      <a:pt x="29" y="6"/>
                      <a:pt x="28" y="6"/>
                    </a:cubicBezTo>
                    <a:cubicBezTo>
                      <a:pt x="28" y="6"/>
                      <a:pt x="27" y="7"/>
                      <a:pt x="26" y="7"/>
                    </a:cubicBezTo>
                    <a:cubicBezTo>
                      <a:pt x="23" y="9"/>
                      <a:pt x="21" y="11"/>
                      <a:pt x="18" y="13"/>
                    </a:cubicBezTo>
                    <a:cubicBezTo>
                      <a:pt x="18" y="13"/>
                      <a:pt x="18" y="13"/>
                      <a:pt x="17" y="14"/>
                    </a:cubicBezTo>
                    <a:cubicBezTo>
                      <a:pt x="17" y="14"/>
                      <a:pt x="16" y="15"/>
                      <a:pt x="15" y="15"/>
                    </a:cubicBezTo>
                    <a:cubicBezTo>
                      <a:pt x="15" y="16"/>
                      <a:pt x="14" y="17"/>
                      <a:pt x="14" y="17"/>
                    </a:cubicBezTo>
                    <a:cubicBezTo>
                      <a:pt x="13" y="18"/>
                      <a:pt x="12" y="19"/>
                      <a:pt x="11" y="20"/>
                    </a:cubicBezTo>
                    <a:cubicBezTo>
                      <a:pt x="10" y="22"/>
                      <a:pt x="8" y="24"/>
                      <a:pt x="7" y="26"/>
                    </a:cubicBezTo>
                    <a:cubicBezTo>
                      <a:pt x="7" y="27"/>
                      <a:pt x="6" y="28"/>
                      <a:pt x="6" y="28"/>
                    </a:cubicBezTo>
                    <a:cubicBezTo>
                      <a:pt x="6" y="29"/>
                      <a:pt x="6" y="29"/>
                      <a:pt x="5" y="29"/>
                    </a:cubicBezTo>
                    <a:cubicBezTo>
                      <a:pt x="5" y="31"/>
                      <a:pt x="4" y="32"/>
                      <a:pt x="4" y="33"/>
                    </a:cubicBezTo>
                    <a:cubicBezTo>
                      <a:pt x="4" y="33"/>
                      <a:pt x="4" y="34"/>
                      <a:pt x="4" y="34"/>
                    </a:cubicBezTo>
                    <a:cubicBezTo>
                      <a:pt x="3" y="36"/>
                      <a:pt x="2" y="37"/>
                      <a:pt x="2" y="39"/>
                    </a:cubicBezTo>
                    <a:cubicBezTo>
                      <a:pt x="2" y="40"/>
                      <a:pt x="2" y="41"/>
                      <a:pt x="1" y="41"/>
                    </a:cubicBezTo>
                    <a:close/>
                    <a:moveTo>
                      <a:pt x="55" y="41"/>
                    </a:moveTo>
                    <a:cubicBezTo>
                      <a:pt x="55" y="65"/>
                      <a:pt x="55" y="65"/>
                      <a:pt x="55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4" y="65"/>
                      <a:pt x="54" y="64"/>
                      <a:pt x="54" y="64"/>
                    </a:cubicBezTo>
                    <a:cubicBezTo>
                      <a:pt x="52" y="63"/>
                      <a:pt x="52" y="65"/>
                      <a:pt x="51" y="65"/>
                    </a:cubicBezTo>
                    <a:cubicBezTo>
                      <a:pt x="50" y="65"/>
                      <a:pt x="48" y="63"/>
                      <a:pt x="48" y="62"/>
                    </a:cubicBezTo>
                    <a:cubicBezTo>
                      <a:pt x="48" y="61"/>
                      <a:pt x="49" y="61"/>
                      <a:pt x="49" y="60"/>
                    </a:cubicBezTo>
                    <a:cubicBezTo>
                      <a:pt x="49" y="59"/>
                      <a:pt x="49" y="59"/>
                      <a:pt x="49" y="59"/>
                    </a:cubicBezTo>
                    <a:cubicBezTo>
                      <a:pt x="49" y="58"/>
                      <a:pt x="48" y="57"/>
                      <a:pt x="48" y="57"/>
                    </a:cubicBezTo>
                    <a:cubicBezTo>
                      <a:pt x="47" y="57"/>
                      <a:pt x="45" y="58"/>
                      <a:pt x="44" y="57"/>
                    </a:cubicBezTo>
                    <a:cubicBezTo>
                      <a:pt x="44" y="57"/>
                      <a:pt x="44" y="57"/>
                      <a:pt x="45" y="56"/>
                    </a:cubicBezTo>
                    <a:cubicBezTo>
                      <a:pt x="45" y="56"/>
                      <a:pt x="45" y="56"/>
                      <a:pt x="45" y="56"/>
                    </a:cubicBezTo>
                    <a:cubicBezTo>
                      <a:pt x="45" y="55"/>
                      <a:pt x="45" y="55"/>
                      <a:pt x="45" y="55"/>
                    </a:cubicBezTo>
                    <a:cubicBezTo>
                      <a:pt x="46" y="54"/>
                      <a:pt x="46" y="54"/>
                      <a:pt x="46" y="53"/>
                    </a:cubicBezTo>
                    <a:cubicBezTo>
                      <a:pt x="46" y="53"/>
                      <a:pt x="46" y="53"/>
                      <a:pt x="46" y="53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5" y="52"/>
                      <a:pt x="44" y="52"/>
                      <a:pt x="44" y="52"/>
                    </a:cubicBezTo>
                    <a:cubicBezTo>
                      <a:pt x="42" y="52"/>
                      <a:pt x="43" y="54"/>
                      <a:pt x="42" y="54"/>
                    </a:cubicBezTo>
                    <a:cubicBezTo>
                      <a:pt x="41" y="55"/>
                      <a:pt x="41" y="55"/>
                      <a:pt x="40" y="55"/>
                    </a:cubicBezTo>
                    <a:cubicBezTo>
                      <a:pt x="40" y="55"/>
                      <a:pt x="39" y="55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7" y="54"/>
                      <a:pt x="36" y="52"/>
                      <a:pt x="36" y="52"/>
                    </a:cubicBezTo>
                    <a:cubicBezTo>
                      <a:pt x="36" y="51"/>
                      <a:pt x="36" y="49"/>
                      <a:pt x="37" y="48"/>
                    </a:cubicBezTo>
                    <a:cubicBezTo>
                      <a:pt x="37" y="48"/>
                      <a:pt x="37" y="48"/>
                      <a:pt x="37" y="47"/>
                    </a:cubicBezTo>
                    <a:cubicBezTo>
                      <a:pt x="38" y="47"/>
                      <a:pt x="37" y="46"/>
                      <a:pt x="38" y="46"/>
                    </a:cubicBezTo>
                    <a:cubicBezTo>
                      <a:pt x="38" y="45"/>
                      <a:pt x="39" y="45"/>
                      <a:pt x="39" y="44"/>
                    </a:cubicBezTo>
                    <a:cubicBezTo>
                      <a:pt x="40" y="44"/>
                      <a:pt x="41" y="43"/>
                      <a:pt x="42" y="43"/>
                    </a:cubicBezTo>
                    <a:cubicBezTo>
                      <a:pt x="42" y="43"/>
                      <a:pt x="43" y="43"/>
                      <a:pt x="44" y="43"/>
                    </a:cubicBezTo>
                    <a:cubicBezTo>
                      <a:pt x="44" y="43"/>
                      <a:pt x="44" y="44"/>
                      <a:pt x="45" y="44"/>
                    </a:cubicBezTo>
                    <a:cubicBezTo>
                      <a:pt x="46" y="44"/>
                      <a:pt x="46" y="43"/>
                      <a:pt x="47" y="43"/>
                    </a:cubicBezTo>
                    <a:cubicBezTo>
                      <a:pt x="48" y="43"/>
                      <a:pt x="48" y="42"/>
                      <a:pt x="49" y="43"/>
                    </a:cubicBezTo>
                    <a:cubicBezTo>
                      <a:pt x="49" y="43"/>
                      <a:pt x="50" y="43"/>
                      <a:pt x="50" y="43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2" y="43"/>
                      <a:pt x="52" y="44"/>
                      <a:pt x="52" y="44"/>
                    </a:cubicBezTo>
                    <a:cubicBezTo>
                      <a:pt x="52" y="45"/>
                      <a:pt x="52" y="45"/>
                      <a:pt x="52" y="46"/>
                    </a:cubicBezTo>
                    <a:cubicBezTo>
                      <a:pt x="52" y="46"/>
                      <a:pt x="53" y="46"/>
                      <a:pt x="54" y="46"/>
                    </a:cubicBezTo>
                    <a:cubicBezTo>
                      <a:pt x="55" y="46"/>
                      <a:pt x="54" y="45"/>
                      <a:pt x="54" y="45"/>
                    </a:cubicBezTo>
                    <a:cubicBezTo>
                      <a:pt x="54" y="45"/>
                      <a:pt x="54" y="44"/>
                      <a:pt x="54" y="44"/>
                    </a:cubicBezTo>
                    <a:cubicBezTo>
                      <a:pt x="54" y="44"/>
                      <a:pt x="54" y="43"/>
                      <a:pt x="54" y="43"/>
                    </a:cubicBezTo>
                    <a:cubicBezTo>
                      <a:pt x="54" y="42"/>
                      <a:pt x="55" y="41"/>
                      <a:pt x="55" y="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0" name="Freeform: Shape 94"/>
              <p:cNvSpPr>
                <a:spLocks/>
              </p:cNvSpPr>
              <p:nvPr/>
            </p:nvSpPr>
            <p:spPr bwMode="auto">
              <a:xfrm>
                <a:off x="7254794" y="2679826"/>
                <a:ext cx="116965" cy="92848"/>
              </a:xfrm>
              <a:custGeom>
                <a:avLst/>
                <a:gdLst>
                  <a:gd name="T0" fmla="*/ 64 w 72"/>
                  <a:gd name="T1" fmla="*/ 13 h 57"/>
                  <a:gd name="T2" fmla="*/ 58 w 72"/>
                  <a:gd name="T3" fmla="*/ 13 h 57"/>
                  <a:gd name="T4" fmla="*/ 58 w 72"/>
                  <a:gd name="T5" fmla="*/ 16 h 57"/>
                  <a:gd name="T6" fmla="*/ 65 w 72"/>
                  <a:gd name="T7" fmla="*/ 32 h 57"/>
                  <a:gd name="T8" fmla="*/ 65 w 72"/>
                  <a:gd name="T9" fmla="*/ 39 h 57"/>
                  <a:gd name="T10" fmla="*/ 58 w 72"/>
                  <a:gd name="T11" fmla="*/ 57 h 57"/>
                  <a:gd name="T12" fmla="*/ 72 w 72"/>
                  <a:gd name="T13" fmla="*/ 53 h 57"/>
                  <a:gd name="T14" fmla="*/ 72 w 72"/>
                  <a:gd name="T15" fmla="*/ 20 h 57"/>
                  <a:gd name="T16" fmla="*/ 58 w 72"/>
                  <a:gd name="T17" fmla="*/ 0 h 57"/>
                  <a:gd name="T18" fmla="*/ 36 w 72"/>
                  <a:gd name="T19" fmla="*/ 4 h 57"/>
                  <a:gd name="T20" fmla="*/ 58 w 72"/>
                  <a:gd name="T21" fmla="*/ 13 h 57"/>
                  <a:gd name="T22" fmla="*/ 36 w 72"/>
                  <a:gd name="T23" fmla="*/ 45 h 57"/>
                  <a:gd name="T24" fmla="*/ 55 w 72"/>
                  <a:gd name="T25" fmla="*/ 53 h 57"/>
                  <a:gd name="T26" fmla="*/ 58 w 72"/>
                  <a:gd name="T27" fmla="*/ 57 h 57"/>
                  <a:gd name="T28" fmla="*/ 51 w 72"/>
                  <a:gd name="T29" fmla="*/ 39 h 57"/>
                  <a:gd name="T30" fmla="*/ 58 w 72"/>
                  <a:gd name="T31" fmla="*/ 32 h 57"/>
                  <a:gd name="T32" fmla="*/ 36 w 72"/>
                  <a:gd name="T33" fmla="*/ 16 h 57"/>
                  <a:gd name="T34" fmla="*/ 36 w 72"/>
                  <a:gd name="T35" fmla="*/ 0 h 57"/>
                  <a:gd name="T36" fmla="*/ 13 w 72"/>
                  <a:gd name="T37" fmla="*/ 0 h 57"/>
                  <a:gd name="T38" fmla="*/ 18 w 72"/>
                  <a:gd name="T39" fmla="*/ 4 h 57"/>
                  <a:gd name="T40" fmla="*/ 36 w 72"/>
                  <a:gd name="T41" fmla="*/ 4 h 57"/>
                  <a:gd name="T42" fmla="*/ 13 w 72"/>
                  <a:gd name="T43" fmla="*/ 57 h 57"/>
                  <a:gd name="T44" fmla="*/ 17 w 72"/>
                  <a:gd name="T45" fmla="*/ 53 h 57"/>
                  <a:gd name="T46" fmla="*/ 36 w 72"/>
                  <a:gd name="T47" fmla="*/ 45 h 57"/>
                  <a:gd name="T48" fmla="*/ 13 w 72"/>
                  <a:gd name="T49" fmla="*/ 16 h 57"/>
                  <a:gd name="T50" fmla="*/ 21 w 72"/>
                  <a:gd name="T51" fmla="*/ 32 h 57"/>
                  <a:gd name="T52" fmla="*/ 21 w 72"/>
                  <a:gd name="T53" fmla="*/ 39 h 57"/>
                  <a:gd name="T54" fmla="*/ 13 w 72"/>
                  <a:gd name="T55" fmla="*/ 57 h 57"/>
                  <a:gd name="T56" fmla="*/ 7 w 72"/>
                  <a:gd name="T57" fmla="*/ 13 h 57"/>
                  <a:gd name="T58" fmla="*/ 0 w 72"/>
                  <a:gd name="T59" fmla="*/ 43 h 57"/>
                  <a:gd name="T60" fmla="*/ 0 w 72"/>
                  <a:gd name="T61" fmla="*/ 53 h 57"/>
                  <a:gd name="T62" fmla="*/ 13 w 72"/>
                  <a:gd name="T63" fmla="*/ 57 h 57"/>
                  <a:gd name="T64" fmla="*/ 6 w 72"/>
                  <a:gd name="T65" fmla="*/ 39 h 57"/>
                  <a:gd name="T66" fmla="*/ 13 w 72"/>
                  <a:gd name="T67" fmla="*/ 32 h 57"/>
                  <a:gd name="T68" fmla="*/ 12 w 72"/>
                  <a:gd name="T69" fmla="*/ 16 h 57"/>
                  <a:gd name="T70" fmla="*/ 13 w 72"/>
                  <a:gd name="T7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2" h="57">
                    <a:moveTo>
                      <a:pt x="72" y="20"/>
                    </a:moveTo>
                    <a:cubicBezTo>
                      <a:pt x="64" y="13"/>
                      <a:pt x="64" y="13"/>
                      <a:pt x="64" y="13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13"/>
                      <a:pt x="58" y="13"/>
                      <a:pt x="58" y="13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65" y="32"/>
                      <a:pt x="65" y="32"/>
                      <a:pt x="65" y="32"/>
                    </a:cubicBezTo>
                    <a:cubicBezTo>
                      <a:pt x="65" y="39"/>
                      <a:pt x="65" y="39"/>
                      <a:pt x="65" y="39"/>
                    </a:cubicBezTo>
                    <a:cubicBezTo>
                      <a:pt x="65" y="39"/>
                      <a:pt x="65" y="39"/>
                      <a:pt x="65" y="39"/>
                    </a:cubicBezTo>
                    <a:cubicBezTo>
                      <a:pt x="58" y="39"/>
                      <a:pt x="58" y="39"/>
                      <a:pt x="58" y="39"/>
                    </a:cubicBezTo>
                    <a:cubicBezTo>
                      <a:pt x="58" y="57"/>
                      <a:pt x="58" y="57"/>
                      <a:pt x="58" y="57"/>
                    </a:cubicBezTo>
                    <a:cubicBezTo>
                      <a:pt x="68" y="57"/>
                      <a:pt x="68" y="57"/>
                      <a:pt x="68" y="57"/>
                    </a:cubicBezTo>
                    <a:cubicBezTo>
                      <a:pt x="70" y="57"/>
                      <a:pt x="72" y="55"/>
                      <a:pt x="72" y="53"/>
                    </a:cubicBezTo>
                    <a:cubicBezTo>
                      <a:pt x="72" y="45"/>
                      <a:pt x="72" y="45"/>
                      <a:pt x="72" y="45"/>
                    </a:cubicBezTo>
                    <a:lnTo>
                      <a:pt x="72" y="20"/>
                    </a:lnTo>
                    <a:close/>
                    <a:moveTo>
                      <a:pt x="58" y="0"/>
                    </a:moveTo>
                    <a:cubicBezTo>
                      <a:pt x="58" y="0"/>
                      <a:pt x="58" y="0"/>
                      <a:pt x="58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8" y="13"/>
                      <a:pt x="58" y="13"/>
                      <a:pt x="58" y="13"/>
                    </a:cubicBezTo>
                    <a:cubicBezTo>
                      <a:pt x="58" y="0"/>
                      <a:pt x="58" y="0"/>
                      <a:pt x="58" y="0"/>
                    </a:cubicBezTo>
                    <a:close/>
                    <a:moveTo>
                      <a:pt x="36" y="45"/>
                    </a:moveTo>
                    <a:cubicBezTo>
                      <a:pt x="55" y="45"/>
                      <a:pt x="55" y="45"/>
                      <a:pt x="55" y="45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55"/>
                      <a:pt x="56" y="57"/>
                      <a:pt x="58" y="57"/>
                    </a:cubicBezTo>
                    <a:cubicBezTo>
                      <a:pt x="58" y="57"/>
                      <a:pt x="58" y="57"/>
                      <a:pt x="58" y="57"/>
                    </a:cubicBezTo>
                    <a:cubicBezTo>
                      <a:pt x="58" y="39"/>
                      <a:pt x="58" y="39"/>
                      <a:pt x="58" y="39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51" y="32"/>
                      <a:pt x="51" y="32"/>
                      <a:pt x="51" y="32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36" y="16"/>
                      <a:pt x="36" y="16"/>
                      <a:pt x="36" y="16"/>
                    </a:cubicBezTo>
                    <a:lnTo>
                      <a:pt x="36" y="45"/>
                    </a:lnTo>
                    <a:close/>
                    <a:moveTo>
                      <a:pt x="36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0"/>
                      <a:pt x="36" y="0"/>
                      <a:pt x="36" y="0"/>
                    </a:cubicBezTo>
                    <a:close/>
                    <a:moveTo>
                      <a:pt x="13" y="57"/>
                    </a:moveTo>
                    <a:cubicBezTo>
                      <a:pt x="14" y="57"/>
                      <a:pt x="14" y="57"/>
                      <a:pt x="14" y="57"/>
                    </a:cubicBezTo>
                    <a:cubicBezTo>
                      <a:pt x="15" y="57"/>
                      <a:pt x="17" y="55"/>
                      <a:pt x="17" y="53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36" y="45"/>
                      <a:pt x="36" y="45"/>
                      <a:pt x="36" y="45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13" y="39"/>
                      <a:pt x="13" y="39"/>
                      <a:pt x="13" y="39"/>
                    </a:cubicBezTo>
                    <a:lnTo>
                      <a:pt x="13" y="57"/>
                    </a:lnTo>
                    <a:close/>
                    <a:moveTo>
                      <a:pt x="13" y="0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1" y="57"/>
                      <a:pt x="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3" y="13"/>
                      <a:pt x="13" y="13"/>
                      <a:pt x="13" y="13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" name="Group 95"/>
            <p:cNvGrpSpPr/>
            <p:nvPr/>
          </p:nvGrpSpPr>
          <p:grpSpPr>
            <a:xfrm>
              <a:off x="5329097" y="4471677"/>
              <a:ext cx="1473514" cy="2386321"/>
              <a:chOff x="5329097" y="4471677"/>
              <a:chExt cx="1473514" cy="2386321"/>
            </a:xfrm>
          </p:grpSpPr>
          <p:sp>
            <p:nvSpPr>
              <p:cNvPr id="6" name="Freeform: Shape 96"/>
              <p:cNvSpPr>
                <a:spLocks/>
              </p:cNvSpPr>
              <p:nvPr/>
            </p:nvSpPr>
            <p:spPr bwMode="auto">
              <a:xfrm>
                <a:off x="5436415" y="5380866"/>
                <a:ext cx="904366" cy="1231144"/>
              </a:xfrm>
              <a:custGeom>
                <a:avLst/>
                <a:gdLst>
                  <a:gd name="T0" fmla="*/ 41 w 559"/>
                  <a:gd name="T1" fmla="*/ 22 h 761"/>
                  <a:gd name="T2" fmla="*/ 41 w 559"/>
                  <a:gd name="T3" fmla="*/ 22 h 761"/>
                  <a:gd name="T4" fmla="*/ 22 w 559"/>
                  <a:gd name="T5" fmla="*/ 122 h 761"/>
                  <a:gd name="T6" fmla="*/ 419 w 559"/>
                  <a:gd name="T7" fmla="*/ 720 h 761"/>
                  <a:gd name="T8" fmla="*/ 518 w 559"/>
                  <a:gd name="T9" fmla="*/ 739 h 761"/>
                  <a:gd name="T10" fmla="*/ 518 w 559"/>
                  <a:gd name="T11" fmla="*/ 739 h 761"/>
                  <a:gd name="T12" fmla="*/ 537 w 559"/>
                  <a:gd name="T13" fmla="*/ 640 h 761"/>
                  <a:gd name="T14" fmla="*/ 140 w 559"/>
                  <a:gd name="T15" fmla="*/ 41 h 761"/>
                  <a:gd name="T16" fmla="*/ 41 w 559"/>
                  <a:gd name="T17" fmla="*/ 22 h 7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9" h="761">
                    <a:moveTo>
                      <a:pt x="41" y="22"/>
                    </a:moveTo>
                    <a:cubicBezTo>
                      <a:pt x="41" y="22"/>
                      <a:pt x="41" y="22"/>
                      <a:pt x="41" y="22"/>
                    </a:cubicBezTo>
                    <a:cubicBezTo>
                      <a:pt x="8" y="45"/>
                      <a:pt x="0" y="89"/>
                      <a:pt x="22" y="122"/>
                    </a:cubicBezTo>
                    <a:cubicBezTo>
                      <a:pt x="419" y="720"/>
                      <a:pt x="419" y="720"/>
                      <a:pt x="419" y="720"/>
                    </a:cubicBezTo>
                    <a:cubicBezTo>
                      <a:pt x="441" y="753"/>
                      <a:pt x="486" y="761"/>
                      <a:pt x="518" y="739"/>
                    </a:cubicBezTo>
                    <a:cubicBezTo>
                      <a:pt x="518" y="739"/>
                      <a:pt x="518" y="739"/>
                      <a:pt x="518" y="739"/>
                    </a:cubicBezTo>
                    <a:cubicBezTo>
                      <a:pt x="551" y="717"/>
                      <a:pt x="559" y="672"/>
                      <a:pt x="537" y="640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18" y="8"/>
                      <a:pt x="73" y="0"/>
                      <a:pt x="41" y="22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" name="Freeform: Shape 97"/>
              <p:cNvSpPr>
                <a:spLocks/>
              </p:cNvSpPr>
              <p:nvPr/>
            </p:nvSpPr>
            <p:spPr bwMode="auto">
              <a:xfrm>
                <a:off x="5696872" y="5916251"/>
                <a:ext cx="950188" cy="941747"/>
              </a:xfrm>
              <a:custGeom>
                <a:avLst/>
                <a:gdLst>
                  <a:gd name="T0" fmla="*/ 258 w 788"/>
                  <a:gd name="T1" fmla="*/ 781 h 781"/>
                  <a:gd name="T2" fmla="*/ 258 w 788"/>
                  <a:gd name="T3" fmla="*/ 589 h 781"/>
                  <a:gd name="T4" fmla="*/ 0 w 788"/>
                  <a:gd name="T5" fmla="*/ 0 h 781"/>
                  <a:gd name="T6" fmla="*/ 788 w 788"/>
                  <a:gd name="T7" fmla="*/ 0 h 781"/>
                  <a:gd name="T8" fmla="*/ 788 w 788"/>
                  <a:gd name="T9" fmla="*/ 781 h 781"/>
                  <a:gd name="T10" fmla="*/ 258 w 788"/>
                  <a:gd name="T11" fmla="*/ 781 h 7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8" h="781">
                    <a:moveTo>
                      <a:pt x="258" y="781"/>
                    </a:moveTo>
                    <a:lnTo>
                      <a:pt x="258" y="589"/>
                    </a:lnTo>
                    <a:lnTo>
                      <a:pt x="0" y="0"/>
                    </a:lnTo>
                    <a:lnTo>
                      <a:pt x="788" y="0"/>
                    </a:lnTo>
                    <a:lnTo>
                      <a:pt x="788" y="781"/>
                    </a:lnTo>
                    <a:lnTo>
                      <a:pt x="258" y="781"/>
                    </a:ln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" name="Freeform: Shape 98"/>
              <p:cNvSpPr>
                <a:spLocks/>
              </p:cNvSpPr>
              <p:nvPr/>
            </p:nvSpPr>
            <p:spPr bwMode="auto">
              <a:xfrm>
                <a:off x="5390594" y="5720908"/>
                <a:ext cx="893514" cy="1137090"/>
              </a:xfrm>
              <a:custGeom>
                <a:avLst/>
                <a:gdLst>
                  <a:gd name="T0" fmla="*/ 40 w 552"/>
                  <a:gd name="T1" fmla="*/ 22 h 703"/>
                  <a:gd name="T2" fmla="*/ 40 w 552"/>
                  <a:gd name="T3" fmla="*/ 22 h 703"/>
                  <a:gd name="T4" fmla="*/ 21 w 552"/>
                  <a:gd name="T5" fmla="*/ 121 h 703"/>
                  <a:gd name="T6" fmla="*/ 407 w 552"/>
                  <a:gd name="T7" fmla="*/ 703 h 703"/>
                  <a:gd name="T8" fmla="*/ 544 w 552"/>
                  <a:gd name="T9" fmla="*/ 703 h 703"/>
                  <a:gd name="T10" fmla="*/ 536 w 552"/>
                  <a:gd name="T11" fmla="*/ 639 h 703"/>
                  <a:gd name="T12" fmla="*/ 139 w 552"/>
                  <a:gd name="T13" fmla="*/ 41 h 703"/>
                  <a:gd name="T14" fmla="*/ 40 w 552"/>
                  <a:gd name="T15" fmla="*/ 22 h 7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2" h="703">
                    <a:moveTo>
                      <a:pt x="40" y="22"/>
                    </a:moveTo>
                    <a:cubicBezTo>
                      <a:pt x="40" y="22"/>
                      <a:pt x="40" y="22"/>
                      <a:pt x="40" y="22"/>
                    </a:cubicBezTo>
                    <a:cubicBezTo>
                      <a:pt x="8" y="44"/>
                      <a:pt x="0" y="88"/>
                      <a:pt x="21" y="121"/>
                    </a:cubicBezTo>
                    <a:cubicBezTo>
                      <a:pt x="407" y="703"/>
                      <a:pt x="407" y="703"/>
                      <a:pt x="407" y="703"/>
                    </a:cubicBezTo>
                    <a:cubicBezTo>
                      <a:pt x="544" y="703"/>
                      <a:pt x="544" y="703"/>
                      <a:pt x="544" y="703"/>
                    </a:cubicBezTo>
                    <a:cubicBezTo>
                      <a:pt x="552" y="682"/>
                      <a:pt x="549" y="659"/>
                      <a:pt x="536" y="639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18" y="8"/>
                      <a:pt x="72" y="0"/>
                      <a:pt x="40" y="22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" name="Freeform: Shape 99"/>
              <p:cNvSpPr>
                <a:spLocks/>
              </p:cNvSpPr>
              <p:nvPr/>
            </p:nvSpPr>
            <p:spPr bwMode="auto">
              <a:xfrm>
                <a:off x="5361654" y="4524733"/>
                <a:ext cx="881456" cy="1193764"/>
              </a:xfrm>
              <a:custGeom>
                <a:avLst/>
                <a:gdLst>
                  <a:gd name="T0" fmla="*/ 41 w 545"/>
                  <a:gd name="T1" fmla="*/ 22 h 738"/>
                  <a:gd name="T2" fmla="*/ 41 w 545"/>
                  <a:gd name="T3" fmla="*/ 22 h 738"/>
                  <a:gd name="T4" fmla="*/ 22 w 545"/>
                  <a:gd name="T5" fmla="*/ 121 h 738"/>
                  <a:gd name="T6" fmla="*/ 405 w 545"/>
                  <a:gd name="T7" fmla="*/ 697 h 738"/>
                  <a:gd name="T8" fmla="*/ 504 w 545"/>
                  <a:gd name="T9" fmla="*/ 716 h 738"/>
                  <a:gd name="T10" fmla="*/ 504 w 545"/>
                  <a:gd name="T11" fmla="*/ 716 h 738"/>
                  <a:gd name="T12" fmla="*/ 523 w 545"/>
                  <a:gd name="T13" fmla="*/ 617 h 738"/>
                  <a:gd name="T14" fmla="*/ 140 w 545"/>
                  <a:gd name="T15" fmla="*/ 41 h 738"/>
                  <a:gd name="T16" fmla="*/ 41 w 545"/>
                  <a:gd name="T17" fmla="*/ 22 h 7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5" h="738">
                    <a:moveTo>
                      <a:pt x="41" y="22"/>
                    </a:moveTo>
                    <a:cubicBezTo>
                      <a:pt x="41" y="22"/>
                      <a:pt x="41" y="22"/>
                      <a:pt x="41" y="22"/>
                    </a:cubicBezTo>
                    <a:cubicBezTo>
                      <a:pt x="8" y="44"/>
                      <a:pt x="0" y="89"/>
                      <a:pt x="22" y="121"/>
                    </a:cubicBezTo>
                    <a:cubicBezTo>
                      <a:pt x="405" y="697"/>
                      <a:pt x="405" y="697"/>
                      <a:pt x="405" y="697"/>
                    </a:cubicBezTo>
                    <a:cubicBezTo>
                      <a:pt x="427" y="730"/>
                      <a:pt x="472" y="738"/>
                      <a:pt x="504" y="716"/>
                    </a:cubicBezTo>
                    <a:cubicBezTo>
                      <a:pt x="504" y="716"/>
                      <a:pt x="504" y="716"/>
                      <a:pt x="504" y="716"/>
                    </a:cubicBezTo>
                    <a:cubicBezTo>
                      <a:pt x="537" y="694"/>
                      <a:pt x="545" y="650"/>
                      <a:pt x="523" y="617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18" y="8"/>
                      <a:pt x="73" y="0"/>
                      <a:pt x="41" y="22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" name="Freeform: Shape 100"/>
              <p:cNvSpPr>
                <a:spLocks/>
              </p:cNvSpPr>
              <p:nvPr/>
            </p:nvSpPr>
            <p:spPr bwMode="auto">
              <a:xfrm>
                <a:off x="5611259" y="4471677"/>
                <a:ext cx="974304" cy="1920874"/>
              </a:xfrm>
              <a:custGeom>
                <a:avLst/>
                <a:gdLst>
                  <a:gd name="T0" fmla="*/ 478 w 602"/>
                  <a:gd name="T1" fmla="*/ 0 h 1187"/>
                  <a:gd name="T2" fmla="*/ 124 w 602"/>
                  <a:gd name="T3" fmla="*/ 0 h 1187"/>
                  <a:gd name="T4" fmla="*/ 0 w 602"/>
                  <a:gd name="T5" fmla="*/ 124 h 1187"/>
                  <a:gd name="T6" fmla="*/ 0 w 602"/>
                  <a:gd name="T7" fmla="*/ 1062 h 1187"/>
                  <a:gd name="T8" fmla="*/ 124 w 602"/>
                  <a:gd name="T9" fmla="*/ 1187 h 1187"/>
                  <a:gd name="T10" fmla="*/ 478 w 602"/>
                  <a:gd name="T11" fmla="*/ 1187 h 1187"/>
                  <a:gd name="T12" fmla="*/ 602 w 602"/>
                  <a:gd name="T13" fmla="*/ 1062 h 1187"/>
                  <a:gd name="T14" fmla="*/ 602 w 602"/>
                  <a:gd name="T15" fmla="*/ 124 h 1187"/>
                  <a:gd name="T16" fmla="*/ 478 w 602"/>
                  <a:gd name="T17" fmla="*/ 0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2" h="1187">
                    <a:moveTo>
                      <a:pt x="478" y="0"/>
                    </a:moveTo>
                    <a:cubicBezTo>
                      <a:pt x="124" y="0"/>
                      <a:pt x="124" y="0"/>
                      <a:pt x="124" y="0"/>
                    </a:cubicBezTo>
                    <a:cubicBezTo>
                      <a:pt x="56" y="0"/>
                      <a:pt x="0" y="56"/>
                      <a:pt x="0" y="124"/>
                    </a:cubicBezTo>
                    <a:cubicBezTo>
                      <a:pt x="0" y="1062"/>
                      <a:pt x="0" y="1062"/>
                      <a:pt x="0" y="1062"/>
                    </a:cubicBezTo>
                    <a:cubicBezTo>
                      <a:pt x="0" y="1131"/>
                      <a:pt x="56" y="1187"/>
                      <a:pt x="124" y="1187"/>
                    </a:cubicBezTo>
                    <a:cubicBezTo>
                      <a:pt x="478" y="1187"/>
                      <a:pt x="478" y="1187"/>
                      <a:pt x="478" y="1187"/>
                    </a:cubicBezTo>
                    <a:cubicBezTo>
                      <a:pt x="546" y="1187"/>
                      <a:pt x="602" y="1131"/>
                      <a:pt x="602" y="1062"/>
                    </a:cubicBezTo>
                    <a:cubicBezTo>
                      <a:pt x="602" y="124"/>
                      <a:pt x="602" y="124"/>
                      <a:pt x="602" y="124"/>
                    </a:cubicBezTo>
                    <a:cubicBezTo>
                      <a:pt x="602" y="56"/>
                      <a:pt x="546" y="0"/>
                      <a:pt x="478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Freeform: Shape 101"/>
              <p:cNvSpPr>
                <a:spLocks/>
              </p:cNvSpPr>
              <p:nvPr/>
            </p:nvSpPr>
            <p:spPr bwMode="auto">
              <a:xfrm>
                <a:off x="5696872" y="4632051"/>
                <a:ext cx="803077" cy="1582038"/>
              </a:xfrm>
              <a:custGeom>
                <a:avLst/>
                <a:gdLst>
                  <a:gd name="T0" fmla="*/ 494 w 496"/>
                  <a:gd name="T1" fmla="*/ 0 h 978"/>
                  <a:gd name="T2" fmla="*/ 2 w 496"/>
                  <a:gd name="T3" fmla="*/ 0 h 978"/>
                  <a:gd name="T4" fmla="*/ 0 w 496"/>
                  <a:gd name="T5" fmla="*/ 2 h 978"/>
                  <a:gd name="T6" fmla="*/ 0 w 496"/>
                  <a:gd name="T7" fmla="*/ 976 h 978"/>
                  <a:gd name="T8" fmla="*/ 2 w 496"/>
                  <a:gd name="T9" fmla="*/ 978 h 978"/>
                  <a:gd name="T10" fmla="*/ 494 w 496"/>
                  <a:gd name="T11" fmla="*/ 978 h 978"/>
                  <a:gd name="T12" fmla="*/ 496 w 496"/>
                  <a:gd name="T13" fmla="*/ 976 h 978"/>
                  <a:gd name="T14" fmla="*/ 496 w 496"/>
                  <a:gd name="T15" fmla="*/ 2 h 978"/>
                  <a:gd name="T16" fmla="*/ 494 w 496"/>
                  <a:gd name="T17" fmla="*/ 0 h 9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6" h="978">
                    <a:moveTo>
                      <a:pt x="49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976"/>
                      <a:pt x="0" y="976"/>
                      <a:pt x="0" y="976"/>
                    </a:cubicBezTo>
                    <a:cubicBezTo>
                      <a:pt x="0" y="977"/>
                      <a:pt x="1" y="978"/>
                      <a:pt x="2" y="978"/>
                    </a:cubicBezTo>
                    <a:cubicBezTo>
                      <a:pt x="494" y="978"/>
                      <a:pt x="494" y="978"/>
                      <a:pt x="494" y="978"/>
                    </a:cubicBezTo>
                    <a:cubicBezTo>
                      <a:pt x="495" y="978"/>
                      <a:pt x="496" y="977"/>
                      <a:pt x="496" y="976"/>
                    </a:cubicBezTo>
                    <a:cubicBezTo>
                      <a:pt x="496" y="2"/>
                      <a:pt x="496" y="2"/>
                      <a:pt x="496" y="2"/>
                    </a:cubicBezTo>
                    <a:cubicBezTo>
                      <a:pt x="496" y="1"/>
                      <a:pt x="495" y="0"/>
                      <a:pt x="494" y="0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Freeform: Shape 102"/>
              <p:cNvSpPr>
                <a:spLocks/>
              </p:cNvSpPr>
              <p:nvPr/>
            </p:nvSpPr>
            <p:spPr bwMode="auto">
              <a:xfrm>
                <a:off x="5935625" y="4539203"/>
                <a:ext cx="324366" cy="28940"/>
              </a:xfrm>
              <a:custGeom>
                <a:avLst/>
                <a:gdLst>
                  <a:gd name="T0" fmla="*/ 191 w 200"/>
                  <a:gd name="T1" fmla="*/ 0 h 18"/>
                  <a:gd name="T2" fmla="*/ 9 w 200"/>
                  <a:gd name="T3" fmla="*/ 0 h 18"/>
                  <a:gd name="T4" fmla="*/ 0 w 200"/>
                  <a:gd name="T5" fmla="*/ 9 h 18"/>
                  <a:gd name="T6" fmla="*/ 0 w 200"/>
                  <a:gd name="T7" fmla="*/ 9 h 18"/>
                  <a:gd name="T8" fmla="*/ 9 w 200"/>
                  <a:gd name="T9" fmla="*/ 18 h 18"/>
                  <a:gd name="T10" fmla="*/ 191 w 200"/>
                  <a:gd name="T11" fmla="*/ 18 h 18"/>
                  <a:gd name="T12" fmla="*/ 200 w 200"/>
                  <a:gd name="T13" fmla="*/ 9 h 18"/>
                  <a:gd name="T14" fmla="*/ 200 w 200"/>
                  <a:gd name="T15" fmla="*/ 9 h 18"/>
                  <a:gd name="T16" fmla="*/ 191 w 200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0" h="18">
                    <a:moveTo>
                      <a:pt x="191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4" y="18"/>
                      <a:pt x="9" y="18"/>
                    </a:cubicBezTo>
                    <a:cubicBezTo>
                      <a:pt x="191" y="18"/>
                      <a:pt x="191" y="18"/>
                      <a:pt x="191" y="18"/>
                    </a:cubicBezTo>
                    <a:cubicBezTo>
                      <a:pt x="196" y="18"/>
                      <a:pt x="200" y="14"/>
                      <a:pt x="200" y="9"/>
                    </a:cubicBezTo>
                    <a:cubicBezTo>
                      <a:pt x="200" y="9"/>
                      <a:pt x="200" y="9"/>
                      <a:pt x="200" y="9"/>
                    </a:cubicBezTo>
                    <a:cubicBezTo>
                      <a:pt x="200" y="4"/>
                      <a:pt x="196" y="0"/>
                      <a:pt x="191" y="0"/>
                    </a:cubicBez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Oval 103"/>
              <p:cNvSpPr>
                <a:spLocks/>
              </p:cNvSpPr>
              <p:nvPr/>
            </p:nvSpPr>
            <p:spPr bwMode="auto">
              <a:xfrm>
                <a:off x="6047767" y="6251470"/>
                <a:ext cx="98877" cy="98877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" name="Freeform: Shape 104"/>
              <p:cNvSpPr>
                <a:spLocks/>
              </p:cNvSpPr>
              <p:nvPr/>
            </p:nvSpPr>
            <p:spPr bwMode="auto">
              <a:xfrm>
                <a:off x="5370095" y="5322987"/>
                <a:ext cx="365364" cy="414803"/>
              </a:xfrm>
              <a:custGeom>
                <a:avLst/>
                <a:gdLst>
                  <a:gd name="T0" fmla="*/ 41 w 226"/>
                  <a:gd name="T1" fmla="*/ 23 h 257"/>
                  <a:gd name="T2" fmla="*/ 41 w 226"/>
                  <a:gd name="T3" fmla="*/ 23 h 257"/>
                  <a:gd name="T4" fmla="*/ 22 w 226"/>
                  <a:gd name="T5" fmla="*/ 122 h 257"/>
                  <a:gd name="T6" fmla="*/ 86 w 226"/>
                  <a:gd name="T7" fmla="*/ 216 h 257"/>
                  <a:gd name="T8" fmla="*/ 185 w 226"/>
                  <a:gd name="T9" fmla="*/ 235 h 257"/>
                  <a:gd name="T10" fmla="*/ 185 w 226"/>
                  <a:gd name="T11" fmla="*/ 235 h 257"/>
                  <a:gd name="T12" fmla="*/ 204 w 226"/>
                  <a:gd name="T13" fmla="*/ 135 h 257"/>
                  <a:gd name="T14" fmla="*/ 140 w 226"/>
                  <a:gd name="T15" fmla="*/ 41 h 257"/>
                  <a:gd name="T16" fmla="*/ 41 w 226"/>
                  <a:gd name="T17" fmla="*/ 23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6" h="257">
                    <a:moveTo>
                      <a:pt x="41" y="23"/>
                    </a:moveTo>
                    <a:cubicBezTo>
                      <a:pt x="41" y="23"/>
                      <a:pt x="41" y="23"/>
                      <a:pt x="41" y="23"/>
                    </a:cubicBezTo>
                    <a:cubicBezTo>
                      <a:pt x="8" y="45"/>
                      <a:pt x="0" y="89"/>
                      <a:pt x="22" y="122"/>
                    </a:cubicBezTo>
                    <a:cubicBezTo>
                      <a:pt x="86" y="216"/>
                      <a:pt x="86" y="216"/>
                      <a:pt x="86" y="216"/>
                    </a:cubicBezTo>
                    <a:cubicBezTo>
                      <a:pt x="108" y="248"/>
                      <a:pt x="153" y="257"/>
                      <a:pt x="185" y="235"/>
                    </a:cubicBezTo>
                    <a:cubicBezTo>
                      <a:pt x="185" y="235"/>
                      <a:pt x="185" y="235"/>
                      <a:pt x="185" y="235"/>
                    </a:cubicBezTo>
                    <a:cubicBezTo>
                      <a:pt x="218" y="213"/>
                      <a:pt x="226" y="168"/>
                      <a:pt x="204" y="135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18" y="9"/>
                      <a:pt x="73" y="0"/>
                      <a:pt x="41" y="23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Freeform: Shape 105"/>
              <p:cNvSpPr>
                <a:spLocks/>
              </p:cNvSpPr>
              <p:nvPr/>
            </p:nvSpPr>
            <p:spPr bwMode="auto">
              <a:xfrm>
                <a:off x="5329097" y="5630471"/>
                <a:ext cx="383451" cy="441331"/>
              </a:xfrm>
              <a:custGeom>
                <a:avLst/>
                <a:gdLst>
                  <a:gd name="T0" fmla="*/ 41 w 237"/>
                  <a:gd name="T1" fmla="*/ 23 h 273"/>
                  <a:gd name="T2" fmla="*/ 41 w 237"/>
                  <a:gd name="T3" fmla="*/ 23 h 273"/>
                  <a:gd name="T4" fmla="*/ 22 w 237"/>
                  <a:gd name="T5" fmla="*/ 122 h 273"/>
                  <a:gd name="T6" fmla="*/ 97 w 237"/>
                  <a:gd name="T7" fmla="*/ 232 h 273"/>
                  <a:gd name="T8" fmla="*/ 196 w 237"/>
                  <a:gd name="T9" fmla="*/ 251 h 273"/>
                  <a:gd name="T10" fmla="*/ 196 w 237"/>
                  <a:gd name="T11" fmla="*/ 251 h 273"/>
                  <a:gd name="T12" fmla="*/ 215 w 237"/>
                  <a:gd name="T13" fmla="*/ 152 h 273"/>
                  <a:gd name="T14" fmla="*/ 140 w 237"/>
                  <a:gd name="T15" fmla="*/ 41 h 273"/>
                  <a:gd name="T16" fmla="*/ 41 w 237"/>
                  <a:gd name="T17" fmla="*/ 2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7" h="273">
                    <a:moveTo>
                      <a:pt x="41" y="23"/>
                    </a:moveTo>
                    <a:cubicBezTo>
                      <a:pt x="41" y="23"/>
                      <a:pt x="41" y="23"/>
                      <a:pt x="41" y="23"/>
                    </a:cubicBezTo>
                    <a:cubicBezTo>
                      <a:pt x="8" y="45"/>
                      <a:pt x="0" y="89"/>
                      <a:pt x="22" y="122"/>
                    </a:cubicBezTo>
                    <a:cubicBezTo>
                      <a:pt x="97" y="232"/>
                      <a:pt x="97" y="232"/>
                      <a:pt x="97" y="232"/>
                    </a:cubicBezTo>
                    <a:cubicBezTo>
                      <a:pt x="119" y="265"/>
                      <a:pt x="163" y="273"/>
                      <a:pt x="196" y="251"/>
                    </a:cubicBezTo>
                    <a:cubicBezTo>
                      <a:pt x="196" y="251"/>
                      <a:pt x="196" y="251"/>
                      <a:pt x="196" y="251"/>
                    </a:cubicBezTo>
                    <a:cubicBezTo>
                      <a:pt x="228" y="229"/>
                      <a:pt x="237" y="184"/>
                      <a:pt x="215" y="152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18" y="9"/>
                      <a:pt x="73" y="0"/>
                      <a:pt x="41" y="23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Freeform: Shape 106"/>
              <p:cNvSpPr>
                <a:spLocks/>
              </p:cNvSpPr>
              <p:nvPr/>
            </p:nvSpPr>
            <p:spPr bwMode="auto">
              <a:xfrm>
                <a:off x="5403858" y="5001033"/>
                <a:ext cx="365364" cy="413597"/>
              </a:xfrm>
              <a:custGeom>
                <a:avLst/>
                <a:gdLst>
                  <a:gd name="T0" fmla="*/ 41 w 226"/>
                  <a:gd name="T1" fmla="*/ 22 h 256"/>
                  <a:gd name="T2" fmla="*/ 41 w 226"/>
                  <a:gd name="T3" fmla="*/ 22 h 256"/>
                  <a:gd name="T4" fmla="*/ 22 w 226"/>
                  <a:gd name="T5" fmla="*/ 121 h 256"/>
                  <a:gd name="T6" fmla="*/ 86 w 226"/>
                  <a:gd name="T7" fmla="*/ 215 h 256"/>
                  <a:gd name="T8" fmla="*/ 185 w 226"/>
                  <a:gd name="T9" fmla="*/ 234 h 256"/>
                  <a:gd name="T10" fmla="*/ 185 w 226"/>
                  <a:gd name="T11" fmla="*/ 234 h 256"/>
                  <a:gd name="T12" fmla="*/ 204 w 226"/>
                  <a:gd name="T13" fmla="*/ 134 h 256"/>
                  <a:gd name="T14" fmla="*/ 140 w 226"/>
                  <a:gd name="T15" fmla="*/ 40 h 256"/>
                  <a:gd name="T16" fmla="*/ 41 w 226"/>
                  <a:gd name="T17" fmla="*/ 22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6" h="256">
                    <a:moveTo>
                      <a:pt x="41" y="22"/>
                    </a:moveTo>
                    <a:cubicBezTo>
                      <a:pt x="41" y="22"/>
                      <a:pt x="41" y="22"/>
                      <a:pt x="41" y="22"/>
                    </a:cubicBezTo>
                    <a:cubicBezTo>
                      <a:pt x="8" y="44"/>
                      <a:pt x="0" y="88"/>
                      <a:pt x="22" y="121"/>
                    </a:cubicBezTo>
                    <a:cubicBezTo>
                      <a:pt x="86" y="215"/>
                      <a:pt x="86" y="215"/>
                      <a:pt x="86" y="215"/>
                    </a:cubicBezTo>
                    <a:cubicBezTo>
                      <a:pt x="108" y="247"/>
                      <a:pt x="153" y="256"/>
                      <a:pt x="185" y="234"/>
                    </a:cubicBezTo>
                    <a:cubicBezTo>
                      <a:pt x="185" y="234"/>
                      <a:pt x="185" y="234"/>
                      <a:pt x="185" y="234"/>
                    </a:cubicBezTo>
                    <a:cubicBezTo>
                      <a:pt x="217" y="212"/>
                      <a:pt x="226" y="167"/>
                      <a:pt x="204" y="134"/>
                    </a:cubicBezTo>
                    <a:cubicBezTo>
                      <a:pt x="140" y="40"/>
                      <a:pt x="140" y="40"/>
                      <a:pt x="140" y="40"/>
                    </a:cubicBezTo>
                    <a:cubicBezTo>
                      <a:pt x="118" y="8"/>
                      <a:pt x="73" y="0"/>
                      <a:pt x="41" y="22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Freeform: Shape 107"/>
              <p:cNvSpPr>
                <a:spLocks/>
              </p:cNvSpPr>
              <p:nvPr/>
            </p:nvSpPr>
            <p:spPr bwMode="auto">
              <a:xfrm>
                <a:off x="6486686" y="5521948"/>
                <a:ext cx="315925" cy="1103327"/>
              </a:xfrm>
              <a:custGeom>
                <a:avLst/>
                <a:gdLst>
                  <a:gd name="T0" fmla="*/ 51 w 195"/>
                  <a:gd name="T1" fmla="*/ 682 h 682"/>
                  <a:gd name="T2" fmla="*/ 0 w 195"/>
                  <a:gd name="T3" fmla="*/ 682 h 682"/>
                  <a:gd name="T4" fmla="*/ 6 w 195"/>
                  <a:gd name="T5" fmla="*/ 620 h 682"/>
                  <a:gd name="T6" fmla="*/ 49 w 195"/>
                  <a:gd name="T7" fmla="*/ 119 h 682"/>
                  <a:gd name="T8" fmla="*/ 195 w 195"/>
                  <a:gd name="T9" fmla="*/ 0 h 682"/>
                  <a:gd name="T10" fmla="*/ 144 w 195"/>
                  <a:gd name="T11" fmla="*/ 592 h 682"/>
                  <a:gd name="T12" fmla="*/ 51 w 195"/>
                  <a:gd name="T13" fmla="*/ 682 h 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682">
                    <a:moveTo>
                      <a:pt x="51" y="682"/>
                    </a:moveTo>
                    <a:cubicBezTo>
                      <a:pt x="0" y="682"/>
                      <a:pt x="0" y="682"/>
                      <a:pt x="0" y="682"/>
                    </a:cubicBezTo>
                    <a:cubicBezTo>
                      <a:pt x="6" y="620"/>
                      <a:pt x="6" y="620"/>
                      <a:pt x="6" y="620"/>
                    </a:cubicBezTo>
                    <a:cubicBezTo>
                      <a:pt x="49" y="119"/>
                      <a:pt x="49" y="119"/>
                      <a:pt x="49" y="119"/>
                    </a:cubicBezTo>
                    <a:cubicBezTo>
                      <a:pt x="58" y="14"/>
                      <a:pt x="129" y="0"/>
                      <a:pt x="195" y="0"/>
                    </a:cubicBezTo>
                    <a:cubicBezTo>
                      <a:pt x="144" y="592"/>
                      <a:pt x="144" y="592"/>
                      <a:pt x="144" y="592"/>
                    </a:cubicBezTo>
                    <a:cubicBezTo>
                      <a:pt x="139" y="642"/>
                      <a:pt x="98" y="682"/>
                      <a:pt x="51" y="682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Freeform: Shape 108"/>
              <p:cNvSpPr>
                <a:spLocks/>
              </p:cNvSpPr>
              <p:nvPr/>
            </p:nvSpPr>
            <p:spPr bwMode="auto">
              <a:xfrm>
                <a:off x="5986270" y="5091469"/>
                <a:ext cx="220665" cy="279751"/>
              </a:xfrm>
              <a:custGeom>
                <a:avLst/>
                <a:gdLst>
                  <a:gd name="T0" fmla="*/ 43 w 183"/>
                  <a:gd name="T1" fmla="*/ 119 h 232"/>
                  <a:gd name="T2" fmla="*/ 0 w 183"/>
                  <a:gd name="T3" fmla="*/ 119 h 232"/>
                  <a:gd name="T4" fmla="*/ 91 w 183"/>
                  <a:gd name="T5" fmla="*/ 232 h 232"/>
                  <a:gd name="T6" fmla="*/ 183 w 183"/>
                  <a:gd name="T7" fmla="*/ 119 h 232"/>
                  <a:gd name="T8" fmla="*/ 140 w 183"/>
                  <a:gd name="T9" fmla="*/ 119 h 232"/>
                  <a:gd name="T10" fmla="*/ 140 w 183"/>
                  <a:gd name="T11" fmla="*/ 0 h 232"/>
                  <a:gd name="T12" fmla="*/ 43 w 183"/>
                  <a:gd name="T13" fmla="*/ 0 h 232"/>
                  <a:gd name="T14" fmla="*/ 43 w 183"/>
                  <a:gd name="T15" fmla="*/ 119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3" h="232">
                    <a:moveTo>
                      <a:pt x="43" y="119"/>
                    </a:moveTo>
                    <a:lnTo>
                      <a:pt x="0" y="119"/>
                    </a:lnTo>
                    <a:lnTo>
                      <a:pt x="91" y="232"/>
                    </a:lnTo>
                    <a:lnTo>
                      <a:pt x="183" y="119"/>
                    </a:lnTo>
                    <a:lnTo>
                      <a:pt x="140" y="119"/>
                    </a:lnTo>
                    <a:lnTo>
                      <a:pt x="140" y="0"/>
                    </a:lnTo>
                    <a:lnTo>
                      <a:pt x="43" y="0"/>
                    </a:lnTo>
                    <a:lnTo>
                      <a:pt x="43" y="1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Freeform: Shape 109"/>
              <p:cNvSpPr>
                <a:spLocks/>
              </p:cNvSpPr>
              <p:nvPr/>
            </p:nvSpPr>
            <p:spPr bwMode="auto">
              <a:xfrm>
                <a:off x="5854835" y="4887685"/>
                <a:ext cx="485946" cy="305073"/>
              </a:xfrm>
              <a:custGeom>
                <a:avLst/>
                <a:gdLst>
                  <a:gd name="T0" fmla="*/ 239 w 300"/>
                  <a:gd name="T1" fmla="*/ 189 h 189"/>
                  <a:gd name="T2" fmla="*/ 300 w 300"/>
                  <a:gd name="T3" fmla="*/ 129 h 189"/>
                  <a:gd name="T4" fmla="*/ 239 w 300"/>
                  <a:gd name="T5" fmla="*/ 69 h 189"/>
                  <a:gd name="T6" fmla="*/ 234 w 300"/>
                  <a:gd name="T7" fmla="*/ 69 h 189"/>
                  <a:gd name="T8" fmla="*/ 153 w 300"/>
                  <a:gd name="T9" fmla="*/ 0 h 189"/>
                  <a:gd name="T10" fmla="*/ 71 w 300"/>
                  <a:gd name="T11" fmla="*/ 70 h 189"/>
                  <a:gd name="T12" fmla="*/ 60 w 300"/>
                  <a:gd name="T13" fmla="*/ 69 h 189"/>
                  <a:gd name="T14" fmla="*/ 0 w 300"/>
                  <a:gd name="T15" fmla="*/ 129 h 189"/>
                  <a:gd name="T16" fmla="*/ 60 w 300"/>
                  <a:gd name="T17" fmla="*/ 189 h 189"/>
                  <a:gd name="T18" fmla="*/ 102 w 300"/>
                  <a:gd name="T19" fmla="*/ 189 h 189"/>
                  <a:gd name="T20" fmla="*/ 102 w 300"/>
                  <a:gd name="T21" fmla="*/ 114 h 189"/>
                  <a:gd name="T22" fmla="*/ 196 w 300"/>
                  <a:gd name="T23" fmla="*/ 114 h 189"/>
                  <a:gd name="T24" fmla="*/ 196 w 300"/>
                  <a:gd name="T25" fmla="*/ 189 h 189"/>
                  <a:gd name="T26" fmla="*/ 239 w 300"/>
                  <a:gd name="T27" fmla="*/ 18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00" h="189">
                    <a:moveTo>
                      <a:pt x="239" y="189"/>
                    </a:moveTo>
                    <a:cubicBezTo>
                      <a:pt x="273" y="189"/>
                      <a:pt x="300" y="162"/>
                      <a:pt x="300" y="129"/>
                    </a:cubicBezTo>
                    <a:cubicBezTo>
                      <a:pt x="300" y="96"/>
                      <a:pt x="273" y="69"/>
                      <a:pt x="239" y="69"/>
                    </a:cubicBezTo>
                    <a:cubicBezTo>
                      <a:pt x="238" y="69"/>
                      <a:pt x="236" y="69"/>
                      <a:pt x="234" y="69"/>
                    </a:cubicBezTo>
                    <a:cubicBezTo>
                      <a:pt x="228" y="30"/>
                      <a:pt x="194" y="0"/>
                      <a:pt x="153" y="0"/>
                    </a:cubicBezTo>
                    <a:cubicBezTo>
                      <a:pt x="111" y="0"/>
                      <a:pt x="77" y="30"/>
                      <a:pt x="71" y="70"/>
                    </a:cubicBezTo>
                    <a:cubicBezTo>
                      <a:pt x="67" y="69"/>
                      <a:pt x="64" y="69"/>
                      <a:pt x="60" y="69"/>
                    </a:cubicBezTo>
                    <a:cubicBezTo>
                      <a:pt x="27" y="69"/>
                      <a:pt x="0" y="96"/>
                      <a:pt x="0" y="129"/>
                    </a:cubicBezTo>
                    <a:cubicBezTo>
                      <a:pt x="0" y="162"/>
                      <a:pt x="27" y="189"/>
                      <a:pt x="60" y="189"/>
                    </a:cubicBezTo>
                    <a:cubicBezTo>
                      <a:pt x="102" y="189"/>
                      <a:pt x="102" y="189"/>
                      <a:pt x="102" y="189"/>
                    </a:cubicBezTo>
                    <a:cubicBezTo>
                      <a:pt x="102" y="114"/>
                      <a:pt x="102" y="114"/>
                      <a:pt x="102" y="114"/>
                    </a:cubicBezTo>
                    <a:cubicBezTo>
                      <a:pt x="196" y="114"/>
                      <a:pt x="196" y="114"/>
                      <a:pt x="196" y="114"/>
                    </a:cubicBezTo>
                    <a:cubicBezTo>
                      <a:pt x="196" y="189"/>
                      <a:pt x="196" y="189"/>
                      <a:pt x="196" y="189"/>
                    </a:cubicBezTo>
                    <a:lnTo>
                      <a:pt x="239" y="18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111" name="Group 1"/>
          <p:cNvGrpSpPr/>
          <p:nvPr/>
        </p:nvGrpSpPr>
        <p:grpSpPr>
          <a:xfrm>
            <a:off x="549943" y="3132090"/>
            <a:ext cx="3115240" cy="1162011"/>
            <a:chOff x="-3" y="2223019"/>
            <a:chExt cx="3361153" cy="1253738"/>
          </a:xfrm>
        </p:grpSpPr>
        <p:grpSp>
          <p:nvGrpSpPr>
            <p:cNvPr id="112" name="Group 111"/>
            <p:cNvGrpSpPr/>
            <p:nvPr/>
          </p:nvGrpSpPr>
          <p:grpSpPr>
            <a:xfrm flipH="1">
              <a:off x="-3" y="2223019"/>
              <a:ext cx="3361153" cy="1253738"/>
              <a:chOff x="7714759" y="1806707"/>
              <a:chExt cx="3879714" cy="914400"/>
            </a:xfrm>
          </p:grpSpPr>
          <p:sp>
            <p:nvSpPr>
              <p:cNvPr id="117" name="Rectangle 117"/>
              <p:cNvSpPr/>
              <p:nvPr/>
            </p:nvSpPr>
            <p:spPr>
              <a:xfrm>
                <a:off x="8170986" y="1806707"/>
                <a:ext cx="3423487" cy="9144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Oval 118"/>
              <p:cNvSpPr/>
              <p:nvPr/>
            </p:nvSpPr>
            <p:spPr>
              <a:xfrm>
                <a:off x="7714759" y="1806707"/>
                <a:ext cx="914400" cy="9144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2266890" y="240193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TextBox 115"/>
            <p:cNvSpPr txBox="1"/>
            <p:nvPr/>
          </p:nvSpPr>
          <p:spPr>
            <a:xfrm>
              <a:off x="0" y="2416579"/>
              <a:ext cx="2219270" cy="461665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rmAutofit/>
            </a:bodyPr>
            <a:lstStyle/>
            <a:p>
              <a:pPr algn="r"/>
              <a:r>
                <a:rPr lang="en-US" sz="2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60%</a:t>
              </a:r>
            </a:p>
          </p:txBody>
        </p:sp>
        <p:sp>
          <p:nvSpPr>
            <p:cNvPr id="115" name="TextBox 116"/>
            <p:cNvSpPr txBox="1"/>
            <p:nvPr/>
          </p:nvSpPr>
          <p:spPr>
            <a:xfrm>
              <a:off x="0" y="2878244"/>
              <a:ext cx="2219270" cy="461665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此部分内容作为文字排版占位显示</a:t>
              </a:r>
              <a:br>
                <a:rPr lang="zh-CN" altLang="en-US" sz="1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（建议使用主题字体）</a:t>
              </a:r>
            </a:p>
          </p:txBody>
        </p:sp>
        <p:sp>
          <p:nvSpPr>
            <p:cNvPr id="116" name="Freeform: Shape 114"/>
            <p:cNvSpPr>
              <a:spLocks/>
            </p:cNvSpPr>
            <p:nvPr/>
          </p:nvSpPr>
          <p:spPr bwMode="auto">
            <a:xfrm>
              <a:off x="2446465" y="2564780"/>
              <a:ext cx="549904" cy="522087"/>
            </a:xfrm>
            <a:custGeom>
              <a:avLst/>
              <a:gdLst>
                <a:gd name="connsiteX0" fmla="*/ 154948 w 309896"/>
                <a:gd name="connsiteY0" fmla="*/ 0 h 294220"/>
                <a:gd name="connsiteX1" fmla="*/ 187469 w 309896"/>
                <a:gd name="connsiteY1" fmla="*/ 38586 h 294220"/>
                <a:gd name="connsiteX2" fmla="*/ 174461 w 309896"/>
                <a:gd name="connsiteY2" fmla="*/ 70741 h 294220"/>
                <a:gd name="connsiteX3" fmla="*/ 208607 w 309896"/>
                <a:gd name="connsiteY3" fmla="*/ 106112 h 294220"/>
                <a:gd name="connsiteX4" fmla="*/ 173184 w 309896"/>
                <a:gd name="connsiteY4" fmla="*/ 106112 h 294220"/>
                <a:gd name="connsiteX5" fmla="*/ 161580 w 309896"/>
                <a:gd name="connsiteY5" fmla="*/ 106112 h 294220"/>
                <a:gd name="connsiteX6" fmla="*/ 161580 w 309896"/>
                <a:gd name="connsiteY6" fmla="*/ 151166 h 294220"/>
                <a:gd name="connsiteX7" fmla="*/ 177545 w 309896"/>
                <a:gd name="connsiteY7" fmla="*/ 158028 h 294220"/>
                <a:gd name="connsiteX8" fmla="*/ 186904 w 309896"/>
                <a:gd name="connsiteY8" fmla="*/ 181476 h 294220"/>
                <a:gd name="connsiteX9" fmla="*/ 181342 w 309896"/>
                <a:gd name="connsiteY9" fmla="*/ 195410 h 294220"/>
                <a:gd name="connsiteX10" fmla="*/ 225544 w 309896"/>
                <a:gd name="connsiteY10" fmla="*/ 229731 h 294220"/>
                <a:gd name="connsiteX11" fmla="*/ 224685 w 309896"/>
                <a:gd name="connsiteY11" fmla="*/ 225927 h 294220"/>
                <a:gd name="connsiteX12" fmla="*/ 256840 w 309896"/>
                <a:gd name="connsiteY12" fmla="*/ 186902 h 294220"/>
                <a:gd name="connsiteX13" fmla="*/ 288995 w 309896"/>
                <a:gd name="connsiteY13" fmla="*/ 225927 h 294220"/>
                <a:gd name="connsiteX14" fmla="*/ 276133 w 309896"/>
                <a:gd name="connsiteY14" fmla="*/ 258447 h 294220"/>
                <a:gd name="connsiteX15" fmla="*/ 309896 w 309896"/>
                <a:gd name="connsiteY15" fmla="*/ 294220 h 294220"/>
                <a:gd name="connsiteX16" fmla="*/ 203784 w 309896"/>
                <a:gd name="connsiteY16" fmla="*/ 294220 h 294220"/>
                <a:gd name="connsiteX17" fmla="*/ 239155 w 309896"/>
                <a:gd name="connsiteY17" fmla="*/ 258447 h 294220"/>
                <a:gd name="connsiteX18" fmla="*/ 235484 w 309896"/>
                <a:gd name="connsiteY18" fmla="*/ 253498 h 294220"/>
                <a:gd name="connsiteX19" fmla="*/ 175036 w 309896"/>
                <a:gd name="connsiteY19" fmla="*/ 206002 h 294220"/>
                <a:gd name="connsiteX20" fmla="*/ 154949 w 309896"/>
                <a:gd name="connsiteY20" fmla="*/ 214636 h 294220"/>
                <a:gd name="connsiteX21" fmla="*/ 134266 w 309896"/>
                <a:gd name="connsiteY21" fmla="*/ 205746 h 294220"/>
                <a:gd name="connsiteX22" fmla="*/ 74697 w 309896"/>
                <a:gd name="connsiteY22" fmla="*/ 253114 h 294220"/>
                <a:gd name="connsiteX23" fmla="*/ 70742 w 309896"/>
                <a:gd name="connsiteY23" fmla="*/ 258447 h 294220"/>
                <a:gd name="connsiteX24" fmla="*/ 106112 w 309896"/>
                <a:gd name="connsiteY24" fmla="*/ 294220 h 294220"/>
                <a:gd name="connsiteX25" fmla="*/ 0 w 309896"/>
                <a:gd name="connsiteY25" fmla="*/ 294220 h 294220"/>
                <a:gd name="connsiteX26" fmla="*/ 33763 w 309896"/>
                <a:gd name="connsiteY26" fmla="*/ 258447 h 294220"/>
                <a:gd name="connsiteX27" fmla="*/ 20901 w 309896"/>
                <a:gd name="connsiteY27" fmla="*/ 225927 h 294220"/>
                <a:gd name="connsiteX28" fmla="*/ 53056 w 309896"/>
                <a:gd name="connsiteY28" fmla="*/ 186902 h 294220"/>
                <a:gd name="connsiteX29" fmla="*/ 85211 w 309896"/>
                <a:gd name="connsiteY29" fmla="*/ 225927 h 294220"/>
                <a:gd name="connsiteX30" fmla="*/ 84441 w 309896"/>
                <a:gd name="connsiteY30" fmla="*/ 229338 h 294220"/>
                <a:gd name="connsiteX31" fmla="*/ 128333 w 309896"/>
                <a:gd name="connsiteY31" fmla="*/ 194851 h 294220"/>
                <a:gd name="connsiteX32" fmla="*/ 122994 w 309896"/>
                <a:gd name="connsiteY32" fmla="*/ 181476 h 294220"/>
                <a:gd name="connsiteX33" fmla="*/ 132354 w 309896"/>
                <a:gd name="connsiteY33" fmla="*/ 158028 h 294220"/>
                <a:gd name="connsiteX34" fmla="*/ 148316 w 309896"/>
                <a:gd name="connsiteY34" fmla="*/ 151167 h 294220"/>
                <a:gd name="connsiteX35" fmla="*/ 148316 w 309896"/>
                <a:gd name="connsiteY35" fmla="*/ 106112 h 294220"/>
                <a:gd name="connsiteX36" fmla="*/ 146564 w 309896"/>
                <a:gd name="connsiteY36" fmla="*/ 106112 h 294220"/>
                <a:gd name="connsiteX37" fmla="*/ 101289 w 309896"/>
                <a:gd name="connsiteY37" fmla="*/ 106112 h 294220"/>
                <a:gd name="connsiteX38" fmla="*/ 135436 w 309896"/>
                <a:gd name="connsiteY38" fmla="*/ 70741 h 294220"/>
                <a:gd name="connsiteX39" fmla="*/ 122428 w 309896"/>
                <a:gd name="connsiteY39" fmla="*/ 38586 h 294220"/>
                <a:gd name="connsiteX40" fmla="*/ 154948 w 309896"/>
                <a:gd name="connsiteY40" fmla="*/ 0 h 294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09896" h="294220">
                  <a:moveTo>
                    <a:pt x="154948" y="0"/>
                  </a:moveTo>
                  <a:cubicBezTo>
                    <a:pt x="172835" y="0"/>
                    <a:pt x="187469" y="17685"/>
                    <a:pt x="187469" y="38586"/>
                  </a:cubicBezTo>
                  <a:cubicBezTo>
                    <a:pt x="187469" y="53056"/>
                    <a:pt x="182591" y="64310"/>
                    <a:pt x="174461" y="70741"/>
                  </a:cubicBezTo>
                  <a:cubicBezTo>
                    <a:pt x="190721" y="77172"/>
                    <a:pt x="203729" y="90034"/>
                    <a:pt x="208607" y="106112"/>
                  </a:cubicBezTo>
                  <a:cubicBezTo>
                    <a:pt x="195193" y="106112"/>
                    <a:pt x="183455" y="106112"/>
                    <a:pt x="173184" y="106112"/>
                  </a:cubicBezTo>
                  <a:lnTo>
                    <a:pt x="161580" y="106112"/>
                  </a:lnTo>
                  <a:lnTo>
                    <a:pt x="161580" y="151166"/>
                  </a:lnTo>
                  <a:lnTo>
                    <a:pt x="177545" y="158028"/>
                  </a:lnTo>
                  <a:cubicBezTo>
                    <a:pt x="183327" y="164029"/>
                    <a:pt x="186904" y="172319"/>
                    <a:pt x="186904" y="181476"/>
                  </a:cubicBezTo>
                  <a:lnTo>
                    <a:pt x="181342" y="195410"/>
                  </a:lnTo>
                  <a:lnTo>
                    <a:pt x="225544" y="229731"/>
                  </a:lnTo>
                  <a:lnTo>
                    <a:pt x="224685" y="225927"/>
                  </a:lnTo>
                  <a:cubicBezTo>
                    <a:pt x="224685" y="204788"/>
                    <a:pt x="239155" y="186902"/>
                    <a:pt x="256840" y="186902"/>
                  </a:cubicBezTo>
                  <a:cubicBezTo>
                    <a:pt x="274526" y="186902"/>
                    <a:pt x="288995" y="204788"/>
                    <a:pt x="288995" y="225927"/>
                  </a:cubicBezTo>
                  <a:cubicBezTo>
                    <a:pt x="288995" y="238935"/>
                    <a:pt x="284172" y="251943"/>
                    <a:pt x="276133" y="258447"/>
                  </a:cubicBezTo>
                  <a:cubicBezTo>
                    <a:pt x="293819" y="264952"/>
                    <a:pt x="306681" y="277960"/>
                    <a:pt x="309896" y="294220"/>
                  </a:cubicBezTo>
                  <a:cubicBezTo>
                    <a:pt x="203784" y="294220"/>
                    <a:pt x="203784" y="294220"/>
                    <a:pt x="203784" y="294220"/>
                  </a:cubicBezTo>
                  <a:cubicBezTo>
                    <a:pt x="208608" y="277960"/>
                    <a:pt x="221470" y="264952"/>
                    <a:pt x="239155" y="258447"/>
                  </a:cubicBezTo>
                  <a:lnTo>
                    <a:pt x="235484" y="253498"/>
                  </a:lnTo>
                  <a:lnTo>
                    <a:pt x="175036" y="206002"/>
                  </a:lnTo>
                  <a:lnTo>
                    <a:pt x="154949" y="214636"/>
                  </a:lnTo>
                  <a:lnTo>
                    <a:pt x="134266" y="205746"/>
                  </a:lnTo>
                  <a:lnTo>
                    <a:pt x="74697" y="253114"/>
                  </a:lnTo>
                  <a:lnTo>
                    <a:pt x="70742" y="258447"/>
                  </a:lnTo>
                  <a:cubicBezTo>
                    <a:pt x="88427" y="264952"/>
                    <a:pt x="101289" y="277960"/>
                    <a:pt x="106112" y="294220"/>
                  </a:cubicBezTo>
                  <a:cubicBezTo>
                    <a:pt x="0" y="294220"/>
                    <a:pt x="0" y="294220"/>
                    <a:pt x="0" y="294220"/>
                  </a:cubicBezTo>
                  <a:cubicBezTo>
                    <a:pt x="3215" y="277960"/>
                    <a:pt x="16077" y="264952"/>
                    <a:pt x="33763" y="258447"/>
                  </a:cubicBezTo>
                  <a:cubicBezTo>
                    <a:pt x="25724" y="251943"/>
                    <a:pt x="20901" y="238935"/>
                    <a:pt x="20901" y="225927"/>
                  </a:cubicBezTo>
                  <a:cubicBezTo>
                    <a:pt x="20901" y="204788"/>
                    <a:pt x="35370" y="186902"/>
                    <a:pt x="53056" y="186902"/>
                  </a:cubicBezTo>
                  <a:cubicBezTo>
                    <a:pt x="70742" y="186902"/>
                    <a:pt x="85211" y="204788"/>
                    <a:pt x="85211" y="225927"/>
                  </a:cubicBezTo>
                  <a:lnTo>
                    <a:pt x="84441" y="229338"/>
                  </a:lnTo>
                  <a:lnTo>
                    <a:pt x="128333" y="194851"/>
                  </a:lnTo>
                  <a:lnTo>
                    <a:pt x="122994" y="181476"/>
                  </a:lnTo>
                  <a:cubicBezTo>
                    <a:pt x="122994" y="172319"/>
                    <a:pt x="126571" y="164029"/>
                    <a:pt x="132354" y="158028"/>
                  </a:cubicBezTo>
                  <a:lnTo>
                    <a:pt x="148316" y="151167"/>
                  </a:lnTo>
                  <a:lnTo>
                    <a:pt x="148316" y="106112"/>
                  </a:lnTo>
                  <a:lnTo>
                    <a:pt x="146564" y="106112"/>
                  </a:lnTo>
                  <a:cubicBezTo>
                    <a:pt x="101289" y="106112"/>
                    <a:pt x="101289" y="106112"/>
                    <a:pt x="101289" y="106112"/>
                  </a:cubicBezTo>
                  <a:cubicBezTo>
                    <a:pt x="106167" y="90034"/>
                    <a:pt x="119176" y="77172"/>
                    <a:pt x="135436" y="70741"/>
                  </a:cubicBezTo>
                  <a:cubicBezTo>
                    <a:pt x="127306" y="64310"/>
                    <a:pt x="122428" y="53056"/>
                    <a:pt x="122428" y="38586"/>
                  </a:cubicBezTo>
                  <a:cubicBezTo>
                    <a:pt x="122428" y="17685"/>
                    <a:pt x="137062" y="0"/>
                    <a:pt x="1549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9" name="Group 113"/>
          <p:cNvGrpSpPr/>
          <p:nvPr/>
        </p:nvGrpSpPr>
        <p:grpSpPr>
          <a:xfrm>
            <a:off x="549943" y="4673805"/>
            <a:ext cx="3115240" cy="1162011"/>
            <a:chOff x="-3" y="4278639"/>
            <a:chExt cx="3361153" cy="1253738"/>
          </a:xfrm>
        </p:grpSpPr>
        <p:grpSp>
          <p:nvGrpSpPr>
            <p:cNvPr id="120" name="Group 120"/>
            <p:cNvGrpSpPr/>
            <p:nvPr/>
          </p:nvGrpSpPr>
          <p:grpSpPr>
            <a:xfrm flipH="1">
              <a:off x="-3" y="4278639"/>
              <a:ext cx="3361153" cy="1253738"/>
              <a:chOff x="7714759" y="1806707"/>
              <a:chExt cx="3879714" cy="914400"/>
            </a:xfrm>
            <a:solidFill>
              <a:schemeClr val="accent3"/>
            </a:solidFill>
          </p:grpSpPr>
          <p:sp>
            <p:nvSpPr>
              <p:cNvPr id="125" name="Rectangle 126"/>
              <p:cNvSpPr/>
              <p:nvPr/>
            </p:nvSpPr>
            <p:spPr>
              <a:xfrm>
                <a:off x="8170986" y="1806707"/>
                <a:ext cx="3423487" cy="9144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Oval 127"/>
              <p:cNvSpPr/>
              <p:nvPr/>
            </p:nvSpPr>
            <p:spPr>
              <a:xfrm>
                <a:off x="7714759" y="1806707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1" name="Oval 121"/>
            <p:cNvSpPr/>
            <p:nvPr/>
          </p:nvSpPr>
          <p:spPr>
            <a:xfrm>
              <a:off x="2266890" y="445755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: Shape 122"/>
            <p:cNvSpPr>
              <a:spLocks/>
            </p:cNvSpPr>
            <p:nvPr/>
          </p:nvSpPr>
          <p:spPr bwMode="auto">
            <a:xfrm>
              <a:off x="2498872" y="4731167"/>
              <a:ext cx="441801" cy="426102"/>
            </a:xfrm>
            <a:custGeom>
              <a:avLst/>
              <a:gdLst>
                <a:gd name="connsiteX0" fmla="*/ 171227 w 237547"/>
                <a:gd name="connsiteY0" fmla="*/ 89231 h 229106"/>
                <a:gd name="connsiteX1" fmla="*/ 155551 w 237547"/>
                <a:gd name="connsiteY1" fmla="*/ 104907 h 229106"/>
                <a:gd name="connsiteX2" fmla="*/ 171227 w 237547"/>
                <a:gd name="connsiteY2" fmla="*/ 120583 h 229106"/>
                <a:gd name="connsiteX3" fmla="*/ 186903 w 237547"/>
                <a:gd name="connsiteY3" fmla="*/ 104907 h 229106"/>
                <a:gd name="connsiteX4" fmla="*/ 171227 w 237547"/>
                <a:gd name="connsiteY4" fmla="*/ 89231 h 229106"/>
                <a:gd name="connsiteX5" fmla="*/ 119980 w 237547"/>
                <a:gd name="connsiteY5" fmla="*/ 89231 h 229106"/>
                <a:gd name="connsiteX6" fmla="*/ 103701 w 237547"/>
                <a:gd name="connsiteY6" fmla="*/ 104907 h 229106"/>
                <a:gd name="connsiteX7" fmla="*/ 119980 w 237547"/>
                <a:gd name="connsiteY7" fmla="*/ 120583 h 229106"/>
                <a:gd name="connsiteX8" fmla="*/ 136259 w 237547"/>
                <a:gd name="connsiteY8" fmla="*/ 104907 h 229106"/>
                <a:gd name="connsiteX9" fmla="*/ 119980 w 237547"/>
                <a:gd name="connsiteY9" fmla="*/ 89231 h 229106"/>
                <a:gd name="connsiteX10" fmla="*/ 65718 w 237547"/>
                <a:gd name="connsiteY10" fmla="*/ 89231 h 229106"/>
                <a:gd name="connsiteX11" fmla="*/ 49439 w 237547"/>
                <a:gd name="connsiteY11" fmla="*/ 104907 h 229106"/>
                <a:gd name="connsiteX12" fmla="*/ 65718 w 237547"/>
                <a:gd name="connsiteY12" fmla="*/ 120583 h 229106"/>
                <a:gd name="connsiteX13" fmla="*/ 81997 w 237547"/>
                <a:gd name="connsiteY13" fmla="*/ 104907 h 229106"/>
                <a:gd name="connsiteX14" fmla="*/ 65718 w 237547"/>
                <a:gd name="connsiteY14" fmla="*/ 89231 h 229106"/>
                <a:gd name="connsiteX15" fmla="*/ 119582 w 237547"/>
                <a:gd name="connsiteY15" fmla="*/ 0 h 229106"/>
                <a:gd name="connsiteX16" fmla="*/ 237547 w 237547"/>
                <a:gd name="connsiteY16" fmla="*/ 102367 h 229106"/>
                <a:gd name="connsiteX17" fmla="*/ 189068 w 237547"/>
                <a:gd name="connsiteY17" fmla="*/ 186860 h 229106"/>
                <a:gd name="connsiteX18" fmla="*/ 206844 w 237547"/>
                <a:gd name="connsiteY18" fmla="*/ 229106 h 229106"/>
                <a:gd name="connsiteX19" fmla="*/ 164829 w 237547"/>
                <a:gd name="connsiteY19" fmla="*/ 198234 h 229106"/>
                <a:gd name="connsiteX20" fmla="*/ 119582 w 237547"/>
                <a:gd name="connsiteY20" fmla="*/ 206358 h 229106"/>
                <a:gd name="connsiteX21" fmla="*/ 0 w 237547"/>
                <a:gd name="connsiteY21" fmla="*/ 102367 h 229106"/>
                <a:gd name="connsiteX22" fmla="*/ 119582 w 237547"/>
                <a:gd name="connsiteY22" fmla="*/ 0 h 22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7547" h="229106">
                  <a:moveTo>
                    <a:pt x="171227" y="89231"/>
                  </a:moveTo>
                  <a:cubicBezTo>
                    <a:pt x="162569" y="89231"/>
                    <a:pt x="155551" y="96249"/>
                    <a:pt x="155551" y="104907"/>
                  </a:cubicBezTo>
                  <a:cubicBezTo>
                    <a:pt x="155551" y="113565"/>
                    <a:pt x="162569" y="120583"/>
                    <a:pt x="171227" y="120583"/>
                  </a:cubicBezTo>
                  <a:cubicBezTo>
                    <a:pt x="179885" y="120583"/>
                    <a:pt x="186903" y="113565"/>
                    <a:pt x="186903" y="104907"/>
                  </a:cubicBezTo>
                  <a:cubicBezTo>
                    <a:pt x="186903" y="96249"/>
                    <a:pt x="179885" y="89231"/>
                    <a:pt x="171227" y="89231"/>
                  </a:cubicBezTo>
                  <a:close/>
                  <a:moveTo>
                    <a:pt x="119980" y="89231"/>
                  </a:moveTo>
                  <a:cubicBezTo>
                    <a:pt x="110989" y="89231"/>
                    <a:pt x="103701" y="96249"/>
                    <a:pt x="103701" y="104907"/>
                  </a:cubicBezTo>
                  <a:cubicBezTo>
                    <a:pt x="103701" y="113565"/>
                    <a:pt x="110989" y="120583"/>
                    <a:pt x="119980" y="120583"/>
                  </a:cubicBezTo>
                  <a:cubicBezTo>
                    <a:pt x="128971" y="120583"/>
                    <a:pt x="136259" y="113565"/>
                    <a:pt x="136259" y="104907"/>
                  </a:cubicBezTo>
                  <a:cubicBezTo>
                    <a:pt x="136259" y="96249"/>
                    <a:pt x="128971" y="89231"/>
                    <a:pt x="119980" y="89231"/>
                  </a:cubicBezTo>
                  <a:close/>
                  <a:moveTo>
                    <a:pt x="65718" y="89231"/>
                  </a:moveTo>
                  <a:cubicBezTo>
                    <a:pt x="56727" y="89231"/>
                    <a:pt x="49439" y="96249"/>
                    <a:pt x="49439" y="104907"/>
                  </a:cubicBezTo>
                  <a:cubicBezTo>
                    <a:pt x="49439" y="113565"/>
                    <a:pt x="56727" y="120583"/>
                    <a:pt x="65718" y="120583"/>
                  </a:cubicBezTo>
                  <a:cubicBezTo>
                    <a:pt x="74709" y="120583"/>
                    <a:pt x="81997" y="113565"/>
                    <a:pt x="81997" y="104907"/>
                  </a:cubicBezTo>
                  <a:cubicBezTo>
                    <a:pt x="81997" y="96249"/>
                    <a:pt x="74709" y="89231"/>
                    <a:pt x="65718" y="89231"/>
                  </a:cubicBezTo>
                  <a:close/>
                  <a:moveTo>
                    <a:pt x="119582" y="0"/>
                  </a:moveTo>
                  <a:cubicBezTo>
                    <a:pt x="184220" y="0"/>
                    <a:pt x="237547" y="45496"/>
                    <a:pt x="237547" y="102367"/>
                  </a:cubicBezTo>
                  <a:cubicBezTo>
                    <a:pt x="237547" y="136489"/>
                    <a:pt x="218156" y="167361"/>
                    <a:pt x="189068" y="186860"/>
                  </a:cubicBezTo>
                  <a:cubicBezTo>
                    <a:pt x="206844" y="229106"/>
                    <a:pt x="206844" y="229106"/>
                    <a:pt x="206844" y="229106"/>
                  </a:cubicBezTo>
                  <a:cubicBezTo>
                    <a:pt x="164829" y="198234"/>
                    <a:pt x="164829" y="198234"/>
                    <a:pt x="164829" y="198234"/>
                  </a:cubicBezTo>
                  <a:cubicBezTo>
                    <a:pt x="150285" y="203108"/>
                    <a:pt x="135741" y="206358"/>
                    <a:pt x="119582" y="206358"/>
                  </a:cubicBezTo>
                  <a:cubicBezTo>
                    <a:pt x="53327" y="206358"/>
                    <a:pt x="0" y="159237"/>
                    <a:pt x="0" y="102367"/>
                  </a:cubicBezTo>
                  <a:cubicBezTo>
                    <a:pt x="0" y="45496"/>
                    <a:pt x="53327" y="0"/>
                    <a:pt x="1195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TextBox 124"/>
            <p:cNvSpPr txBox="1"/>
            <p:nvPr/>
          </p:nvSpPr>
          <p:spPr>
            <a:xfrm>
              <a:off x="0" y="4475075"/>
              <a:ext cx="2219270" cy="461665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rmAutofit/>
            </a:bodyPr>
            <a:lstStyle/>
            <a:p>
              <a:pPr algn="r"/>
              <a:r>
                <a:rPr lang="en-US" sz="2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65%</a:t>
              </a:r>
            </a:p>
          </p:txBody>
        </p:sp>
        <p:sp>
          <p:nvSpPr>
            <p:cNvPr id="124" name="TextBox 125"/>
            <p:cNvSpPr txBox="1"/>
            <p:nvPr/>
          </p:nvSpPr>
          <p:spPr>
            <a:xfrm>
              <a:off x="0" y="4875411"/>
              <a:ext cx="2219270" cy="461665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此部分内容作为文字排版占位显示</a:t>
              </a:r>
              <a:br>
                <a:rPr lang="zh-CN" altLang="en-US" sz="1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（建议使用主题字体）</a:t>
              </a:r>
            </a:p>
          </p:txBody>
        </p:sp>
      </p:grpSp>
      <p:grpSp>
        <p:nvGrpSpPr>
          <p:cNvPr id="127" name="Group 119"/>
          <p:cNvGrpSpPr/>
          <p:nvPr/>
        </p:nvGrpSpPr>
        <p:grpSpPr>
          <a:xfrm>
            <a:off x="8302679" y="3177021"/>
            <a:ext cx="3134072" cy="1162011"/>
            <a:chOff x="8829063" y="2223019"/>
            <a:chExt cx="3381472" cy="1253738"/>
          </a:xfrm>
        </p:grpSpPr>
        <p:grpSp>
          <p:nvGrpSpPr>
            <p:cNvPr id="128" name="Group 129"/>
            <p:cNvGrpSpPr/>
            <p:nvPr/>
          </p:nvGrpSpPr>
          <p:grpSpPr>
            <a:xfrm>
              <a:off x="8829063" y="2223019"/>
              <a:ext cx="3361153" cy="1253738"/>
              <a:chOff x="7714759" y="1806707"/>
              <a:chExt cx="3879714" cy="914400"/>
            </a:xfrm>
            <a:solidFill>
              <a:schemeClr val="accent2"/>
            </a:solidFill>
          </p:grpSpPr>
          <p:sp>
            <p:nvSpPr>
              <p:cNvPr id="137" name="Rectangle 139"/>
              <p:cNvSpPr/>
              <p:nvPr/>
            </p:nvSpPr>
            <p:spPr>
              <a:xfrm>
                <a:off x="8170986" y="1806707"/>
                <a:ext cx="3423487" cy="9144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Oval 140"/>
              <p:cNvSpPr/>
              <p:nvPr/>
            </p:nvSpPr>
            <p:spPr>
              <a:xfrm>
                <a:off x="7714759" y="1806707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9" name="Oval 130"/>
            <p:cNvSpPr/>
            <p:nvPr/>
          </p:nvSpPr>
          <p:spPr>
            <a:xfrm flipH="1">
              <a:off x="9010707" y="240193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0" name="Group 131"/>
            <p:cNvGrpSpPr/>
            <p:nvPr/>
          </p:nvGrpSpPr>
          <p:grpSpPr>
            <a:xfrm>
              <a:off x="9231317" y="2598568"/>
              <a:ext cx="473180" cy="498380"/>
              <a:chOff x="6828400" y="3782413"/>
              <a:chExt cx="203784" cy="214637"/>
            </a:xfrm>
            <a:solidFill>
              <a:schemeClr val="accent2"/>
            </a:solidFill>
          </p:grpSpPr>
          <p:sp>
            <p:nvSpPr>
              <p:cNvPr id="133" name="Freeform: Shape 135"/>
              <p:cNvSpPr>
                <a:spLocks/>
              </p:cNvSpPr>
              <p:nvPr/>
            </p:nvSpPr>
            <p:spPr bwMode="auto">
              <a:xfrm>
                <a:off x="6828400" y="3872850"/>
                <a:ext cx="203784" cy="100083"/>
              </a:xfrm>
              <a:custGeom>
                <a:avLst/>
                <a:gdLst>
                  <a:gd name="T0" fmla="*/ 108 w 126"/>
                  <a:gd name="T1" fmla="*/ 44 h 62"/>
                  <a:gd name="T2" fmla="*/ 126 w 126"/>
                  <a:gd name="T3" fmla="*/ 22 h 62"/>
                  <a:gd name="T4" fmla="*/ 108 w 126"/>
                  <a:gd name="T5" fmla="*/ 0 h 62"/>
                  <a:gd name="T6" fmla="*/ 108 w 126"/>
                  <a:gd name="T7" fmla="*/ 10 h 62"/>
                  <a:gd name="T8" fmla="*/ 116 w 126"/>
                  <a:gd name="T9" fmla="*/ 22 h 62"/>
                  <a:gd name="T10" fmla="*/ 108 w 126"/>
                  <a:gd name="T11" fmla="*/ 34 h 62"/>
                  <a:gd name="T12" fmla="*/ 108 w 126"/>
                  <a:gd name="T13" fmla="*/ 44 h 62"/>
                  <a:gd name="T14" fmla="*/ 53 w 126"/>
                  <a:gd name="T15" fmla="*/ 62 h 62"/>
                  <a:gd name="T16" fmla="*/ 94 w 126"/>
                  <a:gd name="T17" fmla="*/ 42 h 62"/>
                  <a:gd name="T18" fmla="*/ 104 w 126"/>
                  <a:gd name="T19" fmla="*/ 44 h 62"/>
                  <a:gd name="T20" fmla="*/ 108 w 126"/>
                  <a:gd name="T21" fmla="*/ 44 h 62"/>
                  <a:gd name="T22" fmla="*/ 108 w 126"/>
                  <a:gd name="T23" fmla="*/ 34 h 62"/>
                  <a:gd name="T24" fmla="*/ 104 w 126"/>
                  <a:gd name="T25" fmla="*/ 35 h 62"/>
                  <a:gd name="T26" fmla="*/ 100 w 126"/>
                  <a:gd name="T27" fmla="*/ 34 h 62"/>
                  <a:gd name="T28" fmla="*/ 106 w 126"/>
                  <a:gd name="T29" fmla="*/ 10 h 62"/>
                  <a:gd name="T30" fmla="*/ 106 w 126"/>
                  <a:gd name="T31" fmla="*/ 10 h 62"/>
                  <a:gd name="T32" fmla="*/ 106 w 126"/>
                  <a:gd name="T33" fmla="*/ 10 h 62"/>
                  <a:gd name="T34" fmla="*/ 108 w 126"/>
                  <a:gd name="T35" fmla="*/ 10 h 62"/>
                  <a:gd name="T36" fmla="*/ 108 w 126"/>
                  <a:gd name="T37" fmla="*/ 0 h 62"/>
                  <a:gd name="T38" fmla="*/ 105 w 126"/>
                  <a:gd name="T39" fmla="*/ 0 h 62"/>
                  <a:gd name="T40" fmla="*/ 105 w 126"/>
                  <a:gd name="T41" fmla="*/ 0 h 62"/>
                  <a:gd name="T42" fmla="*/ 1 w 126"/>
                  <a:gd name="T43" fmla="*/ 0 h 62"/>
                  <a:gd name="T44" fmla="*/ 0 w 126"/>
                  <a:gd name="T45" fmla="*/ 10 h 62"/>
                  <a:gd name="T46" fmla="*/ 53 w 126"/>
                  <a:gd name="T47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26" h="62">
                    <a:moveTo>
                      <a:pt x="108" y="44"/>
                    </a:moveTo>
                    <a:cubicBezTo>
                      <a:pt x="118" y="42"/>
                      <a:pt x="126" y="33"/>
                      <a:pt x="126" y="22"/>
                    </a:cubicBezTo>
                    <a:cubicBezTo>
                      <a:pt x="126" y="11"/>
                      <a:pt x="118" y="2"/>
                      <a:pt x="108" y="0"/>
                    </a:cubicBezTo>
                    <a:cubicBezTo>
                      <a:pt x="108" y="10"/>
                      <a:pt x="108" y="10"/>
                      <a:pt x="108" y="10"/>
                    </a:cubicBezTo>
                    <a:cubicBezTo>
                      <a:pt x="113" y="12"/>
                      <a:pt x="116" y="17"/>
                      <a:pt x="116" y="22"/>
                    </a:cubicBezTo>
                    <a:cubicBezTo>
                      <a:pt x="116" y="27"/>
                      <a:pt x="113" y="32"/>
                      <a:pt x="108" y="34"/>
                    </a:cubicBezTo>
                    <a:lnTo>
                      <a:pt x="108" y="44"/>
                    </a:lnTo>
                    <a:close/>
                    <a:moveTo>
                      <a:pt x="53" y="62"/>
                    </a:moveTo>
                    <a:cubicBezTo>
                      <a:pt x="70" y="62"/>
                      <a:pt x="85" y="54"/>
                      <a:pt x="94" y="42"/>
                    </a:cubicBezTo>
                    <a:cubicBezTo>
                      <a:pt x="97" y="44"/>
                      <a:pt x="100" y="44"/>
                      <a:pt x="104" y="44"/>
                    </a:cubicBezTo>
                    <a:cubicBezTo>
                      <a:pt x="105" y="44"/>
                      <a:pt x="107" y="44"/>
                      <a:pt x="108" y="44"/>
                    </a:cubicBezTo>
                    <a:cubicBezTo>
                      <a:pt x="108" y="34"/>
                      <a:pt x="108" y="34"/>
                      <a:pt x="108" y="34"/>
                    </a:cubicBezTo>
                    <a:cubicBezTo>
                      <a:pt x="107" y="34"/>
                      <a:pt x="105" y="35"/>
                      <a:pt x="104" y="35"/>
                    </a:cubicBezTo>
                    <a:cubicBezTo>
                      <a:pt x="102" y="35"/>
                      <a:pt x="101" y="34"/>
                      <a:pt x="100" y="34"/>
                    </a:cubicBezTo>
                    <a:cubicBezTo>
                      <a:pt x="103" y="27"/>
                      <a:pt x="106" y="18"/>
                      <a:pt x="106" y="10"/>
                    </a:cubicBezTo>
                    <a:cubicBezTo>
                      <a:pt x="106" y="10"/>
                      <a:pt x="106" y="10"/>
                      <a:pt x="106" y="10"/>
                    </a:cubicBezTo>
                    <a:cubicBezTo>
                      <a:pt x="106" y="10"/>
                      <a:pt x="106" y="10"/>
                      <a:pt x="106" y="10"/>
                    </a:cubicBezTo>
                    <a:cubicBezTo>
                      <a:pt x="106" y="10"/>
                      <a:pt x="107" y="10"/>
                      <a:pt x="108" y="10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7" y="0"/>
                      <a:pt x="106" y="0"/>
                      <a:pt x="105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3"/>
                      <a:pt x="0" y="6"/>
                      <a:pt x="0" y="10"/>
                    </a:cubicBezTo>
                    <a:cubicBezTo>
                      <a:pt x="0" y="39"/>
                      <a:pt x="24" y="62"/>
                      <a:pt x="5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Rectangle 136"/>
              <p:cNvSpPr>
                <a:spLocks/>
              </p:cNvSpPr>
              <p:nvPr/>
            </p:nvSpPr>
            <p:spPr bwMode="auto">
              <a:xfrm>
                <a:off x="6828400" y="3982580"/>
                <a:ext cx="184491" cy="1447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Freeform: Shape 137"/>
              <p:cNvSpPr>
                <a:spLocks/>
              </p:cNvSpPr>
              <p:nvPr/>
            </p:nvSpPr>
            <p:spPr bwMode="auto">
              <a:xfrm>
                <a:off x="6870604" y="3782413"/>
                <a:ext cx="33763" cy="84408"/>
              </a:xfrm>
              <a:custGeom>
                <a:avLst/>
                <a:gdLst>
                  <a:gd name="T0" fmla="*/ 7 w 21"/>
                  <a:gd name="T1" fmla="*/ 40 h 52"/>
                  <a:gd name="T2" fmla="*/ 10 w 21"/>
                  <a:gd name="T3" fmla="*/ 50 h 52"/>
                  <a:gd name="T4" fmla="*/ 19 w 21"/>
                  <a:gd name="T5" fmla="*/ 32 h 52"/>
                  <a:gd name="T6" fmla="*/ 14 w 21"/>
                  <a:gd name="T7" fmla="*/ 21 h 52"/>
                  <a:gd name="T8" fmla="*/ 13 w 21"/>
                  <a:gd name="T9" fmla="*/ 13 h 52"/>
                  <a:gd name="T10" fmla="*/ 8 w 21"/>
                  <a:gd name="T11" fmla="*/ 4 h 52"/>
                  <a:gd name="T12" fmla="*/ 3 w 21"/>
                  <a:gd name="T13" fmla="*/ 22 h 52"/>
                  <a:gd name="T14" fmla="*/ 7 w 21"/>
                  <a:gd name="T15" fmla="*/ 4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52">
                    <a:moveTo>
                      <a:pt x="7" y="40"/>
                    </a:moveTo>
                    <a:cubicBezTo>
                      <a:pt x="1" y="42"/>
                      <a:pt x="4" y="52"/>
                      <a:pt x="10" y="50"/>
                    </a:cubicBezTo>
                    <a:cubicBezTo>
                      <a:pt x="18" y="47"/>
                      <a:pt x="21" y="40"/>
                      <a:pt x="19" y="32"/>
                    </a:cubicBezTo>
                    <a:cubicBezTo>
                      <a:pt x="18" y="28"/>
                      <a:pt x="16" y="25"/>
                      <a:pt x="14" y="21"/>
                    </a:cubicBezTo>
                    <a:cubicBezTo>
                      <a:pt x="13" y="19"/>
                      <a:pt x="11" y="15"/>
                      <a:pt x="13" y="13"/>
                    </a:cubicBezTo>
                    <a:cubicBezTo>
                      <a:pt x="19" y="10"/>
                      <a:pt x="14" y="0"/>
                      <a:pt x="8" y="4"/>
                    </a:cubicBezTo>
                    <a:cubicBezTo>
                      <a:pt x="2" y="8"/>
                      <a:pt x="0" y="16"/>
                      <a:pt x="3" y="22"/>
                    </a:cubicBezTo>
                    <a:cubicBezTo>
                      <a:pt x="3" y="25"/>
                      <a:pt x="12" y="38"/>
                      <a:pt x="7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Freeform: Shape 138"/>
              <p:cNvSpPr>
                <a:spLocks/>
              </p:cNvSpPr>
              <p:nvPr/>
            </p:nvSpPr>
            <p:spPr bwMode="auto">
              <a:xfrm>
                <a:off x="6918836" y="3782413"/>
                <a:ext cx="32557" cy="84408"/>
              </a:xfrm>
              <a:custGeom>
                <a:avLst/>
                <a:gdLst>
                  <a:gd name="T0" fmla="*/ 7 w 20"/>
                  <a:gd name="T1" fmla="*/ 40 h 52"/>
                  <a:gd name="T2" fmla="*/ 10 w 20"/>
                  <a:gd name="T3" fmla="*/ 50 h 52"/>
                  <a:gd name="T4" fmla="*/ 18 w 20"/>
                  <a:gd name="T5" fmla="*/ 32 h 52"/>
                  <a:gd name="T6" fmla="*/ 13 w 20"/>
                  <a:gd name="T7" fmla="*/ 21 h 52"/>
                  <a:gd name="T8" fmla="*/ 13 w 20"/>
                  <a:gd name="T9" fmla="*/ 13 h 52"/>
                  <a:gd name="T10" fmla="*/ 8 w 20"/>
                  <a:gd name="T11" fmla="*/ 4 h 52"/>
                  <a:gd name="T12" fmla="*/ 2 w 20"/>
                  <a:gd name="T13" fmla="*/ 22 h 52"/>
                  <a:gd name="T14" fmla="*/ 7 w 20"/>
                  <a:gd name="T15" fmla="*/ 4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52">
                    <a:moveTo>
                      <a:pt x="7" y="40"/>
                    </a:moveTo>
                    <a:cubicBezTo>
                      <a:pt x="0" y="42"/>
                      <a:pt x="3" y="52"/>
                      <a:pt x="10" y="50"/>
                    </a:cubicBezTo>
                    <a:cubicBezTo>
                      <a:pt x="18" y="47"/>
                      <a:pt x="20" y="40"/>
                      <a:pt x="18" y="32"/>
                    </a:cubicBezTo>
                    <a:cubicBezTo>
                      <a:pt x="17" y="28"/>
                      <a:pt x="15" y="25"/>
                      <a:pt x="13" y="21"/>
                    </a:cubicBezTo>
                    <a:cubicBezTo>
                      <a:pt x="12" y="19"/>
                      <a:pt x="10" y="15"/>
                      <a:pt x="13" y="13"/>
                    </a:cubicBezTo>
                    <a:cubicBezTo>
                      <a:pt x="19" y="10"/>
                      <a:pt x="14" y="0"/>
                      <a:pt x="8" y="4"/>
                    </a:cubicBezTo>
                    <a:cubicBezTo>
                      <a:pt x="1" y="8"/>
                      <a:pt x="0" y="16"/>
                      <a:pt x="2" y="22"/>
                    </a:cubicBezTo>
                    <a:cubicBezTo>
                      <a:pt x="3" y="25"/>
                      <a:pt x="12" y="38"/>
                      <a:pt x="7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1" name="TextBox 133"/>
            <p:cNvSpPr txBox="1"/>
            <p:nvPr/>
          </p:nvSpPr>
          <p:spPr>
            <a:xfrm flipH="1">
              <a:off x="9979433" y="2416579"/>
              <a:ext cx="2231102" cy="461665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rmAutofit/>
            </a:bodyPr>
            <a:lstStyle/>
            <a:p>
              <a:r>
                <a:rPr lang="en-US" sz="2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55%</a:t>
              </a:r>
            </a:p>
          </p:txBody>
        </p:sp>
        <p:sp>
          <p:nvSpPr>
            <p:cNvPr id="132" name="TextBox 134"/>
            <p:cNvSpPr txBox="1"/>
            <p:nvPr/>
          </p:nvSpPr>
          <p:spPr>
            <a:xfrm flipH="1">
              <a:off x="9966120" y="2878244"/>
              <a:ext cx="2231102" cy="461665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此部分内容作为文字排版占位显示</a:t>
              </a:r>
              <a:br>
                <a:rPr lang="zh-CN" altLang="en-US" sz="1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（建议使用主题字体）</a:t>
              </a:r>
            </a:p>
          </p:txBody>
        </p:sp>
      </p:grpSp>
      <p:grpSp>
        <p:nvGrpSpPr>
          <p:cNvPr id="139" name="Group 123"/>
          <p:cNvGrpSpPr/>
          <p:nvPr/>
        </p:nvGrpSpPr>
        <p:grpSpPr>
          <a:xfrm>
            <a:off x="8302679" y="4718736"/>
            <a:ext cx="3115240" cy="1162011"/>
            <a:chOff x="8829063" y="4278639"/>
            <a:chExt cx="3361153" cy="1253738"/>
          </a:xfrm>
        </p:grpSpPr>
        <p:grpSp>
          <p:nvGrpSpPr>
            <p:cNvPr id="140" name="Group 142"/>
            <p:cNvGrpSpPr/>
            <p:nvPr/>
          </p:nvGrpSpPr>
          <p:grpSpPr>
            <a:xfrm>
              <a:off x="8829063" y="4278639"/>
              <a:ext cx="3361153" cy="1253738"/>
              <a:chOff x="7714759" y="1806707"/>
              <a:chExt cx="3879714" cy="914400"/>
            </a:xfrm>
            <a:solidFill>
              <a:schemeClr val="accent4"/>
            </a:solidFill>
          </p:grpSpPr>
          <p:sp>
            <p:nvSpPr>
              <p:cNvPr id="148" name="Rectangle 151"/>
              <p:cNvSpPr/>
              <p:nvPr/>
            </p:nvSpPr>
            <p:spPr>
              <a:xfrm>
                <a:off x="8170986" y="1806707"/>
                <a:ext cx="3423487" cy="9144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Oval 152"/>
              <p:cNvSpPr/>
              <p:nvPr/>
            </p:nvSpPr>
            <p:spPr>
              <a:xfrm>
                <a:off x="7714759" y="1806707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1" name="Oval 143"/>
            <p:cNvSpPr/>
            <p:nvPr/>
          </p:nvSpPr>
          <p:spPr>
            <a:xfrm flipH="1">
              <a:off x="9010707" y="445755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2" name="Group 144"/>
            <p:cNvGrpSpPr/>
            <p:nvPr/>
          </p:nvGrpSpPr>
          <p:grpSpPr>
            <a:xfrm>
              <a:off x="9244474" y="4731148"/>
              <a:ext cx="446867" cy="372827"/>
              <a:chOff x="5685281" y="3237382"/>
              <a:chExt cx="203784" cy="170020"/>
            </a:xfrm>
            <a:solidFill>
              <a:schemeClr val="accent4"/>
            </a:solidFill>
          </p:grpSpPr>
          <p:sp>
            <p:nvSpPr>
              <p:cNvPr id="145" name="Freeform: Shape 148"/>
              <p:cNvSpPr>
                <a:spLocks/>
              </p:cNvSpPr>
              <p:nvPr/>
            </p:nvSpPr>
            <p:spPr bwMode="auto">
              <a:xfrm>
                <a:off x="5685281" y="3355552"/>
                <a:ext cx="203784" cy="51850"/>
              </a:xfrm>
              <a:custGeom>
                <a:avLst/>
                <a:gdLst>
                  <a:gd name="T0" fmla="*/ 110 w 169"/>
                  <a:gd name="T1" fmla="*/ 23 h 43"/>
                  <a:gd name="T2" fmla="*/ 59 w 169"/>
                  <a:gd name="T3" fmla="*/ 23 h 43"/>
                  <a:gd name="T4" fmla="*/ 59 w 169"/>
                  <a:gd name="T5" fmla="*/ 0 h 43"/>
                  <a:gd name="T6" fmla="*/ 0 w 169"/>
                  <a:gd name="T7" fmla="*/ 0 h 43"/>
                  <a:gd name="T8" fmla="*/ 0 w 169"/>
                  <a:gd name="T9" fmla="*/ 43 h 43"/>
                  <a:gd name="T10" fmla="*/ 169 w 169"/>
                  <a:gd name="T11" fmla="*/ 43 h 43"/>
                  <a:gd name="T12" fmla="*/ 169 w 169"/>
                  <a:gd name="T13" fmla="*/ 0 h 43"/>
                  <a:gd name="T14" fmla="*/ 110 w 169"/>
                  <a:gd name="T15" fmla="*/ 0 h 43"/>
                  <a:gd name="T16" fmla="*/ 110 w 169"/>
                  <a:gd name="T17" fmla="*/ 2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43">
                    <a:moveTo>
                      <a:pt x="110" y="23"/>
                    </a:moveTo>
                    <a:lnTo>
                      <a:pt x="59" y="23"/>
                    </a:lnTo>
                    <a:lnTo>
                      <a:pt x="59" y="0"/>
                    </a:lnTo>
                    <a:lnTo>
                      <a:pt x="0" y="0"/>
                    </a:lnTo>
                    <a:lnTo>
                      <a:pt x="0" y="43"/>
                    </a:lnTo>
                    <a:lnTo>
                      <a:pt x="169" y="43"/>
                    </a:lnTo>
                    <a:lnTo>
                      <a:pt x="169" y="0"/>
                    </a:lnTo>
                    <a:lnTo>
                      <a:pt x="110" y="0"/>
                    </a:lnTo>
                    <a:lnTo>
                      <a:pt x="110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Rectangle 149"/>
              <p:cNvSpPr>
                <a:spLocks/>
              </p:cNvSpPr>
              <p:nvPr/>
            </p:nvSpPr>
            <p:spPr bwMode="auto">
              <a:xfrm>
                <a:off x="5768482" y="3355552"/>
                <a:ext cx="38586" cy="1447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Freeform: Shape 150"/>
              <p:cNvSpPr>
                <a:spLocks/>
              </p:cNvSpPr>
              <p:nvPr/>
            </p:nvSpPr>
            <p:spPr bwMode="auto">
              <a:xfrm>
                <a:off x="5685281" y="3237382"/>
                <a:ext cx="203784" cy="106112"/>
              </a:xfrm>
              <a:custGeom>
                <a:avLst/>
                <a:gdLst>
                  <a:gd name="T0" fmla="*/ 126 w 169"/>
                  <a:gd name="T1" fmla="*/ 0 h 88"/>
                  <a:gd name="T2" fmla="*/ 85 w 169"/>
                  <a:gd name="T3" fmla="*/ 0 h 88"/>
                  <a:gd name="T4" fmla="*/ 85 w 169"/>
                  <a:gd name="T5" fmla="*/ 15 h 88"/>
                  <a:gd name="T6" fmla="*/ 112 w 169"/>
                  <a:gd name="T7" fmla="*/ 15 h 88"/>
                  <a:gd name="T8" fmla="*/ 112 w 169"/>
                  <a:gd name="T9" fmla="*/ 32 h 88"/>
                  <a:gd name="T10" fmla="*/ 85 w 169"/>
                  <a:gd name="T11" fmla="*/ 32 h 88"/>
                  <a:gd name="T12" fmla="*/ 85 w 169"/>
                  <a:gd name="T13" fmla="*/ 88 h 88"/>
                  <a:gd name="T14" fmla="*/ 110 w 169"/>
                  <a:gd name="T15" fmla="*/ 88 h 88"/>
                  <a:gd name="T16" fmla="*/ 169 w 169"/>
                  <a:gd name="T17" fmla="*/ 88 h 88"/>
                  <a:gd name="T18" fmla="*/ 169 w 169"/>
                  <a:gd name="T19" fmla="*/ 32 h 88"/>
                  <a:gd name="T20" fmla="*/ 126 w 169"/>
                  <a:gd name="T21" fmla="*/ 32 h 88"/>
                  <a:gd name="T22" fmla="*/ 126 w 169"/>
                  <a:gd name="T23" fmla="*/ 0 h 88"/>
                  <a:gd name="T24" fmla="*/ 85 w 169"/>
                  <a:gd name="T25" fmla="*/ 0 h 88"/>
                  <a:gd name="T26" fmla="*/ 43 w 169"/>
                  <a:gd name="T27" fmla="*/ 0 h 88"/>
                  <a:gd name="T28" fmla="*/ 43 w 169"/>
                  <a:gd name="T29" fmla="*/ 32 h 88"/>
                  <a:gd name="T30" fmla="*/ 0 w 169"/>
                  <a:gd name="T31" fmla="*/ 32 h 88"/>
                  <a:gd name="T32" fmla="*/ 0 w 169"/>
                  <a:gd name="T33" fmla="*/ 88 h 88"/>
                  <a:gd name="T34" fmla="*/ 59 w 169"/>
                  <a:gd name="T35" fmla="*/ 88 h 88"/>
                  <a:gd name="T36" fmla="*/ 85 w 169"/>
                  <a:gd name="T37" fmla="*/ 88 h 88"/>
                  <a:gd name="T38" fmla="*/ 85 w 169"/>
                  <a:gd name="T39" fmla="*/ 32 h 88"/>
                  <a:gd name="T40" fmla="*/ 58 w 169"/>
                  <a:gd name="T41" fmla="*/ 32 h 88"/>
                  <a:gd name="T42" fmla="*/ 58 w 169"/>
                  <a:gd name="T43" fmla="*/ 32 h 88"/>
                  <a:gd name="T44" fmla="*/ 58 w 169"/>
                  <a:gd name="T45" fmla="*/ 15 h 88"/>
                  <a:gd name="T46" fmla="*/ 85 w 169"/>
                  <a:gd name="T47" fmla="*/ 15 h 88"/>
                  <a:gd name="T48" fmla="*/ 85 w 169"/>
                  <a:gd name="T4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9" h="88">
                    <a:moveTo>
                      <a:pt x="126" y="0"/>
                    </a:moveTo>
                    <a:lnTo>
                      <a:pt x="85" y="0"/>
                    </a:lnTo>
                    <a:lnTo>
                      <a:pt x="85" y="15"/>
                    </a:lnTo>
                    <a:lnTo>
                      <a:pt x="112" y="15"/>
                    </a:lnTo>
                    <a:lnTo>
                      <a:pt x="112" y="32"/>
                    </a:lnTo>
                    <a:lnTo>
                      <a:pt x="85" y="32"/>
                    </a:lnTo>
                    <a:lnTo>
                      <a:pt x="85" y="88"/>
                    </a:lnTo>
                    <a:lnTo>
                      <a:pt x="110" y="88"/>
                    </a:lnTo>
                    <a:lnTo>
                      <a:pt x="169" y="88"/>
                    </a:lnTo>
                    <a:lnTo>
                      <a:pt x="169" y="32"/>
                    </a:lnTo>
                    <a:lnTo>
                      <a:pt x="126" y="32"/>
                    </a:lnTo>
                    <a:lnTo>
                      <a:pt x="126" y="0"/>
                    </a:lnTo>
                    <a:close/>
                    <a:moveTo>
                      <a:pt x="85" y="0"/>
                    </a:moveTo>
                    <a:lnTo>
                      <a:pt x="43" y="0"/>
                    </a:lnTo>
                    <a:lnTo>
                      <a:pt x="43" y="32"/>
                    </a:lnTo>
                    <a:lnTo>
                      <a:pt x="0" y="32"/>
                    </a:lnTo>
                    <a:lnTo>
                      <a:pt x="0" y="88"/>
                    </a:lnTo>
                    <a:lnTo>
                      <a:pt x="59" y="88"/>
                    </a:lnTo>
                    <a:lnTo>
                      <a:pt x="85" y="88"/>
                    </a:lnTo>
                    <a:lnTo>
                      <a:pt x="85" y="32"/>
                    </a:lnTo>
                    <a:lnTo>
                      <a:pt x="58" y="32"/>
                    </a:lnTo>
                    <a:lnTo>
                      <a:pt x="58" y="32"/>
                    </a:lnTo>
                    <a:lnTo>
                      <a:pt x="58" y="15"/>
                    </a:lnTo>
                    <a:lnTo>
                      <a:pt x="85" y="15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3" name="TextBox 146"/>
            <p:cNvSpPr txBox="1"/>
            <p:nvPr/>
          </p:nvSpPr>
          <p:spPr>
            <a:xfrm flipH="1">
              <a:off x="9966120" y="4475075"/>
              <a:ext cx="2224096" cy="461665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rmAutofit/>
            </a:bodyPr>
            <a:lstStyle/>
            <a:p>
              <a:r>
                <a:rPr lang="en-US" sz="2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70%</a:t>
              </a:r>
            </a:p>
          </p:txBody>
        </p:sp>
        <p:sp>
          <p:nvSpPr>
            <p:cNvPr id="144" name="TextBox 147"/>
            <p:cNvSpPr txBox="1"/>
            <p:nvPr/>
          </p:nvSpPr>
          <p:spPr>
            <a:xfrm flipH="1">
              <a:off x="9966120" y="4875411"/>
              <a:ext cx="2224096" cy="461665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此部分内容作为文字排版占位显示</a:t>
              </a:r>
              <a:br>
                <a:rPr lang="zh-CN" altLang="en-US" sz="1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（建议使用主题字体）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267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9612" y="65890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单击这里输入大标题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4939847B-A154-4253-BDD8-1D7D5A714877}"/>
              </a:ext>
            </a:extLst>
          </p:cNvPr>
          <p:cNvSpPr/>
          <p:nvPr/>
        </p:nvSpPr>
        <p:spPr>
          <a:xfrm>
            <a:off x="1994953" y="5529665"/>
            <a:ext cx="8314829" cy="738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399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itchFamily="34" charset="-122"/>
              </a:rPr>
              <a:t>点击输入简要文字内容，文字内容需概括精炼，不用多余的文字修饰。点击输入简要文字内容，文字内容需概括精炼，不用多余的文字修饰。</a:t>
            </a:r>
            <a:endParaRPr lang="en-US" altLang="zh-CN" sz="1399" dirty="0">
              <a:solidFill>
                <a:schemeClr val="tx1">
                  <a:lumMod val="95000"/>
                  <a:lumOff val="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51" name="矩形: 圆角 2">
            <a:extLst>
              <a:ext uri="{FF2B5EF4-FFF2-40B4-BE49-F238E27FC236}">
                <a16:creationId xmlns:a16="http://schemas.microsoft.com/office/drawing/2014/main" id="{0F983439-4111-4D97-AA12-4AA2DBA3714F}"/>
              </a:ext>
            </a:extLst>
          </p:cNvPr>
          <p:cNvSpPr/>
          <p:nvPr/>
        </p:nvSpPr>
        <p:spPr>
          <a:xfrm>
            <a:off x="1994953" y="2742245"/>
            <a:ext cx="1798647" cy="1798647"/>
          </a:xfrm>
          <a:prstGeom prst="roundRect">
            <a:avLst/>
          </a:prstGeom>
          <a:solidFill>
            <a:srgbClr val="24B0D2"/>
          </a:solidFill>
          <a:ln w="50800">
            <a:solidFill>
              <a:srgbClr val="F2F2F2"/>
            </a:solidFill>
          </a:ln>
          <a:effectLst>
            <a:outerShdw blurRad="88900" dist="75434" dir="2699985" rotWithShape="0">
              <a:scrgbClr r="0" g="0" b="0">
                <a:alpha val="23000"/>
              </a:sc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197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endParaRPr lang="en-US" altLang="zh-CN" sz="3197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197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</a:p>
        </p:txBody>
      </p:sp>
      <p:grpSp>
        <p:nvGrpSpPr>
          <p:cNvPr id="152" name="组合 3">
            <a:extLst>
              <a:ext uri="{FF2B5EF4-FFF2-40B4-BE49-F238E27FC236}">
                <a16:creationId xmlns:a16="http://schemas.microsoft.com/office/drawing/2014/main" id="{D4150152-1C08-4153-AAED-F01189A66794}"/>
              </a:ext>
            </a:extLst>
          </p:cNvPr>
          <p:cNvGrpSpPr/>
          <p:nvPr/>
        </p:nvGrpSpPr>
        <p:grpSpPr>
          <a:xfrm>
            <a:off x="3793599" y="2496844"/>
            <a:ext cx="1188838" cy="2289448"/>
            <a:chOff x="4706082" y="1460560"/>
            <a:chExt cx="675382" cy="2573866"/>
          </a:xfrm>
        </p:grpSpPr>
        <p:sp>
          <p:nvSpPr>
            <p:cNvPr id="153" name="任意多边形: 形状 4">
              <a:extLst>
                <a:ext uri="{FF2B5EF4-FFF2-40B4-BE49-F238E27FC236}">
                  <a16:creationId xmlns:a16="http://schemas.microsoft.com/office/drawing/2014/main" id="{3F97032F-2269-4F4E-ABD1-E51145A3650F}"/>
                </a:ext>
              </a:extLst>
            </p:cNvPr>
            <p:cNvSpPr/>
            <p:nvPr/>
          </p:nvSpPr>
          <p:spPr>
            <a:xfrm>
              <a:off x="4706082" y="2747493"/>
              <a:ext cx="675382" cy="1286933"/>
            </a:xfrm>
            <a:custGeom>
              <a:avLst/>
              <a:gdLst>
                <a:gd name="connsiteX0" fmla="*/ 0 w 675382"/>
                <a:gd name="connsiteY0" fmla="*/ 0 h 1286933"/>
                <a:gd name="connsiteX1" fmla="*/ 337691 w 675382"/>
                <a:gd name="connsiteY1" fmla="*/ 0 h 1286933"/>
                <a:gd name="connsiteX2" fmla="*/ 337691 w 675382"/>
                <a:gd name="connsiteY2" fmla="*/ 1286933 h 1286933"/>
                <a:gd name="connsiteX3" fmla="*/ 675382 w 675382"/>
                <a:gd name="connsiteY3" fmla="*/ 1286933 h 1286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5382" h="1286933">
                  <a:moveTo>
                    <a:pt x="0" y="0"/>
                  </a:moveTo>
                  <a:lnTo>
                    <a:pt x="337691" y="0"/>
                  </a:lnTo>
                  <a:lnTo>
                    <a:pt x="337691" y="1286933"/>
                  </a:lnTo>
                  <a:lnTo>
                    <a:pt x="675382" y="1286933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tailEnd type="triangle" w="med" len="lg"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13821" tIns="606676" rIns="313820" bIns="606676" numCol="1" spcCol="1270" anchor="ctr" anchorCtr="0">
              <a:noAutofit/>
            </a:bodyPr>
            <a:lstStyle/>
            <a:p>
              <a:pPr defTabSz="222074">
                <a:lnSpc>
                  <a:spcPct val="90000"/>
                </a:lnSpc>
                <a:spcAft>
                  <a:spcPct val="35000"/>
                </a:spcAft>
              </a:pPr>
              <a:endParaRPr lang="zh-CN" altLang="en-US" sz="500" dirty="0">
                <a:ea typeface="微软雅黑" panose="020B0503020204020204" pitchFamily="34" charset="-122"/>
              </a:endParaRPr>
            </a:p>
          </p:txBody>
        </p:sp>
        <p:sp>
          <p:nvSpPr>
            <p:cNvPr id="154" name="任意多边形: 形状 5">
              <a:extLst>
                <a:ext uri="{FF2B5EF4-FFF2-40B4-BE49-F238E27FC236}">
                  <a16:creationId xmlns:a16="http://schemas.microsoft.com/office/drawing/2014/main" id="{ED827E05-E1C2-46FE-BABB-76022E434F34}"/>
                </a:ext>
              </a:extLst>
            </p:cNvPr>
            <p:cNvSpPr/>
            <p:nvPr/>
          </p:nvSpPr>
          <p:spPr>
            <a:xfrm>
              <a:off x="4706082" y="2701773"/>
              <a:ext cx="675382" cy="91440"/>
            </a:xfrm>
            <a:custGeom>
              <a:avLst/>
              <a:gdLst>
                <a:gd name="connsiteX0" fmla="*/ 0 w 675382"/>
                <a:gd name="connsiteY0" fmla="*/ 45720 h 91440"/>
                <a:gd name="connsiteX1" fmla="*/ 675382 w 675382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5382" h="91440">
                  <a:moveTo>
                    <a:pt x="0" y="45720"/>
                  </a:moveTo>
                  <a:lnTo>
                    <a:pt x="675382" y="45720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tailEnd type="triangle" w="med" len="lg"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33257" tIns="28813" rIns="333255" bIns="28815" numCol="1" spcCol="1270" anchor="ctr" anchorCtr="0">
              <a:noAutofit/>
            </a:bodyPr>
            <a:lstStyle/>
            <a:p>
              <a:pPr defTabSz="222074">
                <a:lnSpc>
                  <a:spcPct val="90000"/>
                </a:lnSpc>
                <a:spcAft>
                  <a:spcPct val="35000"/>
                </a:spcAft>
              </a:pPr>
              <a:endParaRPr lang="zh-CN" altLang="en-US" sz="500" dirty="0">
                <a:ea typeface="微软雅黑" panose="020B0503020204020204" pitchFamily="34" charset="-122"/>
              </a:endParaRPr>
            </a:p>
          </p:txBody>
        </p:sp>
        <p:sp>
          <p:nvSpPr>
            <p:cNvPr id="155" name="任意多边形: 形状 6">
              <a:extLst>
                <a:ext uri="{FF2B5EF4-FFF2-40B4-BE49-F238E27FC236}">
                  <a16:creationId xmlns:a16="http://schemas.microsoft.com/office/drawing/2014/main" id="{0E4B9C3A-1CF7-40D9-84AA-8C265936067E}"/>
                </a:ext>
              </a:extLst>
            </p:cNvPr>
            <p:cNvSpPr/>
            <p:nvPr/>
          </p:nvSpPr>
          <p:spPr>
            <a:xfrm>
              <a:off x="4706082" y="1460560"/>
              <a:ext cx="675382" cy="1286933"/>
            </a:xfrm>
            <a:custGeom>
              <a:avLst/>
              <a:gdLst>
                <a:gd name="connsiteX0" fmla="*/ 0 w 675382"/>
                <a:gd name="connsiteY0" fmla="*/ 1286933 h 1286933"/>
                <a:gd name="connsiteX1" fmla="*/ 337691 w 675382"/>
                <a:gd name="connsiteY1" fmla="*/ 1286933 h 1286933"/>
                <a:gd name="connsiteX2" fmla="*/ 337691 w 675382"/>
                <a:gd name="connsiteY2" fmla="*/ 0 h 1286933"/>
                <a:gd name="connsiteX3" fmla="*/ 675382 w 675382"/>
                <a:gd name="connsiteY3" fmla="*/ 0 h 1286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5382" h="1286933">
                  <a:moveTo>
                    <a:pt x="0" y="1286933"/>
                  </a:moveTo>
                  <a:lnTo>
                    <a:pt x="337691" y="1286933"/>
                  </a:lnTo>
                  <a:lnTo>
                    <a:pt x="337691" y="0"/>
                  </a:lnTo>
                  <a:lnTo>
                    <a:pt x="675382" y="0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tailEnd type="triangle" w="med" len="lg"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13821" tIns="606676" rIns="313820" bIns="606676" numCol="1" spcCol="1270" anchor="ctr" anchorCtr="0">
              <a:noAutofit/>
            </a:bodyPr>
            <a:lstStyle/>
            <a:p>
              <a:pPr defTabSz="222074">
                <a:lnSpc>
                  <a:spcPct val="90000"/>
                </a:lnSpc>
                <a:spcAft>
                  <a:spcPct val="35000"/>
                </a:spcAft>
              </a:pPr>
              <a:endParaRPr lang="zh-CN" altLang="en-US" sz="500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56" name="矩形: 圆角 7">
            <a:extLst>
              <a:ext uri="{FF2B5EF4-FFF2-40B4-BE49-F238E27FC236}">
                <a16:creationId xmlns:a16="http://schemas.microsoft.com/office/drawing/2014/main" id="{C8C09C65-9561-4F64-B7CA-A95ABF699F30}"/>
              </a:ext>
            </a:extLst>
          </p:cNvPr>
          <p:cNvSpPr/>
          <p:nvPr/>
        </p:nvSpPr>
        <p:spPr>
          <a:xfrm>
            <a:off x="5148159" y="2061911"/>
            <a:ext cx="899323" cy="899323"/>
          </a:xfrm>
          <a:prstGeom prst="roundRect">
            <a:avLst/>
          </a:prstGeom>
          <a:solidFill>
            <a:srgbClr val="15B1B8"/>
          </a:solidFill>
          <a:ln w="50800">
            <a:noFill/>
          </a:ln>
          <a:effectLst>
            <a:outerShdw blurRad="88900" dist="75434" dir="2699985" rotWithShape="0">
              <a:scrgbClr r="0" g="0" b="0">
                <a:alpha val="23000"/>
              </a:sc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13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endParaRPr lang="en-US" altLang="zh-CN" sz="2131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13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</a:p>
        </p:txBody>
      </p:sp>
      <p:sp>
        <p:nvSpPr>
          <p:cNvPr id="157" name="矩形: 圆角 8">
            <a:extLst>
              <a:ext uri="{FF2B5EF4-FFF2-40B4-BE49-F238E27FC236}">
                <a16:creationId xmlns:a16="http://schemas.microsoft.com/office/drawing/2014/main" id="{151F28A9-D2C7-4658-9483-F4E0638353B0}"/>
              </a:ext>
            </a:extLst>
          </p:cNvPr>
          <p:cNvSpPr/>
          <p:nvPr/>
        </p:nvSpPr>
        <p:spPr>
          <a:xfrm>
            <a:off x="5148159" y="3191907"/>
            <a:ext cx="899323" cy="899323"/>
          </a:xfrm>
          <a:prstGeom prst="roundRect">
            <a:avLst/>
          </a:prstGeom>
          <a:solidFill>
            <a:srgbClr val="58C4B8"/>
          </a:solidFill>
          <a:ln w="50800">
            <a:noFill/>
          </a:ln>
          <a:effectLst>
            <a:outerShdw blurRad="88900" dist="75434" dir="2699985" rotWithShape="0">
              <a:scrgbClr r="0" g="0" b="0">
                <a:alpha val="23000"/>
              </a:sc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13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endParaRPr lang="en-US" altLang="zh-CN" sz="2131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13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</a:p>
        </p:txBody>
      </p:sp>
      <p:sp>
        <p:nvSpPr>
          <p:cNvPr id="158" name="矩形: 圆角 9">
            <a:extLst>
              <a:ext uri="{FF2B5EF4-FFF2-40B4-BE49-F238E27FC236}">
                <a16:creationId xmlns:a16="http://schemas.microsoft.com/office/drawing/2014/main" id="{A0304524-6646-4C10-B2FE-C3A40733CB87}"/>
              </a:ext>
            </a:extLst>
          </p:cNvPr>
          <p:cNvSpPr/>
          <p:nvPr/>
        </p:nvSpPr>
        <p:spPr>
          <a:xfrm>
            <a:off x="5148159" y="4321905"/>
            <a:ext cx="899323" cy="899323"/>
          </a:xfrm>
          <a:prstGeom prst="roundRect">
            <a:avLst/>
          </a:prstGeom>
          <a:solidFill>
            <a:schemeClr val="accent4"/>
          </a:solidFill>
          <a:ln w="50800">
            <a:noFill/>
          </a:ln>
          <a:effectLst>
            <a:outerShdw blurRad="88900" dist="75434" dir="2699985" rotWithShape="0">
              <a:scrgbClr r="0" g="0" b="0">
                <a:alpha val="23000"/>
              </a:sc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13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endParaRPr lang="en-US" altLang="zh-CN" sz="2131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13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B75C2E40-F567-4A7E-8A18-B676692BCF17}"/>
              </a:ext>
            </a:extLst>
          </p:cNvPr>
          <p:cNvSpPr/>
          <p:nvPr/>
        </p:nvSpPr>
        <p:spPr>
          <a:xfrm>
            <a:off x="6361009" y="2266184"/>
            <a:ext cx="3948773" cy="461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99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在此添加标题描述，字数不用太多，简明扼要的归纳描述要点关键词；在此添加标题描述，字数不用太多，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89A88BCE-4B63-4EDE-BD01-E5605665ED27}"/>
              </a:ext>
            </a:extLst>
          </p:cNvPr>
          <p:cNvSpPr/>
          <p:nvPr/>
        </p:nvSpPr>
        <p:spPr>
          <a:xfrm>
            <a:off x="6361009" y="3410908"/>
            <a:ext cx="3948773" cy="461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99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在此添加标题描述，字数不用太多，简明扼要的归纳描述要点关键词；在此添加标题描述，字数不用太多，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36E3A16F-0CD3-418A-A139-7FA268C4877C}"/>
              </a:ext>
            </a:extLst>
          </p:cNvPr>
          <p:cNvSpPr/>
          <p:nvPr/>
        </p:nvSpPr>
        <p:spPr>
          <a:xfrm>
            <a:off x="6361009" y="4555633"/>
            <a:ext cx="3948773" cy="461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99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在此添加标题描述，字数不用太多，简明扼要的归纳描述要点关键词；在此添加标题描述，字数不用太多，</a:t>
            </a:r>
          </a:p>
        </p:txBody>
      </p:sp>
    </p:spTree>
    <p:extLst>
      <p:ext uri="{BB962C8B-B14F-4D97-AF65-F5344CB8AC3E}">
        <p14:creationId xmlns:p14="http://schemas.microsoft.com/office/powerpoint/2010/main" val="95166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5" presetClass="pat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0065 -0.00232 L -0.13307 -0.00348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28" y="-6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decel="100000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-4.58333E-6 -3.7037E-6 L 0.1125 -0.00023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-2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3" presetClass="path" presetSubtype="0" decel="100000" fill="hold" grpId="1" nodeType="withEffect">
                                  <p:stCondLst>
                                    <p:cond delay="1850"/>
                                  </p:stCondLst>
                                  <p:childTnLst>
                                    <p:animMotion origin="layout" path="M -4.58333E-6 1.48148E-6 L 0.1125 -0.00023 " pathEditMode="relative" rAng="0" ptsTypes="AA">
                                      <p:cBhvr>
                                        <p:cTn id="27" dur="1000" spd="-100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-2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3" presetClass="path" presetSubtype="0" decel="100000" fill="hold" grpId="1" nodeType="withEffect">
                                  <p:stCondLst>
                                    <p:cond delay="1950"/>
                                  </p:stCondLst>
                                  <p:childTnLst>
                                    <p:animMotion origin="layout" path="M -4.58333E-6 -1.85185E-6 L 0.1125 -0.00023 " pathEditMode="relative" rAng="0" ptsTypes="AA">
                                      <p:cBhvr>
                                        <p:cTn id="32" dur="1000" spd="-100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-23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decel="10000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2.70833E-6 -3.7037E-6 L 0.00065 0.11574 " pathEditMode="relative" rAng="0" ptsTypes="AA">
                                      <p:cBhvr>
                                        <p:cTn id="46" dur="750" spd="-100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0" grpId="0"/>
      <p:bldP spid="150" grpId="1"/>
      <p:bldP spid="151" grpId="0" animBg="1"/>
      <p:bldP spid="151" grpId="1" animBg="1"/>
      <p:bldP spid="156" grpId="0" animBg="1"/>
      <p:bldP spid="156" grpId="1" animBg="1"/>
      <p:bldP spid="157" grpId="0" animBg="1"/>
      <p:bldP spid="157" grpId="1" animBg="1"/>
      <p:bldP spid="158" grpId="0" animBg="1"/>
      <p:bldP spid="158" grpId="1" animBg="1"/>
      <p:bldP spid="159" grpId="0"/>
      <p:bldP spid="160" grpId="0"/>
      <p:bldP spid="16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角三角形 3"/>
          <p:cNvSpPr/>
          <p:nvPr/>
        </p:nvSpPr>
        <p:spPr>
          <a:xfrm flipH="1">
            <a:off x="3505199" y="5629274"/>
            <a:ext cx="8755236" cy="1228725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直角三角形 4"/>
          <p:cNvSpPr/>
          <p:nvPr/>
        </p:nvSpPr>
        <p:spPr>
          <a:xfrm>
            <a:off x="0" y="3900488"/>
            <a:ext cx="8340898" cy="2957512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44" b="61520"/>
          <a:stretch/>
        </p:blipFill>
        <p:spPr>
          <a:xfrm>
            <a:off x="4489796" y="0"/>
            <a:ext cx="7702204" cy="150876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4993964" y="2151402"/>
            <a:ext cx="1864408" cy="1864510"/>
          </a:xfrm>
          <a:prstGeom prst="ellipse">
            <a:avLst/>
          </a:prstGeom>
          <a:solidFill>
            <a:srgbClr val="15B1B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algn="ctr"/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STEP 4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04113" y="4230052"/>
            <a:ext cx="244411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/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  <a:endParaRPr lang="zh-CN" altLang="zh-CN" sz="3200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771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9612" y="65890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单击这里输入大标题</a:t>
            </a:r>
          </a:p>
        </p:txBody>
      </p:sp>
      <p:grpSp>
        <p:nvGrpSpPr>
          <p:cNvPr id="3" name="组合 1"/>
          <p:cNvGrpSpPr/>
          <p:nvPr/>
        </p:nvGrpSpPr>
        <p:grpSpPr>
          <a:xfrm>
            <a:off x="1341311" y="2241329"/>
            <a:ext cx="2948301" cy="3187257"/>
            <a:chOff x="919603" y="1403475"/>
            <a:chExt cx="2669907" cy="2886299"/>
          </a:xfrm>
        </p:grpSpPr>
        <p:grpSp>
          <p:nvGrpSpPr>
            <p:cNvPr id="4" name="Group 3"/>
            <p:cNvGrpSpPr/>
            <p:nvPr/>
          </p:nvGrpSpPr>
          <p:grpSpPr>
            <a:xfrm>
              <a:off x="919603" y="1403475"/>
              <a:ext cx="2669907" cy="2886299"/>
              <a:chOff x="4316062" y="1899009"/>
              <a:chExt cx="3559875" cy="3848398"/>
            </a:xfrm>
          </p:grpSpPr>
          <p:sp>
            <p:nvSpPr>
              <p:cNvPr id="9" name="Freeform: Shape 4"/>
              <p:cNvSpPr>
                <a:spLocks/>
              </p:cNvSpPr>
              <p:nvPr/>
            </p:nvSpPr>
            <p:spPr bwMode="auto">
              <a:xfrm>
                <a:off x="5137082" y="1899009"/>
                <a:ext cx="1474442" cy="1071357"/>
              </a:xfrm>
              <a:custGeom>
                <a:avLst/>
                <a:gdLst>
                  <a:gd name="T0" fmla="*/ 190 w 293"/>
                  <a:gd name="T1" fmla="*/ 0 h 213"/>
                  <a:gd name="T2" fmla="*/ 293 w 293"/>
                  <a:gd name="T3" fmla="*/ 82 h 213"/>
                  <a:gd name="T4" fmla="*/ 101 w 293"/>
                  <a:gd name="T5" fmla="*/ 213 h 213"/>
                  <a:gd name="T6" fmla="*/ 0 w 293"/>
                  <a:gd name="T7" fmla="*/ 121 h 213"/>
                  <a:gd name="T8" fmla="*/ 190 w 293"/>
                  <a:gd name="T9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3" h="213">
                    <a:moveTo>
                      <a:pt x="190" y="0"/>
                    </a:moveTo>
                    <a:cubicBezTo>
                      <a:pt x="293" y="82"/>
                      <a:pt x="293" y="82"/>
                      <a:pt x="293" y="82"/>
                    </a:cubicBezTo>
                    <a:cubicBezTo>
                      <a:pt x="101" y="213"/>
                      <a:pt x="101" y="213"/>
                      <a:pt x="101" y="213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2" y="119"/>
                      <a:pt x="189" y="1"/>
                      <a:pt x="19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>
                      <a:lumMod val="75000"/>
                    </a:schemeClr>
                  </a:gs>
                  <a:gs pos="57000">
                    <a:schemeClr val="accent4"/>
                  </a:gs>
                  <a:gs pos="83000">
                    <a:schemeClr val="accent4"/>
                  </a:gs>
                  <a:gs pos="100000">
                    <a:schemeClr val="accent4"/>
                  </a:gs>
                </a:gsLst>
                <a:lin ang="27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" name="Freeform: Shape 5"/>
              <p:cNvSpPr>
                <a:spLocks/>
              </p:cNvSpPr>
              <p:nvPr/>
            </p:nvSpPr>
            <p:spPr bwMode="auto">
              <a:xfrm>
                <a:off x="5646242" y="2312701"/>
                <a:ext cx="965282" cy="697973"/>
              </a:xfrm>
              <a:custGeom>
                <a:avLst/>
                <a:gdLst>
                  <a:gd name="T0" fmla="*/ 182 w 192"/>
                  <a:gd name="T1" fmla="*/ 14 h 139"/>
                  <a:gd name="T2" fmla="*/ 191 w 192"/>
                  <a:gd name="T3" fmla="*/ 8 h 139"/>
                  <a:gd name="T4" fmla="*/ 192 w 192"/>
                  <a:gd name="T5" fmla="*/ 0 h 139"/>
                  <a:gd name="T6" fmla="*/ 0 w 192"/>
                  <a:gd name="T7" fmla="*/ 131 h 139"/>
                  <a:gd name="T8" fmla="*/ 0 w 192"/>
                  <a:gd name="T9" fmla="*/ 138 h 139"/>
                  <a:gd name="T10" fmla="*/ 67 w 192"/>
                  <a:gd name="T11" fmla="*/ 93 h 139"/>
                  <a:gd name="T12" fmla="*/ 67 w 192"/>
                  <a:gd name="T13" fmla="*/ 93 h 139"/>
                  <a:gd name="T14" fmla="*/ 182 w 192"/>
                  <a:gd name="T15" fmla="*/ 14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139">
                    <a:moveTo>
                      <a:pt x="182" y="14"/>
                    </a:moveTo>
                    <a:cubicBezTo>
                      <a:pt x="191" y="8"/>
                      <a:pt x="191" y="8"/>
                      <a:pt x="191" y="8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1" y="139"/>
                      <a:pt x="67" y="93"/>
                      <a:pt x="67" y="93"/>
                    </a:cubicBezTo>
                    <a:cubicBezTo>
                      <a:pt x="67" y="93"/>
                      <a:pt x="67" y="93"/>
                      <a:pt x="67" y="93"/>
                    </a:cubicBezTo>
                    <a:lnTo>
                      <a:pt x="182" y="14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Freeform: Shape 6"/>
              <p:cNvSpPr>
                <a:spLocks/>
              </p:cNvSpPr>
              <p:nvPr/>
            </p:nvSpPr>
            <p:spPr bwMode="auto">
              <a:xfrm>
                <a:off x="5983560" y="2382711"/>
                <a:ext cx="784955" cy="572805"/>
              </a:xfrm>
              <a:custGeom>
                <a:avLst/>
                <a:gdLst>
                  <a:gd name="T0" fmla="*/ 115 w 156"/>
                  <a:gd name="T1" fmla="*/ 0 h 114"/>
                  <a:gd name="T2" fmla="*/ 156 w 156"/>
                  <a:gd name="T3" fmla="*/ 33 h 114"/>
                  <a:gd name="T4" fmla="*/ 42 w 156"/>
                  <a:gd name="T5" fmla="*/ 114 h 114"/>
                  <a:gd name="T6" fmla="*/ 0 w 156"/>
                  <a:gd name="T7" fmla="*/ 79 h 114"/>
                  <a:gd name="T8" fmla="*/ 115 w 156"/>
                  <a:gd name="T9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6" h="114">
                    <a:moveTo>
                      <a:pt x="115" y="0"/>
                    </a:moveTo>
                    <a:cubicBezTo>
                      <a:pt x="156" y="33"/>
                      <a:pt x="156" y="33"/>
                      <a:pt x="156" y="33"/>
                    </a:cubicBezTo>
                    <a:cubicBezTo>
                      <a:pt x="135" y="48"/>
                      <a:pt x="44" y="113"/>
                      <a:pt x="42" y="114"/>
                    </a:cubicBezTo>
                    <a:cubicBezTo>
                      <a:pt x="0" y="79"/>
                      <a:pt x="0" y="79"/>
                      <a:pt x="0" y="79"/>
                    </a:cubicBezTo>
                    <a:lnTo>
                      <a:pt x="11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>
                      <a:lumMod val="75000"/>
                    </a:schemeClr>
                  </a:gs>
                  <a:gs pos="57000">
                    <a:schemeClr val="accent4"/>
                  </a:gs>
                  <a:gs pos="83000">
                    <a:schemeClr val="accent4"/>
                  </a:gs>
                  <a:gs pos="100000">
                    <a:schemeClr val="accent4"/>
                  </a:gs>
                </a:gsLst>
                <a:lin ang="27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Freeform: Shape 7"/>
              <p:cNvSpPr>
                <a:spLocks/>
              </p:cNvSpPr>
              <p:nvPr/>
            </p:nvSpPr>
            <p:spPr bwMode="auto">
              <a:xfrm>
                <a:off x="6189345" y="2548187"/>
                <a:ext cx="579169" cy="447636"/>
              </a:xfrm>
              <a:custGeom>
                <a:avLst/>
                <a:gdLst>
                  <a:gd name="T0" fmla="*/ 115 w 115"/>
                  <a:gd name="T1" fmla="*/ 0 h 89"/>
                  <a:gd name="T2" fmla="*/ 115 w 115"/>
                  <a:gd name="T3" fmla="*/ 8 h 89"/>
                  <a:gd name="T4" fmla="*/ 106 w 115"/>
                  <a:gd name="T5" fmla="*/ 14 h 89"/>
                  <a:gd name="T6" fmla="*/ 0 w 115"/>
                  <a:gd name="T7" fmla="*/ 89 h 89"/>
                  <a:gd name="T8" fmla="*/ 1 w 115"/>
                  <a:gd name="T9" fmla="*/ 81 h 89"/>
                  <a:gd name="T10" fmla="*/ 115 w 115"/>
                  <a:gd name="T1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5" h="89">
                    <a:moveTo>
                      <a:pt x="115" y="0"/>
                    </a:moveTo>
                    <a:cubicBezTo>
                      <a:pt x="115" y="8"/>
                      <a:pt x="115" y="8"/>
                      <a:pt x="115" y="8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05" y="14"/>
                      <a:pt x="1" y="88"/>
                      <a:pt x="0" y="89"/>
                    </a:cubicBezTo>
                    <a:cubicBezTo>
                      <a:pt x="1" y="81"/>
                      <a:pt x="1" y="81"/>
                      <a:pt x="1" y="81"/>
                    </a:cubicBezTo>
                    <a:cubicBezTo>
                      <a:pt x="3" y="80"/>
                      <a:pt x="93" y="16"/>
                      <a:pt x="115" y="0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Freeform: Shape 8"/>
              <p:cNvSpPr>
                <a:spLocks/>
              </p:cNvSpPr>
              <p:nvPr/>
            </p:nvSpPr>
            <p:spPr bwMode="auto">
              <a:xfrm>
                <a:off x="5137082" y="2507879"/>
                <a:ext cx="509160" cy="498552"/>
              </a:xfrm>
              <a:custGeom>
                <a:avLst/>
                <a:gdLst>
                  <a:gd name="T0" fmla="*/ 2 w 101"/>
                  <a:gd name="T1" fmla="*/ 7 h 99"/>
                  <a:gd name="T2" fmla="*/ 0 w 101"/>
                  <a:gd name="T3" fmla="*/ 0 h 99"/>
                  <a:gd name="T4" fmla="*/ 101 w 101"/>
                  <a:gd name="T5" fmla="*/ 92 h 99"/>
                  <a:gd name="T6" fmla="*/ 101 w 101"/>
                  <a:gd name="T7" fmla="*/ 99 h 99"/>
                  <a:gd name="T8" fmla="*/ 2 w 101"/>
                  <a:gd name="T9" fmla="*/ 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99">
                    <a:moveTo>
                      <a:pt x="2" y="7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01" y="92"/>
                      <a:pt x="101" y="92"/>
                      <a:pt x="101" y="92"/>
                    </a:cubicBezTo>
                    <a:cubicBezTo>
                      <a:pt x="101" y="99"/>
                      <a:pt x="101" y="99"/>
                      <a:pt x="101" y="99"/>
                    </a:cubicBezTo>
                    <a:cubicBezTo>
                      <a:pt x="30" y="33"/>
                      <a:pt x="60" y="61"/>
                      <a:pt x="2" y="7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" name="Freeform: Shape 9"/>
              <p:cNvSpPr>
                <a:spLocks/>
              </p:cNvSpPr>
              <p:nvPr/>
            </p:nvSpPr>
            <p:spPr bwMode="auto">
              <a:xfrm>
                <a:off x="5983560" y="2779431"/>
                <a:ext cx="210028" cy="216393"/>
              </a:xfrm>
              <a:custGeom>
                <a:avLst/>
                <a:gdLst>
                  <a:gd name="T0" fmla="*/ 0 w 42"/>
                  <a:gd name="T1" fmla="*/ 0 h 43"/>
                  <a:gd name="T2" fmla="*/ 0 w 42"/>
                  <a:gd name="T3" fmla="*/ 0 h 43"/>
                  <a:gd name="T4" fmla="*/ 1 w 42"/>
                  <a:gd name="T5" fmla="*/ 6 h 43"/>
                  <a:gd name="T6" fmla="*/ 40 w 42"/>
                  <a:gd name="T7" fmla="*/ 42 h 43"/>
                  <a:gd name="T8" fmla="*/ 41 w 42"/>
                  <a:gd name="T9" fmla="*/ 42 h 43"/>
                  <a:gd name="T10" fmla="*/ 41 w 42"/>
                  <a:gd name="T11" fmla="*/ 43 h 43"/>
                  <a:gd name="T12" fmla="*/ 42 w 42"/>
                  <a:gd name="T13" fmla="*/ 35 h 43"/>
                  <a:gd name="T14" fmla="*/ 0 w 42"/>
                  <a:gd name="T15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4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7"/>
                      <a:pt x="39" y="41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2" y="35"/>
                      <a:pt x="42" y="35"/>
                      <a:pt x="42" y="3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Freeform: Shape 10"/>
              <p:cNvSpPr>
                <a:spLocks/>
              </p:cNvSpPr>
              <p:nvPr/>
            </p:nvSpPr>
            <p:spPr bwMode="auto">
              <a:xfrm>
                <a:off x="6149037" y="3017039"/>
                <a:ext cx="212150" cy="216393"/>
              </a:xfrm>
              <a:custGeom>
                <a:avLst/>
                <a:gdLst>
                  <a:gd name="T0" fmla="*/ 100 w 100"/>
                  <a:gd name="T1" fmla="*/ 87 h 102"/>
                  <a:gd name="T2" fmla="*/ 0 w 100"/>
                  <a:gd name="T3" fmla="*/ 0 h 102"/>
                  <a:gd name="T4" fmla="*/ 2 w 100"/>
                  <a:gd name="T5" fmla="*/ 16 h 102"/>
                  <a:gd name="T6" fmla="*/ 95 w 100"/>
                  <a:gd name="T7" fmla="*/ 99 h 102"/>
                  <a:gd name="T8" fmla="*/ 100 w 100"/>
                  <a:gd name="T9" fmla="*/ 102 h 102"/>
                  <a:gd name="T10" fmla="*/ 100 w 100"/>
                  <a:gd name="T11" fmla="*/ 87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0" h="102">
                    <a:moveTo>
                      <a:pt x="100" y="87"/>
                    </a:moveTo>
                    <a:lnTo>
                      <a:pt x="0" y="0"/>
                    </a:lnTo>
                    <a:lnTo>
                      <a:pt x="2" y="16"/>
                    </a:lnTo>
                    <a:lnTo>
                      <a:pt x="95" y="99"/>
                    </a:lnTo>
                    <a:lnTo>
                      <a:pt x="100" y="102"/>
                    </a:lnTo>
                    <a:lnTo>
                      <a:pt x="100" y="87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Freeform: Shape 11"/>
              <p:cNvSpPr>
                <a:spLocks/>
              </p:cNvSpPr>
              <p:nvPr/>
            </p:nvSpPr>
            <p:spPr bwMode="auto">
              <a:xfrm>
                <a:off x="6149037" y="2618197"/>
                <a:ext cx="780712" cy="615235"/>
              </a:xfrm>
              <a:custGeom>
                <a:avLst/>
                <a:gdLst>
                  <a:gd name="T0" fmla="*/ 114 w 155"/>
                  <a:gd name="T1" fmla="*/ 0 h 122"/>
                  <a:gd name="T2" fmla="*/ 155 w 155"/>
                  <a:gd name="T3" fmla="*/ 33 h 122"/>
                  <a:gd name="T4" fmla="*/ 42 w 155"/>
                  <a:gd name="T5" fmla="*/ 116 h 122"/>
                  <a:gd name="T6" fmla="*/ 0 w 155"/>
                  <a:gd name="T7" fmla="*/ 79 h 122"/>
                  <a:gd name="T8" fmla="*/ 7 w 155"/>
                  <a:gd name="T9" fmla="*/ 74 h 122"/>
                  <a:gd name="T10" fmla="*/ 8 w 155"/>
                  <a:gd name="T11" fmla="*/ 74 h 122"/>
                  <a:gd name="T12" fmla="*/ 8 w 155"/>
                  <a:gd name="T13" fmla="*/ 75 h 122"/>
                  <a:gd name="T14" fmla="*/ 114 w 155"/>
                  <a:gd name="T1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5" h="122">
                    <a:moveTo>
                      <a:pt x="114" y="0"/>
                    </a:moveTo>
                    <a:cubicBezTo>
                      <a:pt x="155" y="33"/>
                      <a:pt x="155" y="33"/>
                      <a:pt x="155" y="33"/>
                    </a:cubicBezTo>
                    <a:cubicBezTo>
                      <a:pt x="34" y="122"/>
                      <a:pt x="50" y="110"/>
                      <a:pt x="42" y="116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9" y="74"/>
                      <a:pt x="113" y="0"/>
                      <a:pt x="114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>
                      <a:lumMod val="75000"/>
                    </a:schemeClr>
                  </a:gs>
                  <a:gs pos="57000">
                    <a:schemeClr val="accent4"/>
                  </a:gs>
                  <a:gs pos="83000">
                    <a:schemeClr val="accent4"/>
                  </a:gs>
                  <a:gs pos="100000">
                    <a:schemeClr val="accent4"/>
                  </a:gs>
                </a:gsLst>
                <a:lin ang="27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Freeform: Shape 12"/>
              <p:cNvSpPr>
                <a:spLocks/>
              </p:cNvSpPr>
              <p:nvPr/>
            </p:nvSpPr>
            <p:spPr bwMode="auto">
              <a:xfrm>
                <a:off x="6325121" y="2783674"/>
                <a:ext cx="604627" cy="449758"/>
              </a:xfrm>
              <a:custGeom>
                <a:avLst/>
                <a:gdLst>
                  <a:gd name="T0" fmla="*/ 119 w 120"/>
                  <a:gd name="T1" fmla="*/ 7 h 89"/>
                  <a:gd name="T2" fmla="*/ 111 w 120"/>
                  <a:gd name="T3" fmla="*/ 13 h 89"/>
                  <a:gd name="T4" fmla="*/ 7 w 120"/>
                  <a:gd name="T5" fmla="*/ 89 h 89"/>
                  <a:gd name="T6" fmla="*/ 7 w 120"/>
                  <a:gd name="T7" fmla="*/ 83 h 89"/>
                  <a:gd name="T8" fmla="*/ 120 w 120"/>
                  <a:gd name="T9" fmla="*/ 0 h 89"/>
                  <a:gd name="T10" fmla="*/ 119 w 120"/>
                  <a:gd name="T11" fmla="*/ 7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89">
                    <a:moveTo>
                      <a:pt x="119" y="7"/>
                    </a:moveTo>
                    <a:cubicBezTo>
                      <a:pt x="111" y="13"/>
                      <a:pt x="111" y="13"/>
                      <a:pt x="111" y="13"/>
                    </a:cubicBezTo>
                    <a:cubicBezTo>
                      <a:pt x="110" y="14"/>
                      <a:pt x="8" y="89"/>
                      <a:pt x="7" y="89"/>
                    </a:cubicBezTo>
                    <a:cubicBezTo>
                      <a:pt x="7" y="83"/>
                      <a:pt x="7" y="83"/>
                      <a:pt x="7" y="83"/>
                    </a:cubicBezTo>
                    <a:cubicBezTo>
                      <a:pt x="14" y="78"/>
                      <a:pt x="0" y="88"/>
                      <a:pt x="120" y="0"/>
                    </a:cubicBezTo>
                    <a:lnTo>
                      <a:pt x="119" y="7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Freeform: Shape 13"/>
              <p:cNvSpPr>
                <a:spLocks/>
              </p:cNvSpPr>
              <p:nvPr/>
            </p:nvSpPr>
            <p:spPr bwMode="auto">
              <a:xfrm>
                <a:off x="6314514" y="3252525"/>
                <a:ext cx="212150" cy="220636"/>
              </a:xfrm>
              <a:custGeom>
                <a:avLst/>
                <a:gdLst>
                  <a:gd name="T0" fmla="*/ 0 w 42"/>
                  <a:gd name="T1" fmla="*/ 7 h 44"/>
                  <a:gd name="T2" fmla="*/ 0 w 42"/>
                  <a:gd name="T3" fmla="*/ 0 h 44"/>
                  <a:gd name="T4" fmla="*/ 42 w 42"/>
                  <a:gd name="T5" fmla="*/ 38 h 44"/>
                  <a:gd name="T6" fmla="*/ 41 w 42"/>
                  <a:gd name="T7" fmla="*/ 44 h 44"/>
                  <a:gd name="T8" fmla="*/ 0 w 42"/>
                  <a:gd name="T9" fmla="*/ 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44">
                    <a:moveTo>
                      <a:pt x="0" y="7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44"/>
                      <a:pt x="41" y="44"/>
                      <a:pt x="41" y="44"/>
                    </a:cubicBezTo>
                    <a:cubicBezTo>
                      <a:pt x="11" y="17"/>
                      <a:pt x="38" y="41"/>
                      <a:pt x="0" y="7"/>
                    </a:cubicBezTo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Freeform: Shape 14"/>
              <p:cNvSpPr>
                <a:spLocks/>
              </p:cNvSpPr>
              <p:nvPr/>
            </p:nvSpPr>
            <p:spPr bwMode="auto">
              <a:xfrm>
                <a:off x="6314514" y="2849440"/>
                <a:ext cx="770104" cy="594020"/>
              </a:xfrm>
              <a:custGeom>
                <a:avLst/>
                <a:gdLst>
                  <a:gd name="T0" fmla="*/ 153 w 153"/>
                  <a:gd name="T1" fmla="*/ 33 h 118"/>
                  <a:gd name="T2" fmla="*/ 113 w 153"/>
                  <a:gd name="T3" fmla="*/ 0 h 118"/>
                  <a:gd name="T4" fmla="*/ 9 w 153"/>
                  <a:gd name="T5" fmla="*/ 76 h 118"/>
                  <a:gd name="T6" fmla="*/ 7 w 153"/>
                  <a:gd name="T7" fmla="*/ 75 h 118"/>
                  <a:gd name="T8" fmla="*/ 0 w 153"/>
                  <a:gd name="T9" fmla="*/ 80 h 118"/>
                  <a:gd name="T10" fmla="*/ 42 w 153"/>
                  <a:gd name="T11" fmla="*/ 118 h 118"/>
                  <a:gd name="T12" fmla="*/ 153 w 153"/>
                  <a:gd name="T13" fmla="*/ 33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3" h="118">
                    <a:moveTo>
                      <a:pt x="153" y="33"/>
                    </a:moveTo>
                    <a:cubicBezTo>
                      <a:pt x="113" y="0"/>
                      <a:pt x="113" y="0"/>
                      <a:pt x="113" y="0"/>
                    </a:cubicBezTo>
                    <a:cubicBezTo>
                      <a:pt x="112" y="1"/>
                      <a:pt x="10" y="76"/>
                      <a:pt x="9" y="76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42" y="118"/>
                      <a:pt x="42" y="118"/>
                      <a:pt x="42" y="118"/>
                    </a:cubicBezTo>
                    <a:cubicBezTo>
                      <a:pt x="153" y="33"/>
                      <a:pt x="153" y="33"/>
                      <a:pt x="153" y="33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4">
                      <a:lumMod val="75000"/>
                    </a:schemeClr>
                  </a:gs>
                  <a:gs pos="57000">
                    <a:schemeClr val="accent4"/>
                  </a:gs>
                  <a:gs pos="83000">
                    <a:schemeClr val="accent4"/>
                  </a:gs>
                  <a:gs pos="100000">
                    <a:schemeClr val="accent4"/>
                  </a:gs>
                </a:gsLst>
                <a:lin ang="27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Freeform: Shape 15"/>
              <p:cNvSpPr>
                <a:spLocks/>
              </p:cNvSpPr>
              <p:nvPr/>
            </p:nvSpPr>
            <p:spPr bwMode="auto">
              <a:xfrm>
                <a:off x="6522421" y="3017039"/>
                <a:ext cx="562197" cy="456122"/>
              </a:xfrm>
              <a:custGeom>
                <a:avLst/>
                <a:gdLst>
                  <a:gd name="T0" fmla="*/ 111 w 112"/>
                  <a:gd name="T1" fmla="*/ 7 h 91"/>
                  <a:gd name="T2" fmla="*/ 112 w 112"/>
                  <a:gd name="T3" fmla="*/ 0 h 91"/>
                  <a:gd name="T4" fmla="*/ 1 w 112"/>
                  <a:gd name="T5" fmla="*/ 85 h 91"/>
                  <a:gd name="T6" fmla="*/ 0 w 112"/>
                  <a:gd name="T7" fmla="*/ 91 h 91"/>
                  <a:gd name="T8" fmla="*/ 104 w 112"/>
                  <a:gd name="T9" fmla="*/ 12 h 91"/>
                  <a:gd name="T10" fmla="*/ 111 w 112"/>
                  <a:gd name="T11" fmla="*/ 7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91">
                    <a:moveTo>
                      <a:pt x="111" y="7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104" y="12"/>
                      <a:pt x="104" y="12"/>
                      <a:pt x="104" y="12"/>
                    </a:cubicBezTo>
                    <a:cubicBezTo>
                      <a:pt x="111" y="7"/>
                      <a:pt x="109" y="9"/>
                      <a:pt x="111" y="7"/>
                    </a:cubicBezTo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Freeform: Shape 16"/>
              <p:cNvSpPr>
                <a:spLocks/>
              </p:cNvSpPr>
              <p:nvPr/>
            </p:nvSpPr>
            <p:spPr bwMode="auto">
              <a:xfrm>
                <a:off x="6409981" y="3076441"/>
                <a:ext cx="1465956" cy="1166824"/>
              </a:xfrm>
              <a:custGeom>
                <a:avLst/>
                <a:gdLst>
                  <a:gd name="T0" fmla="*/ 5 w 291"/>
                  <a:gd name="T1" fmla="*/ 64 h 232"/>
                  <a:gd name="T2" fmla="*/ 5 w 291"/>
                  <a:gd name="T3" fmla="*/ 64 h 232"/>
                  <a:gd name="T4" fmla="*/ 0 w 291"/>
                  <a:gd name="T5" fmla="*/ 67 h 232"/>
                  <a:gd name="T6" fmla="*/ 182 w 291"/>
                  <a:gd name="T7" fmla="*/ 232 h 232"/>
                  <a:gd name="T8" fmla="*/ 291 w 291"/>
                  <a:gd name="T9" fmla="*/ 138 h 232"/>
                  <a:gd name="T10" fmla="*/ 126 w 291"/>
                  <a:gd name="T11" fmla="*/ 0 h 232"/>
                  <a:gd name="T12" fmla="*/ 22 w 291"/>
                  <a:gd name="T13" fmla="*/ 79 h 232"/>
                  <a:gd name="T14" fmla="*/ 5 w 291"/>
                  <a:gd name="T15" fmla="*/ 64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1" h="232">
                    <a:moveTo>
                      <a:pt x="5" y="64"/>
                    </a:moveTo>
                    <a:cubicBezTo>
                      <a:pt x="5" y="64"/>
                      <a:pt x="5" y="64"/>
                      <a:pt x="5" y="64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82" y="232"/>
                      <a:pt x="182" y="232"/>
                      <a:pt x="182" y="232"/>
                    </a:cubicBezTo>
                    <a:cubicBezTo>
                      <a:pt x="185" y="229"/>
                      <a:pt x="288" y="140"/>
                      <a:pt x="291" y="138"/>
                    </a:cubicBezTo>
                    <a:cubicBezTo>
                      <a:pt x="290" y="137"/>
                      <a:pt x="127" y="1"/>
                      <a:pt x="126" y="0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5" y="64"/>
                      <a:pt x="5" y="64"/>
                      <a:pt x="5" y="64"/>
                    </a:cubicBezTo>
                  </a:path>
                </a:pathLst>
              </a:custGeom>
              <a:solidFill>
                <a:srgbClr val="33B3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Freeform: Shape 17"/>
              <p:cNvSpPr>
                <a:spLocks/>
              </p:cNvSpPr>
              <p:nvPr/>
            </p:nvSpPr>
            <p:spPr bwMode="auto">
              <a:xfrm>
                <a:off x="6409981" y="3076441"/>
                <a:ext cx="1465956" cy="1166824"/>
              </a:xfrm>
              <a:custGeom>
                <a:avLst/>
                <a:gdLst>
                  <a:gd name="T0" fmla="*/ 126 w 291"/>
                  <a:gd name="T1" fmla="*/ 0 h 232"/>
                  <a:gd name="T2" fmla="*/ 22 w 291"/>
                  <a:gd name="T3" fmla="*/ 79 h 232"/>
                  <a:gd name="T4" fmla="*/ 5 w 291"/>
                  <a:gd name="T5" fmla="*/ 64 h 232"/>
                  <a:gd name="T6" fmla="*/ 5 w 291"/>
                  <a:gd name="T7" fmla="*/ 64 h 232"/>
                  <a:gd name="T8" fmla="*/ 5 w 291"/>
                  <a:gd name="T9" fmla="*/ 64 h 232"/>
                  <a:gd name="T10" fmla="*/ 0 w 291"/>
                  <a:gd name="T11" fmla="*/ 67 h 232"/>
                  <a:gd name="T12" fmla="*/ 182 w 291"/>
                  <a:gd name="T13" fmla="*/ 232 h 232"/>
                  <a:gd name="T14" fmla="*/ 291 w 291"/>
                  <a:gd name="T15" fmla="*/ 138 h 232"/>
                  <a:gd name="T16" fmla="*/ 126 w 291"/>
                  <a:gd name="T17" fmla="*/ 0 h 232"/>
                  <a:gd name="T18" fmla="*/ 126 w 291"/>
                  <a:gd name="T19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1" h="232">
                    <a:moveTo>
                      <a:pt x="126" y="0"/>
                    </a:moveTo>
                    <a:cubicBezTo>
                      <a:pt x="22" y="79"/>
                      <a:pt x="22" y="79"/>
                      <a:pt x="22" y="79"/>
                    </a:cubicBezTo>
                    <a:cubicBezTo>
                      <a:pt x="5" y="64"/>
                      <a:pt x="5" y="64"/>
                      <a:pt x="5" y="64"/>
                    </a:cubicBezTo>
                    <a:cubicBezTo>
                      <a:pt x="5" y="64"/>
                      <a:pt x="5" y="64"/>
                      <a:pt x="5" y="64"/>
                    </a:cubicBezTo>
                    <a:cubicBezTo>
                      <a:pt x="5" y="64"/>
                      <a:pt x="5" y="64"/>
                      <a:pt x="5" y="64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82" y="232"/>
                      <a:pt x="182" y="232"/>
                      <a:pt x="182" y="232"/>
                    </a:cubicBezTo>
                    <a:cubicBezTo>
                      <a:pt x="185" y="229"/>
                      <a:pt x="288" y="140"/>
                      <a:pt x="291" y="138"/>
                    </a:cubicBezTo>
                    <a:cubicBezTo>
                      <a:pt x="290" y="137"/>
                      <a:pt x="127" y="1"/>
                      <a:pt x="126" y="0"/>
                    </a:cubicBezTo>
                    <a:cubicBezTo>
                      <a:pt x="126" y="0"/>
                      <a:pt x="126" y="0"/>
                      <a:pt x="126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7000">
                    <a:schemeClr val="accent3"/>
                  </a:gs>
                  <a:gs pos="83000">
                    <a:schemeClr val="accent3"/>
                  </a:gs>
                  <a:gs pos="100000">
                    <a:schemeClr val="accent3"/>
                  </a:gs>
                </a:gsLst>
                <a:lin ang="81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Freeform: Shape 18"/>
              <p:cNvSpPr>
                <a:spLocks/>
              </p:cNvSpPr>
              <p:nvPr/>
            </p:nvSpPr>
            <p:spPr bwMode="auto">
              <a:xfrm>
                <a:off x="5272858" y="3594086"/>
                <a:ext cx="524010" cy="549468"/>
              </a:xfrm>
              <a:custGeom>
                <a:avLst/>
                <a:gdLst>
                  <a:gd name="T0" fmla="*/ 0 w 247"/>
                  <a:gd name="T1" fmla="*/ 43 h 259"/>
                  <a:gd name="T2" fmla="*/ 57 w 247"/>
                  <a:gd name="T3" fmla="*/ 0 h 259"/>
                  <a:gd name="T4" fmla="*/ 247 w 247"/>
                  <a:gd name="T5" fmla="*/ 190 h 259"/>
                  <a:gd name="T6" fmla="*/ 154 w 247"/>
                  <a:gd name="T7" fmla="*/ 259 h 259"/>
                  <a:gd name="T8" fmla="*/ 145 w 247"/>
                  <a:gd name="T9" fmla="*/ 247 h 259"/>
                  <a:gd name="T10" fmla="*/ 171 w 247"/>
                  <a:gd name="T11" fmla="*/ 228 h 259"/>
                  <a:gd name="T12" fmla="*/ 169 w 247"/>
                  <a:gd name="T13" fmla="*/ 216 h 259"/>
                  <a:gd name="T14" fmla="*/ 0 w 247"/>
                  <a:gd name="T15" fmla="*/ 43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7" h="259">
                    <a:moveTo>
                      <a:pt x="0" y="43"/>
                    </a:moveTo>
                    <a:lnTo>
                      <a:pt x="57" y="0"/>
                    </a:lnTo>
                    <a:lnTo>
                      <a:pt x="247" y="190"/>
                    </a:lnTo>
                    <a:lnTo>
                      <a:pt x="154" y="259"/>
                    </a:lnTo>
                    <a:lnTo>
                      <a:pt x="145" y="247"/>
                    </a:lnTo>
                    <a:lnTo>
                      <a:pt x="171" y="228"/>
                    </a:lnTo>
                    <a:lnTo>
                      <a:pt x="169" y="216"/>
                    </a:lnTo>
                    <a:lnTo>
                      <a:pt x="0" y="4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57000">
                    <a:schemeClr val="accent1"/>
                  </a:gs>
                  <a:gs pos="83000">
                    <a:schemeClr val="accent1"/>
                  </a:gs>
                  <a:gs pos="100000">
                    <a:schemeClr val="accent1"/>
                  </a:gs>
                </a:gsLst>
                <a:lin ang="189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Freeform: Shape 19"/>
              <p:cNvSpPr>
                <a:spLocks/>
              </p:cNvSpPr>
              <p:nvPr/>
            </p:nvSpPr>
            <p:spPr bwMode="auto">
              <a:xfrm>
                <a:off x="5096774" y="3640759"/>
                <a:ext cx="534618" cy="562197"/>
              </a:xfrm>
              <a:custGeom>
                <a:avLst/>
                <a:gdLst>
                  <a:gd name="T0" fmla="*/ 106 w 106"/>
                  <a:gd name="T1" fmla="*/ 82 h 112"/>
                  <a:gd name="T2" fmla="*/ 68 w 106"/>
                  <a:gd name="T3" fmla="*/ 112 h 112"/>
                  <a:gd name="T4" fmla="*/ 67 w 106"/>
                  <a:gd name="T5" fmla="*/ 112 h 112"/>
                  <a:gd name="T6" fmla="*/ 62 w 106"/>
                  <a:gd name="T7" fmla="*/ 108 h 112"/>
                  <a:gd name="T8" fmla="*/ 73 w 106"/>
                  <a:gd name="T9" fmla="*/ 99 h 112"/>
                  <a:gd name="T10" fmla="*/ 72 w 106"/>
                  <a:gd name="T11" fmla="*/ 95 h 112"/>
                  <a:gd name="T12" fmla="*/ 0 w 106"/>
                  <a:gd name="T13" fmla="*/ 19 h 112"/>
                  <a:gd name="T14" fmla="*/ 26 w 106"/>
                  <a:gd name="T15" fmla="*/ 0 h 112"/>
                  <a:gd name="T16" fmla="*/ 35 w 106"/>
                  <a:gd name="T17" fmla="*/ 9 h 112"/>
                  <a:gd name="T18" fmla="*/ 106 w 106"/>
                  <a:gd name="T19" fmla="*/ 8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" h="112">
                    <a:moveTo>
                      <a:pt x="106" y="82"/>
                    </a:moveTo>
                    <a:cubicBezTo>
                      <a:pt x="68" y="112"/>
                      <a:pt x="68" y="112"/>
                      <a:pt x="68" y="112"/>
                    </a:cubicBezTo>
                    <a:cubicBezTo>
                      <a:pt x="67" y="112"/>
                      <a:pt x="67" y="112"/>
                      <a:pt x="67" y="112"/>
                    </a:cubicBezTo>
                    <a:cubicBezTo>
                      <a:pt x="62" y="108"/>
                      <a:pt x="62" y="108"/>
                      <a:pt x="62" y="108"/>
                    </a:cubicBezTo>
                    <a:cubicBezTo>
                      <a:pt x="73" y="99"/>
                      <a:pt x="73" y="99"/>
                      <a:pt x="73" y="99"/>
                    </a:cubicBezTo>
                    <a:cubicBezTo>
                      <a:pt x="73" y="97"/>
                      <a:pt x="72" y="94"/>
                      <a:pt x="72" y="95"/>
                    </a:cubicBezTo>
                    <a:cubicBezTo>
                      <a:pt x="65" y="87"/>
                      <a:pt x="7" y="27"/>
                      <a:pt x="0" y="19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106" y="82"/>
                      <a:pt x="106" y="82"/>
                      <a:pt x="106" y="82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57000">
                    <a:schemeClr val="accent1"/>
                  </a:gs>
                  <a:gs pos="83000">
                    <a:schemeClr val="accent1"/>
                  </a:gs>
                  <a:gs pos="100000">
                    <a:schemeClr val="accent1"/>
                  </a:gs>
                </a:gsLst>
                <a:lin ang="189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Freeform: Shape 20"/>
              <p:cNvSpPr>
                <a:spLocks/>
              </p:cNvSpPr>
              <p:nvPr/>
            </p:nvSpPr>
            <p:spPr bwMode="auto">
              <a:xfrm>
                <a:off x="6409981" y="3413759"/>
                <a:ext cx="916487" cy="854964"/>
              </a:xfrm>
              <a:custGeom>
                <a:avLst/>
                <a:gdLst>
                  <a:gd name="T0" fmla="*/ 167 w 432"/>
                  <a:gd name="T1" fmla="*/ 166 h 403"/>
                  <a:gd name="T2" fmla="*/ 0 w 432"/>
                  <a:gd name="T3" fmla="*/ 16 h 403"/>
                  <a:gd name="T4" fmla="*/ 0 w 432"/>
                  <a:gd name="T5" fmla="*/ 0 h 403"/>
                  <a:gd name="T6" fmla="*/ 432 w 432"/>
                  <a:gd name="T7" fmla="*/ 391 h 403"/>
                  <a:gd name="T8" fmla="*/ 428 w 432"/>
                  <a:gd name="T9" fmla="*/ 401 h 403"/>
                  <a:gd name="T10" fmla="*/ 428 w 432"/>
                  <a:gd name="T11" fmla="*/ 403 h 403"/>
                  <a:gd name="T12" fmla="*/ 167 w 432"/>
                  <a:gd name="T13" fmla="*/ 166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2" h="403">
                    <a:moveTo>
                      <a:pt x="167" y="166"/>
                    </a:moveTo>
                    <a:lnTo>
                      <a:pt x="0" y="16"/>
                    </a:lnTo>
                    <a:lnTo>
                      <a:pt x="0" y="0"/>
                    </a:lnTo>
                    <a:lnTo>
                      <a:pt x="432" y="391"/>
                    </a:lnTo>
                    <a:lnTo>
                      <a:pt x="428" y="401"/>
                    </a:lnTo>
                    <a:lnTo>
                      <a:pt x="428" y="403"/>
                    </a:lnTo>
                    <a:lnTo>
                      <a:pt x="167" y="166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Freeform: Shape 21"/>
              <p:cNvSpPr>
                <a:spLocks/>
              </p:cNvSpPr>
              <p:nvPr/>
            </p:nvSpPr>
            <p:spPr bwMode="auto">
              <a:xfrm>
                <a:off x="4916446" y="3689554"/>
                <a:ext cx="543104" cy="528253"/>
              </a:xfrm>
              <a:custGeom>
                <a:avLst/>
                <a:gdLst>
                  <a:gd name="T0" fmla="*/ 0 w 108"/>
                  <a:gd name="T1" fmla="*/ 20 h 105"/>
                  <a:gd name="T2" fmla="*/ 27 w 108"/>
                  <a:gd name="T3" fmla="*/ 0 h 105"/>
                  <a:gd name="T4" fmla="*/ 108 w 108"/>
                  <a:gd name="T5" fmla="*/ 85 h 105"/>
                  <a:gd name="T6" fmla="*/ 80 w 108"/>
                  <a:gd name="T7" fmla="*/ 105 h 105"/>
                  <a:gd name="T8" fmla="*/ 0 w 108"/>
                  <a:gd name="T9" fmla="*/ 2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8" h="105">
                    <a:moveTo>
                      <a:pt x="0" y="2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15"/>
                      <a:pt x="105" y="81"/>
                      <a:pt x="108" y="85"/>
                    </a:cubicBezTo>
                    <a:cubicBezTo>
                      <a:pt x="80" y="105"/>
                      <a:pt x="80" y="105"/>
                      <a:pt x="80" y="105"/>
                    </a:cubicBezTo>
                    <a:cubicBezTo>
                      <a:pt x="0" y="20"/>
                      <a:pt x="0" y="20"/>
                      <a:pt x="0" y="2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57000">
                    <a:schemeClr val="accent1"/>
                  </a:gs>
                  <a:gs pos="83000">
                    <a:schemeClr val="accent1"/>
                  </a:gs>
                  <a:gs pos="100000">
                    <a:schemeClr val="accent1"/>
                  </a:gs>
                </a:gsLst>
                <a:lin ang="189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Freeform: Shape 22"/>
              <p:cNvSpPr>
                <a:spLocks/>
              </p:cNvSpPr>
              <p:nvPr/>
            </p:nvSpPr>
            <p:spPr bwMode="auto">
              <a:xfrm>
                <a:off x="6552122" y="3765928"/>
                <a:ext cx="795562" cy="704337"/>
              </a:xfrm>
              <a:custGeom>
                <a:avLst/>
                <a:gdLst>
                  <a:gd name="T0" fmla="*/ 0 w 158"/>
                  <a:gd name="T1" fmla="*/ 33 h 140"/>
                  <a:gd name="T2" fmla="*/ 42 w 158"/>
                  <a:gd name="T3" fmla="*/ 0 h 140"/>
                  <a:gd name="T4" fmla="*/ 152 w 158"/>
                  <a:gd name="T5" fmla="*/ 100 h 140"/>
                  <a:gd name="T6" fmla="*/ 154 w 158"/>
                  <a:gd name="T7" fmla="*/ 98 h 140"/>
                  <a:gd name="T8" fmla="*/ 158 w 158"/>
                  <a:gd name="T9" fmla="*/ 101 h 140"/>
                  <a:gd name="T10" fmla="*/ 114 w 158"/>
                  <a:gd name="T11" fmla="*/ 140 h 140"/>
                  <a:gd name="T12" fmla="*/ 0 w 158"/>
                  <a:gd name="T13" fmla="*/ 33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140">
                    <a:moveTo>
                      <a:pt x="0" y="33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152" y="100"/>
                      <a:pt x="152" y="100"/>
                      <a:pt x="152" y="100"/>
                    </a:cubicBezTo>
                    <a:cubicBezTo>
                      <a:pt x="154" y="98"/>
                      <a:pt x="154" y="98"/>
                      <a:pt x="154" y="98"/>
                    </a:cubicBezTo>
                    <a:cubicBezTo>
                      <a:pt x="158" y="101"/>
                      <a:pt x="158" y="101"/>
                      <a:pt x="158" y="101"/>
                    </a:cubicBezTo>
                    <a:cubicBezTo>
                      <a:pt x="120" y="134"/>
                      <a:pt x="116" y="138"/>
                      <a:pt x="114" y="140"/>
                    </a:cubicBezTo>
                    <a:lnTo>
                      <a:pt x="0" y="3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7000">
                    <a:schemeClr val="accent3"/>
                  </a:gs>
                  <a:gs pos="83000">
                    <a:schemeClr val="accent3"/>
                  </a:gs>
                  <a:gs pos="100000">
                    <a:schemeClr val="accent3"/>
                  </a:gs>
                </a:gsLst>
                <a:lin ang="81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Freeform: Shape 23"/>
              <p:cNvSpPr>
                <a:spLocks/>
              </p:cNvSpPr>
              <p:nvPr/>
            </p:nvSpPr>
            <p:spPr bwMode="auto">
              <a:xfrm>
                <a:off x="6547879" y="3931404"/>
                <a:ext cx="577048" cy="564319"/>
              </a:xfrm>
              <a:custGeom>
                <a:avLst/>
                <a:gdLst>
                  <a:gd name="T0" fmla="*/ 11 w 272"/>
                  <a:gd name="T1" fmla="*/ 24 h 266"/>
                  <a:gd name="T2" fmla="*/ 0 w 272"/>
                  <a:gd name="T3" fmla="*/ 14 h 266"/>
                  <a:gd name="T4" fmla="*/ 2 w 272"/>
                  <a:gd name="T5" fmla="*/ 0 h 266"/>
                  <a:gd name="T6" fmla="*/ 272 w 272"/>
                  <a:gd name="T7" fmla="*/ 254 h 266"/>
                  <a:gd name="T8" fmla="*/ 268 w 272"/>
                  <a:gd name="T9" fmla="*/ 266 h 266"/>
                  <a:gd name="T10" fmla="*/ 11 w 272"/>
                  <a:gd name="T11" fmla="*/ 24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2" h="266">
                    <a:moveTo>
                      <a:pt x="11" y="24"/>
                    </a:moveTo>
                    <a:lnTo>
                      <a:pt x="0" y="14"/>
                    </a:lnTo>
                    <a:lnTo>
                      <a:pt x="2" y="0"/>
                    </a:lnTo>
                    <a:lnTo>
                      <a:pt x="272" y="254"/>
                    </a:lnTo>
                    <a:lnTo>
                      <a:pt x="268" y="266"/>
                    </a:lnTo>
                    <a:lnTo>
                      <a:pt x="11" y="24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Freeform: Shape 24"/>
              <p:cNvSpPr>
                <a:spLocks/>
              </p:cNvSpPr>
              <p:nvPr/>
            </p:nvSpPr>
            <p:spPr bwMode="auto">
              <a:xfrm>
                <a:off x="5419241" y="4052330"/>
                <a:ext cx="216393" cy="171841"/>
              </a:xfrm>
              <a:custGeom>
                <a:avLst/>
                <a:gdLst>
                  <a:gd name="T0" fmla="*/ 43 w 43"/>
                  <a:gd name="T1" fmla="*/ 5 h 34"/>
                  <a:gd name="T2" fmla="*/ 42 w 43"/>
                  <a:gd name="T3" fmla="*/ 0 h 34"/>
                  <a:gd name="T4" fmla="*/ 3 w 43"/>
                  <a:gd name="T5" fmla="*/ 30 h 34"/>
                  <a:gd name="T6" fmla="*/ 3 w 43"/>
                  <a:gd name="T7" fmla="*/ 34 h 34"/>
                  <a:gd name="T8" fmla="*/ 43 w 43"/>
                  <a:gd name="T9" fmla="*/ 5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34">
                    <a:moveTo>
                      <a:pt x="43" y="5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0" y="32"/>
                      <a:pt x="4" y="29"/>
                      <a:pt x="3" y="30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4"/>
                      <a:pt x="42" y="5"/>
                      <a:pt x="43" y="5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Freeform: Shape 25"/>
              <p:cNvSpPr>
                <a:spLocks/>
              </p:cNvSpPr>
              <p:nvPr/>
            </p:nvSpPr>
            <p:spPr bwMode="auto">
              <a:xfrm>
                <a:off x="5599569" y="3997171"/>
                <a:ext cx="197299" cy="165477"/>
              </a:xfrm>
              <a:custGeom>
                <a:avLst/>
                <a:gdLst>
                  <a:gd name="T0" fmla="*/ 0 w 93"/>
                  <a:gd name="T1" fmla="*/ 69 h 78"/>
                  <a:gd name="T2" fmla="*/ 93 w 93"/>
                  <a:gd name="T3" fmla="*/ 0 h 78"/>
                  <a:gd name="T4" fmla="*/ 93 w 93"/>
                  <a:gd name="T5" fmla="*/ 9 h 78"/>
                  <a:gd name="T6" fmla="*/ 3 w 93"/>
                  <a:gd name="T7" fmla="*/ 78 h 78"/>
                  <a:gd name="T8" fmla="*/ 0 w 93"/>
                  <a:gd name="T9" fmla="*/ 69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78">
                    <a:moveTo>
                      <a:pt x="0" y="69"/>
                    </a:moveTo>
                    <a:lnTo>
                      <a:pt x="93" y="0"/>
                    </a:lnTo>
                    <a:lnTo>
                      <a:pt x="93" y="9"/>
                    </a:lnTo>
                    <a:lnTo>
                      <a:pt x="3" y="78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Freeform: Shape 26"/>
              <p:cNvSpPr>
                <a:spLocks/>
              </p:cNvSpPr>
              <p:nvPr/>
            </p:nvSpPr>
            <p:spPr bwMode="auto">
              <a:xfrm>
                <a:off x="5569868" y="4118096"/>
                <a:ext cx="36065" cy="44551"/>
              </a:xfrm>
              <a:custGeom>
                <a:avLst/>
                <a:gdLst>
                  <a:gd name="T0" fmla="*/ 5 w 17"/>
                  <a:gd name="T1" fmla="*/ 0 h 21"/>
                  <a:gd name="T2" fmla="*/ 0 w 17"/>
                  <a:gd name="T3" fmla="*/ 5 h 21"/>
                  <a:gd name="T4" fmla="*/ 17 w 17"/>
                  <a:gd name="T5" fmla="*/ 21 h 21"/>
                  <a:gd name="T6" fmla="*/ 14 w 17"/>
                  <a:gd name="T7" fmla="*/ 12 h 21"/>
                  <a:gd name="T8" fmla="*/ 5 w 17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5" y="0"/>
                    </a:moveTo>
                    <a:lnTo>
                      <a:pt x="0" y="5"/>
                    </a:lnTo>
                    <a:lnTo>
                      <a:pt x="17" y="21"/>
                    </a:lnTo>
                    <a:lnTo>
                      <a:pt x="14" y="12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Freeform: Shape 27"/>
              <p:cNvSpPr>
                <a:spLocks/>
              </p:cNvSpPr>
              <p:nvPr/>
            </p:nvSpPr>
            <p:spPr bwMode="auto">
              <a:xfrm>
                <a:off x="4316062" y="3740470"/>
                <a:ext cx="1143488" cy="1162581"/>
              </a:xfrm>
              <a:custGeom>
                <a:avLst/>
                <a:gdLst>
                  <a:gd name="T0" fmla="*/ 110 w 227"/>
                  <a:gd name="T1" fmla="*/ 0 h 231"/>
                  <a:gd name="T2" fmla="*/ 227 w 227"/>
                  <a:gd name="T3" fmla="*/ 125 h 231"/>
                  <a:gd name="T4" fmla="*/ 118 w 227"/>
                  <a:gd name="T5" fmla="*/ 209 h 231"/>
                  <a:gd name="T6" fmla="*/ 118 w 227"/>
                  <a:gd name="T7" fmla="*/ 209 h 231"/>
                  <a:gd name="T8" fmla="*/ 118 w 227"/>
                  <a:gd name="T9" fmla="*/ 209 h 231"/>
                  <a:gd name="T10" fmla="*/ 120 w 227"/>
                  <a:gd name="T11" fmla="*/ 213 h 231"/>
                  <a:gd name="T12" fmla="*/ 134 w 227"/>
                  <a:gd name="T13" fmla="*/ 229 h 231"/>
                  <a:gd name="T14" fmla="*/ 131 w 227"/>
                  <a:gd name="T15" fmla="*/ 231 h 231"/>
                  <a:gd name="T16" fmla="*/ 0 w 227"/>
                  <a:gd name="T17" fmla="*/ 78 h 231"/>
                  <a:gd name="T18" fmla="*/ 110 w 227"/>
                  <a:gd name="T19" fmla="*/ 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7" h="231">
                    <a:moveTo>
                      <a:pt x="110" y="0"/>
                    </a:moveTo>
                    <a:cubicBezTo>
                      <a:pt x="126" y="18"/>
                      <a:pt x="225" y="122"/>
                      <a:pt x="227" y="125"/>
                    </a:cubicBezTo>
                    <a:cubicBezTo>
                      <a:pt x="114" y="212"/>
                      <a:pt x="132" y="199"/>
                      <a:pt x="118" y="209"/>
                    </a:cubicBezTo>
                    <a:cubicBezTo>
                      <a:pt x="118" y="209"/>
                      <a:pt x="118" y="209"/>
                      <a:pt x="118" y="209"/>
                    </a:cubicBezTo>
                    <a:cubicBezTo>
                      <a:pt x="118" y="209"/>
                      <a:pt x="118" y="209"/>
                      <a:pt x="118" y="209"/>
                    </a:cubicBezTo>
                    <a:cubicBezTo>
                      <a:pt x="120" y="213"/>
                      <a:pt x="120" y="213"/>
                      <a:pt x="120" y="213"/>
                    </a:cubicBezTo>
                    <a:cubicBezTo>
                      <a:pt x="134" y="229"/>
                      <a:pt x="134" y="229"/>
                      <a:pt x="134" y="229"/>
                    </a:cubicBezTo>
                    <a:cubicBezTo>
                      <a:pt x="131" y="231"/>
                      <a:pt x="131" y="231"/>
                      <a:pt x="131" y="231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110" y="0"/>
                      <a:pt x="110" y="0"/>
                      <a:pt x="110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57000">
                    <a:schemeClr val="accent1"/>
                  </a:gs>
                  <a:gs pos="83000">
                    <a:schemeClr val="accent1"/>
                  </a:gs>
                  <a:gs pos="100000">
                    <a:schemeClr val="accent1"/>
                  </a:gs>
                </a:gsLst>
                <a:lin ang="189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Freeform: Shape 28"/>
              <p:cNvSpPr>
                <a:spLocks/>
              </p:cNvSpPr>
              <p:nvPr/>
            </p:nvSpPr>
            <p:spPr bwMode="auto">
              <a:xfrm>
                <a:off x="6365430" y="3982320"/>
                <a:ext cx="784955" cy="708580"/>
              </a:xfrm>
              <a:custGeom>
                <a:avLst/>
                <a:gdLst>
                  <a:gd name="T0" fmla="*/ 0 w 156"/>
                  <a:gd name="T1" fmla="*/ 34 h 141"/>
                  <a:gd name="T2" fmla="*/ 41 w 156"/>
                  <a:gd name="T3" fmla="*/ 0 h 141"/>
                  <a:gd name="T4" fmla="*/ 149 w 156"/>
                  <a:gd name="T5" fmla="*/ 102 h 141"/>
                  <a:gd name="T6" fmla="*/ 152 w 156"/>
                  <a:gd name="T7" fmla="*/ 99 h 141"/>
                  <a:gd name="T8" fmla="*/ 156 w 156"/>
                  <a:gd name="T9" fmla="*/ 102 h 141"/>
                  <a:gd name="T10" fmla="*/ 111 w 156"/>
                  <a:gd name="T11" fmla="*/ 141 h 141"/>
                  <a:gd name="T12" fmla="*/ 0 w 156"/>
                  <a:gd name="T13" fmla="*/ 34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6" h="141">
                    <a:moveTo>
                      <a:pt x="0" y="34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149" y="102"/>
                      <a:pt x="149" y="102"/>
                      <a:pt x="149" y="102"/>
                    </a:cubicBezTo>
                    <a:cubicBezTo>
                      <a:pt x="152" y="99"/>
                      <a:pt x="152" y="99"/>
                      <a:pt x="152" y="99"/>
                    </a:cubicBezTo>
                    <a:cubicBezTo>
                      <a:pt x="156" y="102"/>
                      <a:pt x="156" y="102"/>
                      <a:pt x="156" y="102"/>
                    </a:cubicBezTo>
                    <a:cubicBezTo>
                      <a:pt x="156" y="102"/>
                      <a:pt x="117" y="137"/>
                      <a:pt x="111" y="141"/>
                    </a:cubicBezTo>
                    <a:lnTo>
                      <a:pt x="0" y="3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7000">
                    <a:schemeClr val="accent3"/>
                  </a:gs>
                  <a:gs pos="83000">
                    <a:schemeClr val="accent3"/>
                  </a:gs>
                  <a:gs pos="100000">
                    <a:schemeClr val="accent3"/>
                  </a:gs>
                </a:gsLst>
                <a:lin ang="81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Freeform: Shape 29"/>
              <p:cNvSpPr>
                <a:spLocks/>
              </p:cNvSpPr>
              <p:nvPr/>
            </p:nvSpPr>
            <p:spPr bwMode="auto">
              <a:xfrm>
                <a:off x="5319531" y="4118096"/>
                <a:ext cx="144262" cy="120925"/>
              </a:xfrm>
              <a:custGeom>
                <a:avLst/>
                <a:gdLst>
                  <a:gd name="T0" fmla="*/ 29 w 29"/>
                  <a:gd name="T1" fmla="*/ 4 h 24"/>
                  <a:gd name="T2" fmla="*/ 28 w 29"/>
                  <a:gd name="T3" fmla="*/ 0 h 24"/>
                  <a:gd name="T4" fmla="*/ 0 w 29"/>
                  <a:gd name="T5" fmla="*/ 20 h 24"/>
                  <a:gd name="T6" fmla="*/ 3 w 29"/>
                  <a:gd name="T7" fmla="*/ 24 h 24"/>
                  <a:gd name="T8" fmla="*/ 29 w 29"/>
                  <a:gd name="T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24">
                    <a:moveTo>
                      <a:pt x="29" y="4"/>
                    </a:moveTo>
                    <a:cubicBezTo>
                      <a:pt x="29" y="3"/>
                      <a:pt x="29" y="4"/>
                      <a:pt x="28" y="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29" y="4"/>
                      <a:pt x="29" y="4"/>
                      <a:pt x="29" y="4"/>
                    </a:cubicBezTo>
                  </a:path>
                </a:pathLst>
              </a:custGeom>
              <a:solidFill>
                <a:srgbClr val="33B3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Freeform: Shape 30"/>
              <p:cNvSpPr>
                <a:spLocks/>
              </p:cNvSpPr>
              <p:nvPr/>
            </p:nvSpPr>
            <p:spPr bwMode="auto">
              <a:xfrm>
                <a:off x="5319531" y="4118096"/>
                <a:ext cx="144262" cy="120925"/>
              </a:xfrm>
              <a:custGeom>
                <a:avLst/>
                <a:gdLst>
                  <a:gd name="T0" fmla="*/ 28 w 29"/>
                  <a:gd name="T1" fmla="*/ 0 h 24"/>
                  <a:gd name="T2" fmla="*/ 28 w 29"/>
                  <a:gd name="T3" fmla="*/ 0 h 24"/>
                  <a:gd name="T4" fmla="*/ 0 w 29"/>
                  <a:gd name="T5" fmla="*/ 20 h 24"/>
                  <a:gd name="T6" fmla="*/ 3 w 29"/>
                  <a:gd name="T7" fmla="*/ 24 h 24"/>
                  <a:gd name="T8" fmla="*/ 29 w 29"/>
                  <a:gd name="T9" fmla="*/ 4 h 24"/>
                  <a:gd name="T10" fmla="*/ 29 w 29"/>
                  <a:gd name="T11" fmla="*/ 3 h 24"/>
                  <a:gd name="T12" fmla="*/ 29 w 29"/>
                  <a:gd name="T13" fmla="*/ 2 h 24"/>
                  <a:gd name="T14" fmla="*/ 28 w 29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24">
                    <a:moveTo>
                      <a:pt x="28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29" y="4"/>
                      <a:pt x="29" y="4"/>
                      <a:pt x="29" y="3"/>
                    </a:cubicBezTo>
                    <a:cubicBezTo>
                      <a:pt x="29" y="3"/>
                      <a:pt x="29" y="3"/>
                      <a:pt x="29" y="2"/>
                    </a:cubicBezTo>
                    <a:cubicBezTo>
                      <a:pt x="29" y="1"/>
                      <a:pt x="29" y="1"/>
                      <a:pt x="28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Freeform: Shape 31"/>
              <p:cNvSpPr>
                <a:spLocks/>
              </p:cNvSpPr>
              <p:nvPr/>
            </p:nvSpPr>
            <p:spPr bwMode="auto">
              <a:xfrm>
                <a:off x="5400148" y="4183863"/>
                <a:ext cx="33944" cy="40308"/>
              </a:xfrm>
              <a:custGeom>
                <a:avLst/>
                <a:gdLst>
                  <a:gd name="T0" fmla="*/ 4 w 16"/>
                  <a:gd name="T1" fmla="*/ 0 h 19"/>
                  <a:gd name="T2" fmla="*/ 0 w 16"/>
                  <a:gd name="T3" fmla="*/ 2 h 19"/>
                  <a:gd name="T4" fmla="*/ 16 w 16"/>
                  <a:gd name="T5" fmla="*/ 19 h 19"/>
                  <a:gd name="T6" fmla="*/ 16 w 16"/>
                  <a:gd name="T7" fmla="*/ 9 h 19"/>
                  <a:gd name="T8" fmla="*/ 4 w 1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9">
                    <a:moveTo>
                      <a:pt x="4" y="0"/>
                    </a:moveTo>
                    <a:lnTo>
                      <a:pt x="0" y="2"/>
                    </a:lnTo>
                    <a:lnTo>
                      <a:pt x="16" y="19"/>
                    </a:lnTo>
                    <a:lnTo>
                      <a:pt x="16" y="9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Freeform: Shape 32"/>
              <p:cNvSpPr>
                <a:spLocks/>
              </p:cNvSpPr>
              <p:nvPr/>
            </p:nvSpPr>
            <p:spPr bwMode="auto">
              <a:xfrm>
                <a:off x="6361187" y="4152040"/>
                <a:ext cx="564319" cy="564319"/>
              </a:xfrm>
              <a:custGeom>
                <a:avLst/>
                <a:gdLst>
                  <a:gd name="T0" fmla="*/ 12 w 266"/>
                  <a:gd name="T1" fmla="*/ 22 h 266"/>
                  <a:gd name="T2" fmla="*/ 0 w 266"/>
                  <a:gd name="T3" fmla="*/ 12 h 266"/>
                  <a:gd name="T4" fmla="*/ 2 w 266"/>
                  <a:gd name="T5" fmla="*/ 0 h 266"/>
                  <a:gd name="T6" fmla="*/ 266 w 266"/>
                  <a:gd name="T7" fmla="*/ 254 h 266"/>
                  <a:gd name="T8" fmla="*/ 263 w 266"/>
                  <a:gd name="T9" fmla="*/ 266 h 266"/>
                  <a:gd name="T10" fmla="*/ 12 w 266"/>
                  <a:gd name="T11" fmla="*/ 22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6" h="266">
                    <a:moveTo>
                      <a:pt x="12" y="22"/>
                    </a:moveTo>
                    <a:lnTo>
                      <a:pt x="0" y="12"/>
                    </a:lnTo>
                    <a:lnTo>
                      <a:pt x="2" y="0"/>
                    </a:lnTo>
                    <a:lnTo>
                      <a:pt x="266" y="254"/>
                    </a:lnTo>
                    <a:lnTo>
                      <a:pt x="263" y="266"/>
                    </a:lnTo>
                    <a:lnTo>
                      <a:pt x="12" y="22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Freeform: Shape 33"/>
              <p:cNvSpPr>
                <a:spLocks/>
              </p:cNvSpPr>
              <p:nvPr/>
            </p:nvSpPr>
            <p:spPr bwMode="auto">
              <a:xfrm>
                <a:off x="7317983" y="3770171"/>
                <a:ext cx="557954" cy="498552"/>
              </a:xfrm>
              <a:custGeom>
                <a:avLst/>
                <a:gdLst>
                  <a:gd name="T0" fmla="*/ 2 w 111"/>
                  <a:gd name="T1" fmla="*/ 94 h 99"/>
                  <a:gd name="T2" fmla="*/ 111 w 111"/>
                  <a:gd name="T3" fmla="*/ 0 h 99"/>
                  <a:gd name="T4" fmla="*/ 108 w 111"/>
                  <a:gd name="T5" fmla="*/ 6 h 99"/>
                  <a:gd name="T6" fmla="*/ 2 w 111"/>
                  <a:gd name="T7" fmla="*/ 97 h 99"/>
                  <a:gd name="T8" fmla="*/ 0 w 111"/>
                  <a:gd name="T9" fmla="*/ 99 h 99"/>
                  <a:gd name="T10" fmla="*/ 0 w 111"/>
                  <a:gd name="T11" fmla="*/ 98 h 99"/>
                  <a:gd name="T12" fmla="*/ 2 w 111"/>
                  <a:gd name="T13" fmla="*/ 94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1" h="99">
                    <a:moveTo>
                      <a:pt x="2" y="94"/>
                    </a:moveTo>
                    <a:cubicBezTo>
                      <a:pt x="5" y="91"/>
                      <a:pt x="108" y="2"/>
                      <a:pt x="111" y="0"/>
                    </a:cubicBezTo>
                    <a:cubicBezTo>
                      <a:pt x="110" y="1"/>
                      <a:pt x="109" y="5"/>
                      <a:pt x="108" y="6"/>
                    </a:cubicBezTo>
                    <a:cubicBezTo>
                      <a:pt x="2" y="97"/>
                      <a:pt x="2" y="97"/>
                      <a:pt x="2" y="97"/>
                    </a:cubicBezTo>
                    <a:cubicBezTo>
                      <a:pt x="0" y="99"/>
                      <a:pt x="0" y="99"/>
                      <a:pt x="0" y="99"/>
                    </a:cubicBezTo>
                    <a:cubicBezTo>
                      <a:pt x="0" y="98"/>
                      <a:pt x="0" y="98"/>
                      <a:pt x="0" y="98"/>
                    </a:cubicBezTo>
                    <a:lnTo>
                      <a:pt x="2" y="94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Freeform: Shape 34"/>
              <p:cNvSpPr>
                <a:spLocks/>
              </p:cNvSpPr>
              <p:nvPr/>
            </p:nvSpPr>
            <p:spPr bwMode="auto">
              <a:xfrm>
                <a:off x="6919141" y="4495723"/>
                <a:ext cx="231243" cy="220636"/>
              </a:xfrm>
              <a:custGeom>
                <a:avLst/>
                <a:gdLst>
                  <a:gd name="T0" fmla="*/ 1 w 46"/>
                  <a:gd name="T1" fmla="*/ 39 h 44"/>
                  <a:gd name="T2" fmla="*/ 46 w 46"/>
                  <a:gd name="T3" fmla="*/ 0 h 44"/>
                  <a:gd name="T4" fmla="*/ 44 w 46"/>
                  <a:gd name="T5" fmla="*/ 5 h 44"/>
                  <a:gd name="T6" fmla="*/ 0 w 46"/>
                  <a:gd name="T7" fmla="*/ 44 h 44"/>
                  <a:gd name="T8" fmla="*/ 1 w 46"/>
                  <a:gd name="T9" fmla="*/ 39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4">
                    <a:moveTo>
                      <a:pt x="1" y="39"/>
                    </a:moveTo>
                    <a:cubicBezTo>
                      <a:pt x="7" y="35"/>
                      <a:pt x="0" y="40"/>
                      <a:pt x="46" y="0"/>
                    </a:cubicBezTo>
                    <a:cubicBezTo>
                      <a:pt x="44" y="5"/>
                      <a:pt x="44" y="5"/>
                      <a:pt x="44" y="5"/>
                    </a:cubicBezTo>
                    <a:cubicBezTo>
                      <a:pt x="44" y="6"/>
                      <a:pt x="0" y="44"/>
                      <a:pt x="0" y="44"/>
                    </a:cubicBezTo>
                    <a:lnTo>
                      <a:pt x="1" y="39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Freeform: Shape 35"/>
              <p:cNvSpPr>
                <a:spLocks/>
              </p:cNvSpPr>
              <p:nvPr/>
            </p:nvSpPr>
            <p:spPr bwMode="auto">
              <a:xfrm>
                <a:off x="6723963" y="4716359"/>
                <a:ext cx="231243" cy="220636"/>
              </a:xfrm>
              <a:custGeom>
                <a:avLst/>
                <a:gdLst>
                  <a:gd name="T0" fmla="*/ 14 w 46"/>
                  <a:gd name="T1" fmla="*/ 32 h 44"/>
                  <a:gd name="T2" fmla="*/ 45 w 46"/>
                  <a:gd name="T3" fmla="*/ 5 h 44"/>
                  <a:gd name="T4" fmla="*/ 46 w 46"/>
                  <a:gd name="T5" fmla="*/ 0 h 44"/>
                  <a:gd name="T6" fmla="*/ 1 w 46"/>
                  <a:gd name="T7" fmla="*/ 39 h 44"/>
                  <a:gd name="T8" fmla="*/ 0 w 46"/>
                  <a:gd name="T9" fmla="*/ 43 h 44"/>
                  <a:gd name="T10" fmla="*/ 0 w 46"/>
                  <a:gd name="T11" fmla="*/ 44 h 44"/>
                  <a:gd name="T12" fmla="*/ 14 w 46"/>
                  <a:gd name="T13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" h="44">
                    <a:moveTo>
                      <a:pt x="14" y="32"/>
                    </a:moveTo>
                    <a:cubicBezTo>
                      <a:pt x="45" y="5"/>
                      <a:pt x="45" y="5"/>
                      <a:pt x="45" y="5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6" y="0"/>
                      <a:pt x="9" y="33"/>
                      <a:pt x="1" y="39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2" y="43"/>
                      <a:pt x="12" y="33"/>
                      <a:pt x="14" y="3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Freeform: Shape 36"/>
              <p:cNvSpPr>
                <a:spLocks/>
              </p:cNvSpPr>
              <p:nvPr/>
            </p:nvSpPr>
            <p:spPr bwMode="auto">
              <a:xfrm>
                <a:off x="6178738" y="4198713"/>
                <a:ext cx="776469" cy="712823"/>
              </a:xfrm>
              <a:custGeom>
                <a:avLst/>
                <a:gdLst>
                  <a:gd name="T0" fmla="*/ 0 w 154"/>
                  <a:gd name="T1" fmla="*/ 33 h 142"/>
                  <a:gd name="T2" fmla="*/ 41 w 154"/>
                  <a:gd name="T3" fmla="*/ 0 h 142"/>
                  <a:gd name="T4" fmla="*/ 147 w 154"/>
                  <a:gd name="T5" fmla="*/ 103 h 142"/>
                  <a:gd name="T6" fmla="*/ 151 w 154"/>
                  <a:gd name="T7" fmla="*/ 100 h 142"/>
                  <a:gd name="T8" fmla="*/ 154 w 154"/>
                  <a:gd name="T9" fmla="*/ 103 h 142"/>
                  <a:gd name="T10" fmla="*/ 109 w 154"/>
                  <a:gd name="T11" fmla="*/ 142 h 142"/>
                  <a:gd name="T12" fmla="*/ 0 w 154"/>
                  <a:gd name="T13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4" h="142">
                    <a:moveTo>
                      <a:pt x="0" y="33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147" y="103"/>
                      <a:pt x="147" y="103"/>
                      <a:pt x="147" y="103"/>
                    </a:cubicBezTo>
                    <a:cubicBezTo>
                      <a:pt x="151" y="100"/>
                      <a:pt x="151" y="100"/>
                      <a:pt x="151" y="100"/>
                    </a:cubicBezTo>
                    <a:cubicBezTo>
                      <a:pt x="154" y="103"/>
                      <a:pt x="154" y="103"/>
                      <a:pt x="154" y="103"/>
                    </a:cubicBezTo>
                    <a:cubicBezTo>
                      <a:pt x="109" y="142"/>
                      <a:pt x="117" y="136"/>
                      <a:pt x="109" y="142"/>
                    </a:cubicBezTo>
                    <a:lnTo>
                      <a:pt x="0" y="3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7000">
                    <a:schemeClr val="accent3"/>
                  </a:gs>
                  <a:gs pos="83000">
                    <a:schemeClr val="accent3"/>
                  </a:gs>
                  <a:gs pos="100000">
                    <a:schemeClr val="accent3"/>
                  </a:gs>
                </a:gsLst>
                <a:lin ang="81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Freeform: Shape 37"/>
              <p:cNvSpPr>
                <a:spLocks/>
              </p:cNvSpPr>
              <p:nvPr/>
            </p:nvSpPr>
            <p:spPr bwMode="auto">
              <a:xfrm>
                <a:off x="4910082" y="4349340"/>
                <a:ext cx="685244" cy="642814"/>
              </a:xfrm>
              <a:custGeom>
                <a:avLst/>
                <a:gdLst>
                  <a:gd name="T0" fmla="*/ 115 w 136"/>
                  <a:gd name="T1" fmla="*/ 0 h 128"/>
                  <a:gd name="T2" fmla="*/ 136 w 136"/>
                  <a:gd name="T3" fmla="*/ 22 h 128"/>
                  <a:gd name="T4" fmla="*/ 24 w 136"/>
                  <a:gd name="T5" fmla="*/ 110 h 128"/>
                  <a:gd name="T6" fmla="*/ 26 w 136"/>
                  <a:gd name="T7" fmla="*/ 114 h 128"/>
                  <a:gd name="T8" fmla="*/ 37 w 136"/>
                  <a:gd name="T9" fmla="*/ 127 h 128"/>
                  <a:gd name="T10" fmla="*/ 35 w 136"/>
                  <a:gd name="T11" fmla="*/ 128 h 128"/>
                  <a:gd name="T12" fmla="*/ 0 w 136"/>
                  <a:gd name="T13" fmla="*/ 88 h 128"/>
                  <a:gd name="T14" fmla="*/ 0 w 136"/>
                  <a:gd name="T15" fmla="*/ 88 h 128"/>
                  <a:gd name="T16" fmla="*/ 0 w 136"/>
                  <a:gd name="T17" fmla="*/ 88 h 128"/>
                  <a:gd name="T18" fmla="*/ 115 w 136"/>
                  <a:gd name="T19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6" h="128">
                    <a:moveTo>
                      <a:pt x="115" y="0"/>
                    </a:moveTo>
                    <a:cubicBezTo>
                      <a:pt x="136" y="22"/>
                      <a:pt x="136" y="22"/>
                      <a:pt x="136" y="22"/>
                    </a:cubicBezTo>
                    <a:cubicBezTo>
                      <a:pt x="72" y="73"/>
                      <a:pt x="113" y="40"/>
                      <a:pt x="24" y="110"/>
                    </a:cubicBezTo>
                    <a:cubicBezTo>
                      <a:pt x="26" y="114"/>
                      <a:pt x="26" y="114"/>
                      <a:pt x="26" y="114"/>
                    </a:cubicBezTo>
                    <a:cubicBezTo>
                      <a:pt x="37" y="127"/>
                      <a:pt x="37" y="127"/>
                      <a:pt x="37" y="127"/>
                    </a:cubicBezTo>
                    <a:cubicBezTo>
                      <a:pt x="35" y="128"/>
                      <a:pt x="35" y="128"/>
                      <a:pt x="35" y="12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20" y="72"/>
                      <a:pt x="82" y="25"/>
                      <a:pt x="115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7000">
                    <a:schemeClr val="accent2"/>
                  </a:gs>
                  <a:gs pos="83000">
                    <a:schemeClr val="accent2"/>
                  </a:gs>
                  <a:gs pos="100000">
                    <a:schemeClr val="accent2"/>
                  </a:gs>
                </a:gsLst>
                <a:lin ang="162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Freeform: Shape 38"/>
              <p:cNvSpPr>
                <a:spLocks/>
              </p:cNvSpPr>
              <p:nvPr/>
            </p:nvSpPr>
            <p:spPr bwMode="auto">
              <a:xfrm>
                <a:off x="6178738" y="4364190"/>
                <a:ext cx="549468" cy="568562"/>
              </a:xfrm>
              <a:custGeom>
                <a:avLst/>
                <a:gdLst>
                  <a:gd name="T0" fmla="*/ 0 w 109"/>
                  <a:gd name="T1" fmla="*/ 5 h 113"/>
                  <a:gd name="T2" fmla="*/ 0 w 109"/>
                  <a:gd name="T3" fmla="*/ 0 h 113"/>
                  <a:gd name="T4" fmla="*/ 109 w 109"/>
                  <a:gd name="T5" fmla="*/ 109 h 113"/>
                  <a:gd name="T6" fmla="*/ 108 w 109"/>
                  <a:gd name="T7" fmla="*/ 113 h 113"/>
                  <a:gd name="T8" fmla="*/ 0 w 109"/>
                  <a:gd name="T9" fmla="*/ 5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113">
                    <a:moveTo>
                      <a:pt x="0" y="5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09" y="109"/>
                      <a:pt x="109" y="109"/>
                      <a:pt x="109" y="109"/>
                    </a:cubicBezTo>
                    <a:cubicBezTo>
                      <a:pt x="108" y="113"/>
                      <a:pt x="108" y="113"/>
                      <a:pt x="108" y="113"/>
                    </a:cubicBezTo>
                    <a:cubicBezTo>
                      <a:pt x="107" y="112"/>
                      <a:pt x="6" y="11"/>
                      <a:pt x="0" y="5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Freeform: Shape 39"/>
              <p:cNvSpPr>
                <a:spLocks/>
              </p:cNvSpPr>
              <p:nvPr/>
            </p:nvSpPr>
            <p:spPr bwMode="auto">
              <a:xfrm>
                <a:off x="5031007" y="4440564"/>
                <a:ext cx="831628" cy="672515"/>
              </a:xfrm>
              <a:custGeom>
                <a:avLst/>
                <a:gdLst>
                  <a:gd name="T0" fmla="*/ 0 w 165"/>
                  <a:gd name="T1" fmla="*/ 92 h 134"/>
                  <a:gd name="T2" fmla="*/ 37 w 165"/>
                  <a:gd name="T3" fmla="*/ 134 h 134"/>
                  <a:gd name="T4" fmla="*/ 39 w 165"/>
                  <a:gd name="T5" fmla="*/ 132 h 134"/>
                  <a:gd name="T6" fmla="*/ 27 w 165"/>
                  <a:gd name="T7" fmla="*/ 119 h 134"/>
                  <a:gd name="T8" fmla="*/ 26 w 165"/>
                  <a:gd name="T9" fmla="*/ 115 h 134"/>
                  <a:gd name="T10" fmla="*/ 140 w 165"/>
                  <a:gd name="T11" fmla="*/ 24 h 134"/>
                  <a:gd name="T12" fmla="*/ 118 w 165"/>
                  <a:gd name="T13" fmla="*/ 0 h 134"/>
                  <a:gd name="T14" fmla="*/ 0 w 165"/>
                  <a:gd name="T15" fmla="*/ 92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5" h="134">
                    <a:moveTo>
                      <a:pt x="0" y="92"/>
                    </a:moveTo>
                    <a:cubicBezTo>
                      <a:pt x="37" y="134"/>
                      <a:pt x="37" y="134"/>
                      <a:pt x="37" y="134"/>
                    </a:cubicBezTo>
                    <a:cubicBezTo>
                      <a:pt x="39" y="132"/>
                      <a:pt x="39" y="132"/>
                      <a:pt x="39" y="132"/>
                    </a:cubicBezTo>
                    <a:cubicBezTo>
                      <a:pt x="27" y="119"/>
                      <a:pt x="27" y="119"/>
                      <a:pt x="27" y="119"/>
                    </a:cubicBezTo>
                    <a:cubicBezTo>
                      <a:pt x="26" y="115"/>
                      <a:pt x="26" y="115"/>
                      <a:pt x="26" y="115"/>
                    </a:cubicBezTo>
                    <a:cubicBezTo>
                      <a:pt x="165" y="4"/>
                      <a:pt x="27" y="114"/>
                      <a:pt x="140" y="24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84" y="26"/>
                      <a:pt x="30" y="68"/>
                      <a:pt x="0" y="9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7000">
                    <a:schemeClr val="accent2"/>
                  </a:gs>
                  <a:gs pos="83000">
                    <a:schemeClr val="accent2"/>
                  </a:gs>
                  <a:gs pos="100000">
                    <a:schemeClr val="accent2"/>
                  </a:gs>
                </a:gsLst>
                <a:lin ang="162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Freeform: Shape 40"/>
              <p:cNvSpPr>
                <a:spLocks/>
              </p:cNvSpPr>
              <p:nvPr/>
            </p:nvSpPr>
            <p:spPr bwMode="auto">
              <a:xfrm>
                <a:off x="7116440" y="4272966"/>
                <a:ext cx="231243" cy="222757"/>
              </a:xfrm>
              <a:custGeom>
                <a:avLst/>
                <a:gdLst>
                  <a:gd name="T0" fmla="*/ 2 w 46"/>
                  <a:gd name="T1" fmla="*/ 39 h 44"/>
                  <a:gd name="T2" fmla="*/ 46 w 46"/>
                  <a:gd name="T3" fmla="*/ 0 h 44"/>
                  <a:gd name="T4" fmla="*/ 44 w 46"/>
                  <a:gd name="T5" fmla="*/ 6 h 44"/>
                  <a:gd name="T6" fmla="*/ 0 w 46"/>
                  <a:gd name="T7" fmla="*/ 44 h 44"/>
                  <a:gd name="T8" fmla="*/ 2 w 46"/>
                  <a:gd name="T9" fmla="*/ 39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44">
                    <a:moveTo>
                      <a:pt x="2" y="39"/>
                    </a:moveTo>
                    <a:cubicBezTo>
                      <a:pt x="4" y="37"/>
                      <a:pt x="8" y="33"/>
                      <a:pt x="46" y="0"/>
                    </a:cubicBezTo>
                    <a:cubicBezTo>
                      <a:pt x="44" y="6"/>
                      <a:pt x="44" y="6"/>
                      <a:pt x="44" y="6"/>
                    </a:cubicBezTo>
                    <a:cubicBezTo>
                      <a:pt x="44" y="7"/>
                      <a:pt x="1" y="44"/>
                      <a:pt x="0" y="44"/>
                    </a:cubicBezTo>
                    <a:lnTo>
                      <a:pt x="2" y="39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Freeform: Shape 41"/>
              <p:cNvSpPr>
                <a:spLocks/>
              </p:cNvSpPr>
              <p:nvPr/>
            </p:nvSpPr>
            <p:spPr bwMode="auto">
              <a:xfrm>
                <a:off x="5162540" y="4540274"/>
                <a:ext cx="729796" cy="700094"/>
              </a:xfrm>
              <a:custGeom>
                <a:avLst/>
                <a:gdLst>
                  <a:gd name="T0" fmla="*/ 120 w 145"/>
                  <a:gd name="T1" fmla="*/ 0 h 139"/>
                  <a:gd name="T2" fmla="*/ 144 w 145"/>
                  <a:gd name="T3" fmla="*/ 25 h 139"/>
                  <a:gd name="T4" fmla="*/ 144 w 145"/>
                  <a:gd name="T5" fmla="*/ 25 h 139"/>
                  <a:gd name="T6" fmla="*/ 27 w 145"/>
                  <a:gd name="T7" fmla="*/ 120 h 139"/>
                  <a:gd name="T8" fmla="*/ 28 w 145"/>
                  <a:gd name="T9" fmla="*/ 124 h 139"/>
                  <a:gd name="T10" fmla="*/ 40 w 145"/>
                  <a:gd name="T11" fmla="*/ 137 h 139"/>
                  <a:gd name="T12" fmla="*/ 38 w 145"/>
                  <a:gd name="T13" fmla="*/ 139 h 139"/>
                  <a:gd name="T14" fmla="*/ 0 w 145"/>
                  <a:gd name="T15" fmla="*/ 95 h 139"/>
                  <a:gd name="T16" fmla="*/ 120 w 145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5" h="139">
                    <a:moveTo>
                      <a:pt x="120" y="0"/>
                    </a:moveTo>
                    <a:cubicBezTo>
                      <a:pt x="144" y="25"/>
                      <a:pt x="144" y="25"/>
                      <a:pt x="144" y="25"/>
                    </a:cubicBezTo>
                    <a:cubicBezTo>
                      <a:pt x="144" y="25"/>
                      <a:pt x="144" y="25"/>
                      <a:pt x="144" y="25"/>
                    </a:cubicBezTo>
                    <a:cubicBezTo>
                      <a:pt x="55" y="97"/>
                      <a:pt x="145" y="24"/>
                      <a:pt x="27" y="120"/>
                    </a:cubicBezTo>
                    <a:cubicBezTo>
                      <a:pt x="28" y="124"/>
                      <a:pt x="28" y="124"/>
                      <a:pt x="28" y="124"/>
                    </a:cubicBezTo>
                    <a:cubicBezTo>
                      <a:pt x="40" y="137"/>
                      <a:pt x="40" y="137"/>
                      <a:pt x="40" y="137"/>
                    </a:cubicBezTo>
                    <a:cubicBezTo>
                      <a:pt x="38" y="139"/>
                      <a:pt x="38" y="139"/>
                      <a:pt x="38" y="139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22" y="77"/>
                      <a:pt x="99" y="16"/>
                      <a:pt x="12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7000">
                    <a:schemeClr val="accent2"/>
                  </a:gs>
                  <a:gs pos="83000">
                    <a:schemeClr val="accent2"/>
                  </a:gs>
                  <a:gs pos="100000">
                    <a:schemeClr val="accent2"/>
                  </a:gs>
                </a:gsLst>
                <a:lin ang="162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Freeform: Shape 42"/>
              <p:cNvSpPr>
                <a:spLocks/>
              </p:cNvSpPr>
              <p:nvPr/>
            </p:nvSpPr>
            <p:spPr bwMode="auto">
              <a:xfrm>
                <a:off x="5298316" y="4408742"/>
                <a:ext cx="1506264" cy="1323815"/>
              </a:xfrm>
              <a:custGeom>
                <a:avLst/>
                <a:gdLst>
                  <a:gd name="T0" fmla="*/ 180 w 299"/>
                  <a:gd name="T1" fmla="*/ 1 h 263"/>
                  <a:gd name="T2" fmla="*/ 283 w 299"/>
                  <a:gd name="T3" fmla="*/ 104 h 263"/>
                  <a:gd name="T4" fmla="*/ 283 w 299"/>
                  <a:gd name="T5" fmla="*/ 105 h 263"/>
                  <a:gd name="T6" fmla="*/ 297 w 299"/>
                  <a:gd name="T7" fmla="*/ 93 h 263"/>
                  <a:gd name="T8" fmla="*/ 299 w 299"/>
                  <a:gd name="T9" fmla="*/ 96 h 263"/>
                  <a:gd name="T10" fmla="*/ 299 w 299"/>
                  <a:gd name="T11" fmla="*/ 96 h 263"/>
                  <a:gd name="T12" fmla="*/ 108 w 299"/>
                  <a:gd name="T13" fmla="*/ 263 h 263"/>
                  <a:gd name="T14" fmla="*/ 0 w 299"/>
                  <a:gd name="T15" fmla="*/ 146 h 263"/>
                  <a:gd name="T16" fmla="*/ 180 w 299"/>
                  <a:gd name="T17" fmla="*/ 1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9" h="263">
                    <a:moveTo>
                      <a:pt x="180" y="1"/>
                    </a:moveTo>
                    <a:cubicBezTo>
                      <a:pt x="282" y="103"/>
                      <a:pt x="283" y="104"/>
                      <a:pt x="283" y="104"/>
                    </a:cubicBezTo>
                    <a:cubicBezTo>
                      <a:pt x="283" y="105"/>
                      <a:pt x="283" y="105"/>
                      <a:pt x="283" y="105"/>
                    </a:cubicBezTo>
                    <a:cubicBezTo>
                      <a:pt x="285" y="104"/>
                      <a:pt x="295" y="94"/>
                      <a:pt x="297" y="93"/>
                    </a:cubicBezTo>
                    <a:cubicBezTo>
                      <a:pt x="299" y="96"/>
                      <a:pt x="299" y="96"/>
                      <a:pt x="299" y="96"/>
                    </a:cubicBezTo>
                    <a:cubicBezTo>
                      <a:pt x="299" y="96"/>
                      <a:pt x="299" y="96"/>
                      <a:pt x="299" y="96"/>
                    </a:cubicBezTo>
                    <a:cubicBezTo>
                      <a:pt x="277" y="116"/>
                      <a:pt x="116" y="256"/>
                      <a:pt x="108" y="263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93" y="70"/>
                      <a:pt x="180" y="0"/>
                      <a:pt x="18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7000">
                    <a:schemeClr val="accent2"/>
                  </a:gs>
                  <a:gs pos="83000">
                    <a:schemeClr val="accent2"/>
                  </a:gs>
                  <a:gs pos="100000">
                    <a:schemeClr val="accent2"/>
                  </a:gs>
                </a:gsLst>
                <a:lin ang="16200000" scaled="1"/>
                <a:tileRect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Freeform: Shape 43"/>
              <p:cNvSpPr>
                <a:spLocks/>
              </p:cNvSpPr>
              <p:nvPr/>
            </p:nvSpPr>
            <p:spPr bwMode="auto">
              <a:xfrm>
                <a:off x="4910082" y="4792733"/>
                <a:ext cx="182449" cy="220636"/>
              </a:xfrm>
              <a:custGeom>
                <a:avLst/>
                <a:gdLst>
                  <a:gd name="T0" fmla="*/ 2 w 36"/>
                  <a:gd name="T1" fmla="*/ 4 h 44"/>
                  <a:gd name="T2" fmla="*/ 0 w 36"/>
                  <a:gd name="T3" fmla="*/ 0 h 44"/>
                  <a:gd name="T4" fmla="*/ 35 w 36"/>
                  <a:gd name="T5" fmla="*/ 40 h 44"/>
                  <a:gd name="T6" fmla="*/ 36 w 36"/>
                  <a:gd name="T7" fmla="*/ 44 h 44"/>
                  <a:gd name="T8" fmla="*/ 2 w 36"/>
                  <a:gd name="T9" fmla="*/ 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44">
                    <a:moveTo>
                      <a:pt x="2" y="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4"/>
                      <a:pt x="36" y="44"/>
                      <a:pt x="36" y="44"/>
                    </a:cubicBezTo>
                    <a:cubicBezTo>
                      <a:pt x="20" y="25"/>
                      <a:pt x="14" y="18"/>
                      <a:pt x="2" y="4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Freeform: Shape 44"/>
              <p:cNvSpPr>
                <a:spLocks/>
              </p:cNvSpPr>
              <p:nvPr/>
            </p:nvSpPr>
            <p:spPr bwMode="auto">
              <a:xfrm>
                <a:off x="5031007" y="4903051"/>
                <a:ext cx="190935" cy="231243"/>
              </a:xfrm>
              <a:custGeom>
                <a:avLst/>
                <a:gdLst>
                  <a:gd name="T0" fmla="*/ 2 w 38"/>
                  <a:gd name="T1" fmla="*/ 4 h 46"/>
                  <a:gd name="T2" fmla="*/ 0 w 38"/>
                  <a:gd name="T3" fmla="*/ 0 h 46"/>
                  <a:gd name="T4" fmla="*/ 37 w 38"/>
                  <a:gd name="T5" fmla="*/ 42 h 46"/>
                  <a:gd name="T6" fmla="*/ 38 w 38"/>
                  <a:gd name="T7" fmla="*/ 46 h 46"/>
                  <a:gd name="T8" fmla="*/ 2 w 38"/>
                  <a:gd name="T9" fmla="*/ 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46">
                    <a:moveTo>
                      <a:pt x="2" y="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9" y="12"/>
                      <a:pt x="21" y="27"/>
                      <a:pt x="2" y="4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Freeform: Shape 45"/>
              <p:cNvSpPr>
                <a:spLocks/>
              </p:cNvSpPr>
              <p:nvPr/>
            </p:nvSpPr>
            <p:spPr bwMode="auto">
              <a:xfrm>
                <a:off x="4316062" y="4132947"/>
                <a:ext cx="670394" cy="784954"/>
              </a:xfrm>
              <a:custGeom>
                <a:avLst/>
                <a:gdLst>
                  <a:gd name="T0" fmla="*/ 311 w 316"/>
                  <a:gd name="T1" fmla="*/ 363 h 370"/>
                  <a:gd name="T2" fmla="*/ 0 w 316"/>
                  <a:gd name="T3" fmla="*/ 0 h 370"/>
                  <a:gd name="T4" fmla="*/ 5 w 316"/>
                  <a:gd name="T5" fmla="*/ 12 h 370"/>
                  <a:gd name="T6" fmla="*/ 316 w 316"/>
                  <a:gd name="T7" fmla="*/ 370 h 370"/>
                  <a:gd name="T8" fmla="*/ 311 w 316"/>
                  <a:gd name="T9" fmla="*/ 36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6" h="370">
                    <a:moveTo>
                      <a:pt x="311" y="363"/>
                    </a:moveTo>
                    <a:lnTo>
                      <a:pt x="0" y="0"/>
                    </a:lnTo>
                    <a:lnTo>
                      <a:pt x="5" y="12"/>
                    </a:lnTo>
                    <a:lnTo>
                      <a:pt x="316" y="370"/>
                    </a:lnTo>
                    <a:lnTo>
                      <a:pt x="311" y="363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Freeform: Shape 46"/>
              <p:cNvSpPr>
                <a:spLocks/>
              </p:cNvSpPr>
              <p:nvPr/>
            </p:nvSpPr>
            <p:spPr bwMode="auto">
              <a:xfrm>
                <a:off x="4975848" y="4892443"/>
                <a:ext cx="25458" cy="29701"/>
              </a:xfrm>
              <a:custGeom>
                <a:avLst/>
                <a:gdLst>
                  <a:gd name="T0" fmla="*/ 7 w 12"/>
                  <a:gd name="T1" fmla="*/ 0 h 14"/>
                  <a:gd name="T2" fmla="*/ 0 w 12"/>
                  <a:gd name="T3" fmla="*/ 5 h 14"/>
                  <a:gd name="T4" fmla="*/ 5 w 12"/>
                  <a:gd name="T5" fmla="*/ 12 h 14"/>
                  <a:gd name="T6" fmla="*/ 5 w 12"/>
                  <a:gd name="T7" fmla="*/ 14 h 14"/>
                  <a:gd name="T8" fmla="*/ 12 w 12"/>
                  <a:gd name="T9" fmla="*/ 7 h 14"/>
                  <a:gd name="T10" fmla="*/ 7 w 12"/>
                  <a:gd name="T1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4">
                    <a:moveTo>
                      <a:pt x="7" y="0"/>
                    </a:moveTo>
                    <a:lnTo>
                      <a:pt x="0" y="5"/>
                    </a:lnTo>
                    <a:lnTo>
                      <a:pt x="5" y="12"/>
                    </a:lnTo>
                    <a:lnTo>
                      <a:pt x="5" y="14"/>
                    </a:lnTo>
                    <a:lnTo>
                      <a:pt x="12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Freeform: Shape 47"/>
              <p:cNvSpPr>
                <a:spLocks/>
              </p:cNvSpPr>
              <p:nvPr/>
            </p:nvSpPr>
            <p:spPr bwMode="auto">
              <a:xfrm>
                <a:off x="5086166" y="4987911"/>
                <a:ext cx="25458" cy="25458"/>
              </a:xfrm>
              <a:custGeom>
                <a:avLst/>
                <a:gdLst>
                  <a:gd name="T0" fmla="*/ 2 w 5"/>
                  <a:gd name="T1" fmla="*/ 0 h 5"/>
                  <a:gd name="T2" fmla="*/ 5 w 5"/>
                  <a:gd name="T3" fmla="*/ 3 h 5"/>
                  <a:gd name="T4" fmla="*/ 1 w 5"/>
                  <a:gd name="T5" fmla="*/ 5 h 5"/>
                  <a:gd name="T6" fmla="*/ 0 w 5"/>
                  <a:gd name="T7" fmla="*/ 1 h 5"/>
                  <a:gd name="T8" fmla="*/ 2 w 5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2" y="0"/>
                    </a:moveTo>
                    <a:cubicBezTo>
                      <a:pt x="2" y="1"/>
                      <a:pt x="4" y="3"/>
                      <a:pt x="5" y="3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Freeform: Shape 48"/>
              <p:cNvSpPr>
                <a:spLocks/>
              </p:cNvSpPr>
              <p:nvPr/>
            </p:nvSpPr>
            <p:spPr bwMode="auto">
              <a:xfrm>
                <a:off x="5162540" y="5017612"/>
                <a:ext cx="197299" cy="241851"/>
              </a:xfrm>
              <a:custGeom>
                <a:avLst/>
                <a:gdLst>
                  <a:gd name="T0" fmla="*/ 1 w 39"/>
                  <a:gd name="T1" fmla="*/ 4 h 48"/>
                  <a:gd name="T2" fmla="*/ 39 w 39"/>
                  <a:gd name="T3" fmla="*/ 48 h 48"/>
                  <a:gd name="T4" fmla="*/ 38 w 39"/>
                  <a:gd name="T5" fmla="*/ 44 h 48"/>
                  <a:gd name="T6" fmla="*/ 0 w 39"/>
                  <a:gd name="T7" fmla="*/ 0 h 48"/>
                  <a:gd name="T8" fmla="*/ 1 w 39"/>
                  <a:gd name="T9" fmla="*/ 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48">
                    <a:moveTo>
                      <a:pt x="1" y="4"/>
                    </a:moveTo>
                    <a:cubicBezTo>
                      <a:pt x="5" y="9"/>
                      <a:pt x="35" y="43"/>
                      <a:pt x="39" y="48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4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Freeform: Shape 49"/>
              <p:cNvSpPr>
                <a:spLocks/>
              </p:cNvSpPr>
              <p:nvPr/>
            </p:nvSpPr>
            <p:spPr bwMode="auto">
              <a:xfrm>
                <a:off x="5217699" y="5104593"/>
                <a:ext cx="21215" cy="29701"/>
              </a:xfrm>
              <a:custGeom>
                <a:avLst/>
                <a:gdLst>
                  <a:gd name="T0" fmla="*/ 5 w 10"/>
                  <a:gd name="T1" fmla="*/ 0 h 14"/>
                  <a:gd name="T2" fmla="*/ 0 w 10"/>
                  <a:gd name="T3" fmla="*/ 4 h 14"/>
                  <a:gd name="T4" fmla="*/ 2 w 10"/>
                  <a:gd name="T5" fmla="*/ 14 h 14"/>
                  <a:gd name="T6" fmla="*/ 10 w 10"/>
                  <a:gd name="T7" fmla="*/ 7 h 14"/>
                  <a:gd name="T8" fmla="*/ 5 w 10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4">
                    <a:moveTo>
                      <a:pt x="5" y="0"/>
                    </a:moveTo>
                    <a:lnTo>
                      <a:pt x="0" y="4"/>
                    </a:lnTo>
                    <a:lnTo>
                      <a:pt x="2" y="14"/>
                    </a:lnTo>
                    <a:lnTo>
                      <a:pt x="1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Freeform: Shape 50"/>
              <p:cNvSpPr>
                <a:spLocks/>
              </p:cNvSpPr>
              <p:nvPr/>
            </p:nvSpPr>
            <p:spPr bwMode="auto">
              <a:xfrm>
                <a:off x="5298316" y="5144901"/>
                <a:ext cx="543104" cy="602506"/>
              </a:xfrm>
              <a:custGeom>
                <a:avLst/>
                <a:gdLst>
                  <a:gd name="T0" fmla="*/ 2 w 256"/>
                  <a:gd name="T1" fmla="*/ 9 h 284"/>
                  <a:gd name="T2" fmla="*/ 0 w 256"/>
                  <a:gd name="T3" fmla="*/ 0 h 284"/>
                  <a:gd name="T4" fmla="*/ 256 w 256"/>
                  <a:gd name="T5" fmla="*/ 277 h 284"/>
                  <a:gd name="T6" fmla="*/ 256 w 256"/>
                  <a:gd name="T7" fmla="*/ 284 h 284"/>
                  <a:gd name="T8" fmla="*/ 2 w 256"/>
                  <a:gd name="T9" fmla="*/ 9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6" h="284">
                    <a:moveTo>
                      <a:pt x="2" y="9"/>
                    </a:moveTo>
                    <a:lnTo>
                      <a:pt x="0" y="0"/>
                    </a:lnTo>
                    <a:lnTo>
                      <a:pt x="256" y="277"/>
                    </a:lnTo>
                    <a:lnTo>
                      <a:pt x="256" y="284"/>
                    </a:lnTo>
                    <a:lnTo>
                      <a:pt x="2" y="9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Freeform: Shape 51"/>
              <p:cNvSpPr>
                <a:spLocks/>
              </p:cNvSpPr>
              <p:nvPr/>
            </p:nvSpPr>
            <p:spPr bwMode="auto">
              <a:xfrm>
                <a:off x="5353475" y="5229761"/>
                <a:ext cx="25458" cy="29701"/>
              </a:xfrm>
              <a:custGeom>
                <a:avLst/>
                <a:gdLst>
                  <a:gd name="T0" fmla="*/ 5 w 12"/>
                  <a:gd name="T1" fmla="*/ 0 h 14"/>
                  <a:gd name="T2" fmla="*/ 0 w 12"/>
                  <a:gd name="T3" fmla="*/ 5 h 14"/>
                  <a:gd name="T4" fmla="*/ 3 w 12"/>
                  <a:gd name="T5" fmla="*/ 14 h 14"/>
                  <a:gd name="T6" fmla="*/ 12 w 12"/>
                  <a:gd name="T7" fmla="*/ 7 h 14"/>
                  <a:gd name="T8" fmla="*/ 5 w 12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14">
                    <a:moveTo>
                      <a:pt x="5" y="0"/>
                    </a:moveTo>
                    <a:lnTo>
                      <a:pt x="0" y="5"/>
                    </a:lnTo>
                    <a:lnTo>
                      <a:pt x="3" y="14"/>
                    </a:lnTo>
                    <a:lnTo>
                      <a:pt x="12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Freeform: Shape 52"/>
              <p:cNvSpPr>
                <a:spLocks/>
              </p:cNvSpPr>
              <p:nvPr/>
            </p:nvSpPr>
            <p:spPr bwMode="auto">
              <a:xfrm>
                <a:off x="5841420" y="4892443"/>
                <a:ext cx="963160" cy="854964"/>
              </a:xfrm>
              <a:custGeom>
                <a:avLst/>
                <a:gdLst>
                  <a:gd name="T0" fmla="*/ 0 w 191"/>
                  <a:gd name="T1" fmla="*/ 167 h 170"/>
                  <a:gd name="T2" fmla="*/ 191 w 191"/>
                  <a:gd name="T3" fmla="*/ 0 h 170"/>
                  <a:gd name="T4" fmla="*/ 190 w 191"/>
                  <a:gd name="T5" fmla="*/ 4 h 170"/>
                  <a:gd name="T6" fmla="*/ 0 w 191"/>
                  <a:gd name="T7" fmla="*/ 170 h 170"/>
                  <a:gd name="T8" fmla="*/ 0 w 191"/>
                  <a:gd name="T9" fmla="*/ 167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70">
                    <a:moveTo>
                      <a:pt x="0" y="167"/>
                    </a:moveTo>
                    <a:cubicBezTo>
                      <a:pt x="8" y="160"/>
                      <a:pt x="171" y="18"/>
                      <a:pt x="191" y="0"/>
                    </a:cubicBezTo>
                    <a:cubicBezTo>
                      <a:pt x="190" y="4"/>
                      <a:pt x="190" y="4"/>
                      <a:pt x="190" y="4"/>
                    </a:cubicBezTo>
                    <a:cubicBezTo>
                      <a:pt x="190" y="5"/>
                      <a:pt x="1" y="170"/>
                      <a:pt x="0" y="170"/>
                    </a:cubicBezTo>
                    <a:lnTo>
                      <a:pt x="0" y="167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5" name="TextBox 53"/>
            <p:cNvSpPr txBox="1"/>
            <p:nvPr/>
          </p:nvSpPr>
          <p:spPr>
            <a:xfrm rot="2914667">
              <a:off x="1129466" y="2951943"/>
              <a:ext cx="451058" cy="392402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normAutofit fontScale="92500" lnSpcReduction="20000"/>
            </a:bodyPr>
            <a:lstStyle/>
            <a:p>
              <a:pPr algn="ctr"/>
              <a:r>
                <a:rPr lang="en-US" sz="2800" b="1">
                  <a:solidFill>
                    <a:schemeClr val="bg1"/>
                  </a:solidFill>
                </a:rPr>
                <a:t>01</a:t>
              </a:r>
            </a:p>
          </p:txBody>
        </p:sp>
        <p:sp>
          <p:nvSpPr>
            <p:cNvPr id="6" name="TextBox 54"/>
            <p:cNvSpPr txBox="1"/>
            <p:nvPr/>
          </p:nvSpPr>
          <p:spPr>
            <a:xfrm rot="19197881">
              <a:off x="1982317" y="3552438"/>
              <a:ext cx="496744" cy="438568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normAutofit fontScale="92500" lnSpcReduction="20000"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02</a:t>
              </a:r>
            </a:p>
          </p:txBody>
        </p:sp>
        <p:sp>
          <p:nvSpPr>
            <p:cNvPr id="7" name="TextBox 55"/>
            <p:cNvSpPr txBox="1"/>
            <p:nvPr/>
          </p:nvSpPr>
          <p:spPr>
            <a:xfrm rot="2492360">
              <a:off x="2816809" y="2488125"/>
              <a:ext cx="496744" cy="438568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normAutofit fontScale="92500" lnSpcReduction="20000"/>
            </a:bodyPr>
            <a:lstStyle/>
            <a:p>
              <a:pPr algn="ctr"/>
              <a:r>
                <a:rPr lang="en-US" sz="3200" b="1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8" name="TextBox 56"/>
            <p:cNvSpPr txBox="1"/>
            <p:nvPr/>
          </p:nvSpPr>
          <p:spPr>
            <a:xfrm rot="19507174">
              <a:off x="1826062" y="1585155"/>
              <a:ext cx="496744" cy="438568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normAutofit fontScale="92500" lnSpcReduction="20000"/>
            </a:bodyPr>
            <a:lstStyle/>
            <a:p>
              <a:pPr algn="ctr"/>
              <a:r>
                <a:rPr lang="en-US" sz="3200" b="1">
                  <a:solidFill>
                    <a:schemeClr val="bg1"/>
                  </a:solidFill>
                </a:rPr>
                <a:t>04</a:t>
              </a:r>
            </a:p>
          </p:txBody>
        </p:sp>
      </p:grpSp>
      <p:sp>
        <p:nvSpPr>
          <p:cNvPr id="58" name="Freeform: Shape 65"/>
          <p:cNvSpPr>
            <a:spLocks noChangeAspect="1"/>
          </p:cNvSpPr>
          <p:nvPr/>
        </p:nvSpPr>
        <p:spPr bwMode="auto">
          <a:xfrm>
            <a:off x="6285284" y="4947557"/>
            <a:ext cx="558882" cy="724513"/>
          </a:xfrm>
          <a:custGeom>
            <a:avLst/>
            <a:gdLst>
              <a:gd name="T0" fmla="*/ 719 w 1222"/>
              <a:gd name="T1" fmla="*/ 1338 h 1581"/>
              <a:gd name="T2" fmla="*/ 686 w 1222"/>
              <a:gd name="T3" fmla="*/ 1221 h 1581"/>
              <a:gd name="T4" fmla="*/ 686 w 1222"/>
              <a:gd name="T5" fmla="*/ 359 h 1581"/>
              <a:gd name="T6" fmla="*/ 719 w 1222"/>
              <a:gd name="T7" fmla="*/ 243 h 1581"/>
              <a:gd name="T8" fmla="*/ 17 w 1222"/>
              <a:gd name="T9" fmla="*/ 460 h 1581"/>
              <a:gd name="T10" fmla="*/ 0 w 1222"/>
              <a:gd name="T11" fmla="*/ 794 h 1581"/>
              <a:gd name="T12" fmla="*/ 17 w 1222"/>
              <a:gd name="T13" fmla="*/ 1120 h 1581"/>
              <a:gd name="T14" fmla="*/ 502 w 1222"/>
              <a:gd name="T15" fmla="*/ 1530 h 1581"/>
              <a:gd name="T16" fmla="*/ 493 w 1222"/>
              <a:gd name="T17" fmla="*/ 1112 h 1581"/>
              <a:gd name="T18" fmla="*/ 284 w 1222"/>
              <a:gd name="T19" fmla="*/ 1120 h 1581"/>
              <a:gd name="T20" fmla="*/ 284 w 1222"/>
              <a:gd name="T21" fmla="*/ 794 h 1581"/>
              <a:gd name="T22" fmla="*/ 284 w 1222"/>
              <a:gd name="T23" fmla="*/ 460 h 1581"/>
              <a:gd name="T24" fmla="*/ 493 w 1222"/>
              <a:gd name="T25" fmla="*/ 468 h 1581"/>
              <a:gd name="T26" fmla="*/ 502 w 1222"/>
              <a:gd name="T27" fmla="*/ 58 h 1581"/>
              <a:gd name="T28" fmla="*/ 17 w 1222"/>
              <a:gd name="T29" fmla="*/ 460 h 1581"/>
              <a:gd name="T30" fmla="*/ 602 w 1222"/>
              <a:gd name="T31" fmla="*/ 911 h 1581"/>
              <a:gd name="T32" fmla="*/ 493 w 1222"/>
              <a:gd name="T33" fmla="*/ 861 h 1581"/>
              <a:gd name="T34" fmla="*/ 543 w 1222"/>
              <a:gd name="T35" fmla="*/ 828 h 1581"/>
              <a:gd name="T36" fmla="*/ 610 w 1222"/>
              <a:gd name="T37" fmla="*/ 778 h 1581"/>
              <a:gd name="T38" fmla="*/ 627 w 1222"/>
              <a:gd name="T39" fmla="*/ 660 h 1581"/>
              <a:gd name="T40" fmla="*/ 476 w 1222"/>
              <a:gd name="T41" fmla="*/ 677 h 1581"/>
              <a:gd name="T42" fmla="*/ 510 w 1222"/>
              <a:gd name="T43" fmla="*/ 736 h 1581"/>
              <a:gd name="T44" fmla="*/ 560 w 1222"/>
              <a:gd name="T45" fmla="*/ 677 h 1581"/>
              <a:gd name="T46" fmla="*/ 585 w 1222"/>
              <a:gd name="T47" fmla="*/ 719 h 1581"/>
              <a:gd name="T48" fmla="*/ 502 w 1222"/>
              <a:gd name="T49" fmla="*/ 803 h 1581"/>
              <a:gd name="T50" fmla="*/ 410 w 1222"/>
              <a:gd name="T51" fmla="*/ 911 h 1581"/>
              <a:gd name="T52" fmla="*/ 819 w 1222"/>
              <a:gd name="T53" fmla="*/ 811 h 1581"/>
              <a:gd name="T54" fmla="*/ 794 w 1222"/>
              <a:gd name="T55" fmla="*/ 635 h 1581"/>
              <a:gd name="T56" fmla="*/ 644 w 1222"/>
              <a:gd name="T57" fmla="*/ 853 h 1581"/>
              <a:gd name="T58" fmla="*/ 744 w 1222"/>
              <a:gd name="T59" fmla="*/ 911 h 1581"/>
              <a:gd name="T60" fmla="*/ 803 w 1222"/>
              <a:gd name="T61" fmla="*/ 853 h 1581"/>
              <a:gd name="T62" fmla="*/ 844 w 1222"/>
              <a:gd name="T63" fmla="*/ 811 h 1581"/>
              <a:gd name="T64" fmla="*/ 786 w 1222"/>
              <a:gd name="T65" fmla="*/ 686 h 1581"/>
              <a:gd name="T66" fmla="*/ 694 w 1222"/>
              <a:gd name="T67" fmla="*/ 811 h 1581"/>
              <a:gd name="T68" fmla="*/ 694 w 1222"/>
              <a:gd name="T69" fmla="*/ 811 h 1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22" h="1581">
                <a:moveTo>
                  <a:pt x="1221" y="794"/>
                </a:moveTo>
                <a:cubicBezTo>
                  <a:pt x="1221" y="1079"/>
                  <a:pt x="995" y="1313"/>
                  <a:pt x="719" y="1338"/>
                </a:cubicBezTo>
                <a:cubicBezTo>
                  <a:pt x="719" y="1329"/>
                  <a:pt x="711" y="1313"/>
                  <a:pt x="711" y="1296"/>
                </a:cubicBezTo>
                <a:cubicBezTo>
                  <a:pt x="711" y="1296"/>
                  <a:pt x="702" y="1262"/>
                  <a:pt x="686" y="1221"/>
                </a:cubicBezTo>
                <a:cubicBezTo>
                  <a:pt x="911" y="1212"/>
                  <a:pt x="1095" y="1028"/>
                  <a:pt x="1095" y="794"/>
                </a:cubicBezTo>
                <a:cubicBezTo>
                  <a:pt x="1095" y="560"/>
                  <a:pt x="911" y="368"/>
                  <a:pt x="686" y="359"/>
                </a:cubicBezTo>
                <a:cubicBezTo>
                  <a:pt x="702" y="326"/>
                  <a:pt x="711" y="293"/>
                  <a:pt x="711" y="284"/>
                </a:cubicBezTo>
                <a:cubicBezTo>
                  <a:pt x="711" y="276"/>
                  <a:pt x="719" y="259"/>
                  <a:pt x="719" y="243"/>
                </a:cubicBezTo>
                <a:cubicBezTo>
                  <a:pt x="995" y="267"/>
                  <a:pt x="1221" y="510"/>
                  <a:pt x="1221" y="794"/>
                </a:cubicBezTo>
                <a:close/>
                <a:moveTo>
                  <a:pt x="17" y="460"/>
                </a:moveTo>
                <a:cubicBezTo>
                  <a:pt x="8" y="568"/>
                  <a:pt x="0" y="677"/>
                  <a:pt x="0" y="786"/>
                </a:cubicBezTo>
                <a:lnTo>
                  <a:pt x="0" y="794"/>
                </a:lnTo>
                <a:lnTo>
                  <a:pt x="0" y="803"/>
                </a:lnTo>
                <a:cubicBezTo>
                  <a:pt x="0" y="911"/>
                  <a:pt x="8" y="1012"/>
                  <a:pt x="17" y="1120"/>
                </a:cubicBezTo>
                <a:cubicBezTo>
                  <a:pt x="42" y="1396"/>
                  <a:pt x="259" y="1580"/>
                  <a:pt x="468" y="1538"/>
                </a:cubicBezTo>
                <a:cubicBezTo>
                  <a:pt x="485" y="1530"/>
                  <a:pt x="493" y="1530"/>
                  <a:pt x="502" y="1530"/>
                </a:cubicBezTo>
                <a:cubicBezTo>
                  <a:pt x="552" y="1505"/>
                  <a:pt x="594" y="1471"/>
                  <a:pt x="644" y="1438"/>
                </a:cubicBezTo>
                <a:cubicBezTo>
                  <a:pt x="702" y="1396"/>
                  <a:pt x="569" y="1070"/>
                  <a:pt x="493" y="1112"/>
                </a:cubicBezTo>
                <a:cubicBezTo>
                  <a:pt x="460" y="1129"/>
                  <a:pt x="376" y="1196"/>
                  <a:pt x="343" y="1196"/>
                </a:cubicBezTo>
                <a:cubicBezTo>
                  <a:pt x="309" y="1204"/>
                  <a:pt x="293" y="1162"/>
                  <a:pt x="284" y="1120"/>
                </a:cubicBezTo>
                <a:cubicBezTo>
                  <a:pt x="276" y="1028"/>
                  <a:pt x="284" y="903"/>
                  <a:pt x="284" y="803"/>
                </a:cubicBezTo>
                <a:cubicBezTo>
                  <a:pt x="284" y="794"/>
                  <a:pt x="284" y="794"/>
                  <a:pt x="284" y="794"/>
                </a:cubicBezTo>
                <a:cubicBezTo>
                  <a:pt x="284" y="786"/>
                  <a:pt x="284" y="786"/>
                  <a:pt x="284" y="786"/>
                </a:cubicBezTo>
                <a:cubicBezTo>
                  <a:pt x="284" y="677"/>
                  <a:pt x="276" y="560"/>
                  <a:pt x="284" y="460"/>
                </a:cubicBezTo>
                <a:cubicBezTo>
                  <a:pt x="293" y="426"/>
                  <a:pt x="309" y="385"/>
                  <a:pt x="343" y="385"/>
                </a:cubicBezTo>
                <a:cubicBezTo>
                  <a:pt x="376" y="393"/>
                  <a:pt x="460" y="452"/>
                  <a:pt x="493" y="468"/>
                </a:cubicBezTo>
                <a:cubicBezTo>
                  <a:pt x="569" y="510"/>
                  <a:pt x="702" y="184"/>
                  <a:pt x="644" y="142"/>
                </a:cubicBezTo>
                <a:cubicBezTo>
                  <a:pt x="594" y="117"/>
                  <a:pt x="552" y="75"/>
                  <a:pt x="502" y="58"/>
                </a:cubicBezTo>
                <a:cubicBezTo>
                  <a:pt x="493" y="50"/>
                  <a:pt x="485" y="50"/>
                  <a:pt x="468" y="50"/>
                </a:cubicBezTo>
                <a:cubicBezTo>
                  <a:pt x="259" y="0"/>
                  <a:pt x="42" y="184"/>
                  <a:pt x="17" y="460"/>
                </a:cubicBezTo>
                <a:close/>
                <a:moveTo>
                  <a:pt x="410" y="911"/>
                </a:moveTo>
                <a:cubicBezTo>
                  <a:pt x="602" y="911"/>
                  <a:pt x="602" y="911"/>
                  <a:pt x="602" y="911"/>
                </a:cubicBezTo>
                <a:cubicBezTo>
                  <a:pt x="610" y="861"/>
                  <a:pt x="610" y="861"/>
                  <a:pt x="610" y="861"/>
                </a:cubicBezTo>
                <a:cubicBezTo>
                  <a:pt x="493" y="861"/>
                  <a:pt x="493" y="861"/>
                  <a:pt x="493" y="861"/>
                </a:cubicBezTo>
                <a:cubicBezTo>
                  <a:pt x="493" y="861"/>
                  <a:pt x="502" y="853"/>
                  <a:pt x="510" y="853"/>
                </a:cubicBezTo>
                <a:cubicBezTo>
                  <a:pt x="510" y="845"/>
                  <a:pt x="527" y="836"/>
                  <a:pt x="543" y="828"/>
                </a:cubicBezTo>
                <a:cubicBezTo>
                  <a:pt x="569" y="811"/>
                  <a:pt x="569" y="811"/>
                  <a:pt x="569" y="811"/>
                </a:cubicBezTo>
                <a:cubicBezTo>
                  <a:pt x="585" y="803"/>
                  <a:pt x="602" y="786"/>
                  <a:pt x="610" y="778"/>
                </a:cubicBezTo>
                <a:cubicBezTo>
                  <a:pt x="627" y="761"/>
                  <a:pt x="635" y="744"/>
                  <a:pt x="644" y="719"/>
                </a:cubicBezTo>
                <a:cubicBezTo>
                  <a:pt x="652" y="694"/>
                  <a:pt x="644" y="677"/>
                  <a:pt x="627" y="660"/>
                </a:cubicBezTo>
                <a:cubicBezTo>
                  <a:pt x="619" y="644"/>
                  <a:pt x="594" y="635"/>
                  <a:pt x="569" y="635"/>
                </a:cubicBezTo>
                <a:cubicBezTo>
                  <a:pt x="527" y="635"/>
                  <a:pt x="502" y="644"/>
                  <a:pt x="476" y="677"/>
                </a:cubicBezTo>
                <a:cubicBezTo>
                  <a:pt x="468" y="686"/>
                  <a:pt x="460" y="711"/>
                  <a:pt x="452" y="736"/>
                </a:cubicBezTo>
                <a:cubicBezTo>
                  <a:pt x="510" y="736"/>
                  <a:pt x="510" y="736"/>
                  <a:pt x="510" y="736"/>
                </a:cubicBezTo>
                <a:cubicBezTo>
                  <a:pt x="510" y="719"/>
                  <a:pt x="518" y="702"/>
                  <a:pt x="518" y="694"/>
                </a:cubicBezTo>
                <a:cubicBezTo>
                  <a:pt x="527" y="686"/>
                  <a:pt x="543" y="677"/>
                  <a:pt x="560" y="677"/>
                </a:cubicBezTo>
                <a:cubicBezTo>
                  <a:pt x="569" y="677"/>
                  <a:pt x="577" y="686"/>
                  <a:pt x="585" y="694"/>
                </a:cubicBezTo>
                <a:cubicBezTo>
                  <a:pt x="585" y="702"/>
                  <a:pt x="594" y="711"/>
                  <a:pt x="585" y="719"/>
                </a:cubicBezTo>
                <a:cubicBezTo>
                  <a:pt x="585" y="736"/>
                  <a:pt x="577" y="744"/>
                  <a:pt x="560" y="761"/>
                </a:cubicBezTo>
                <a:cubicBezTo>
                  <a:pt x="552" y="769"/>
                  <a:pt x="535" y="778"/>
                  <a:pt x="502" y="803"/>
                </a:cubicBezTo>
                <a:cubicBezTo>
                  <a:pt x="468" y="819"/>
                  <a:pt x="452" y="836"/>
                  <a:pt x="435" y="861"/>
                </a:cubicBezTo>
                <a:cubicBezTo>
                  <a:pt x="426" y="878"/>
                  <a:pt x="418" y="895"/>
                  <a:pt x="410" y="911"/>
                </a:cubicBezTo>
                <a:close/>
                <a:moveTo>
                  <a:pt x="844" y="811"/>
                </a:moveTo>
                <a:cubicBezTo>
                  <a:pt x="819" y="811"/>
                  <a:pt x="819" y="811"/>
                  <a:pt x="819" y="811"/>
                </a:cubicBezTo>
                <a:cubicBezTo>
                  <a:pt x="853" y="635"/>
                  <a:pt x="853" y="635"/>
                  <a:pt x="853" y="635"/>
                </a:cubicBezTo>
                <a:cubicBezTo>
                  <a:pt x="794" y="635"/>
                  <a:pt x="794" y="635"/>
                  <a:pt x="794" y="635"/>
                </a:cubicBezTo>
                <a:cubicBezTo>
                  <a:pt x="652" y="803"/>
                  <a:pt x="652" y="803"/>
                  <a:pt x="652" y="803"/>
                </a:cubicBezTo>
                <a:cubicBezTo>
                  <a:pt x="644" y="853"/>
                  <a:pt x="644" y="853"/>
                  <a:pt x="644" y="853"/>
                </a:cubicBezTo>
                <a:cubicBezTo>
                  <a:pt x="753" y="853"/>
                  <a:pt x="753" y="853"/>
                  <a:pt x="753" y="853"/>
                </a:cubicBezTo>
                <a:cubicBezTo>
                  <a:pt x="744" y="911"/>
                  <a:pt x="744" y="911"/>
                  <a:pt x="744" y="911"/>
                </a:cubicBezTo>
                <a:cubicBezTo>
                  <a:pt x="794" y="911"/>
                  <a:pt x="794" y="911"/>
                  <a:pt x="794" y="911"/>
                </a:cubicBezTo>
                <a:cubicBezTo>
                  <a:pt x="803" y="853"/>
                  <a:pt x="803" y="853"/>
                  <a:pt x="803" y="853"/>
                </a:cubicBezTo>
                <a:cubicBezTo>
                  <a:pt x="836" y="853"/>
                  <a:pt x="836" y="853"/>
                  <a:pt x="836" y="853"/>
                </a:cubicBezTo>
                <a:lnTo>
                  <a:pt x="844" y="811"/>
                </a:lnTo>
                <a:close/>
                <a:moveTo>
                  <a:pt x="694" y="811"/>
                </a:moveTo>
                <a:cubicBezTo>
                  <a:pt x="786" y="686"/>
                  <a:pt x="786" y="686"/>
                  <a:pt x="786" y="686"/>
                </a:cubicBezTo>
                <a:cubicBezTo>
                  <a:pt x="761" y="811"/>
                  <a:pt x="761" y="811"/>
                  <a:pt x="761" y="811"/>
                </a:cubicBezTo>
                <a:lnTo>
                  <a:pt x="694" y="811"/>
                </a:lnTo>
                <a:close/>
                <a:moveTo>
                  <a:pt x="694" y="811"/>
                </a:moveTo>
                <a:lnTo>
                  <a:pt x="694" y="81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  <a:extLst/>
        </p:spPr>
        <p:txBody>
          <a:bodyPr anchor="ctr"/>
          <a:lstStyle/>
          <a:p>
            <a:pPr algn="ctr"/>
            <a:endParaRPr sz="140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Freeform: Shape 66"/>
          <p:cNvSpPr>
            <a:spLocks noChangeAspect="1"/>
          </p:cNvSpPr>
          <p:nvPr/>
        </p:nvSpPr>
        <p:spPr bwMode="auto">
          <a:xfrm>
            <a:off x="6285284" y="2182744"/>
            <a:ext cx="606721" cy="525079"/>
          </a:xfrm>
          <a:custGeom>
            <a:avLst/>
            <a:gdLst>
              <a:gd name="T0" fmla="*/ 502 w 1013"/>
              <a:gd name="T1" fmla="*/ 0 h 879"/>
              <a:gd name="T2" fmla="*/ 0 w 1013"/>
              <a:gd name="T3" fmla="*/ 351 h 879"/>
              <a:gd name="T4" fmla="*/ 193 w 1013"/>
              <a:gd name="T5" fmla="*/ 636 h 879"/>
              <a:gd name="T6" fmla="*/ 92 w 1013"/>
              <a:gd name="T7" fmla="*/ 862 h 879"/>
              <a:gd name="T8" fmla="*/ 92 w 1013"/>
              <a:gd name="T9" fmla="*/ 878 h 879"/>
              <a:gd name="T10" fmla="*/ 101 w 1013"/>
              <a:gd name="T11" fmla="*/ 878 h 879"/>
              <a:gd name="T12" fmla="*/ 109 w 1013"/>
              <a:gd name="T13" fmla="*/ 878 h 879"/>
              <a:gd name="T14" fmla="*/ 485 w 1013"/>
              <a:gd name="T15" fmla="*/ 711 h 879"/>
              <a:gd name="T16" fmla="*/ 502 w 1013"/>
              <a:gd name="T17" fmla="*/ 711 h 879"/>
              <a:gd name="T18" fmla="*/ 1012 w 1013"/>
              <a:gd name="T19" fmla="*/ 351 h 879"/>
              <a:gd name="T20" fmla="*/ 502 w 1013"/>
              <a:gd name="T21" fmla="*/ 0 h 879"/>
              <a:gd name="T22" fmla="*/ 502 w 1013"/>
              <a:gd name="T23" fmla="*/ 0 h 879"/>
              <a:gd name="T24" fmla="*/ 502 w 1013"/>
              <a:gd name="T25" fmla="*/ 0 h 8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13" h="879">
                <a:moveTo>
                  <a:pt x="502" y="0"/>
                </a:moveTo>
                <a:cubicBezTo>
                  <a:pt x="226" y="0"/>
                  <a:pt x="0" y="159"/>
                  <a:pt x="0" y="351"/>
                </a:cubicBezTo>
                <a:cubicBezTo>
                  <a:pt x="0" y="469"/>
                  <a:pt x="67" y="569"/>
                  <a:pt x="193" y="636"/>
                </a:cubicBezTo>
                <a:cubicBezTo>
                  <a:pt x="176" y="711"/>
                  <a:pt x="142" y="811"/>
                  <a:pt x="92" y="862"/>
                </a:cubicBezTo>
                <a:cubicBezTo>
                  <a:pt x="92" y="870"/>
                  <a:pt x="92" y="870"/>
                  <a:pt x="92" y="878"/>
                </a:cubicBezTo>
                <a:lnTo>
                  <a:pt x="101" y="878"/>
                </a:lnTo>
                <a:lnTo>
                  <a:pt x="109" y="878"/>
                </a:lnTo>
                <a:cubicBezTo>
                  <a:pt x="118" y="878"/>
                  <a:pt x="335" y="862"/>
                  <a:pt x="485" y="711"/>
                </a:cubicBezTo>
                <a:cubicBezTo>
                  <a:pt x="485" y="711"/>
                  <a:pt x="494" y="711"/>
                  <a:pt x="502" y="711"/>
                </a:cubicBezTo>
                <a:cubicBezTo>
                  <a:pt x="786" y="711"/>
                  <a:pt x="1012" y="552"/>
                  <a:pt x="1012" y="351"/>
                </a:cubicBezTo>
                <a:cubicBezTo>
                  <a:pt x="1012" y="159"/>
                  <a:pt x="786" y="0"/>
                  <a:pt x="502" y="0"/>
                </a:cubicBezTo>
                <a:close/>
                <a:moveTo>
                  <a:pt x="502" y="0"/>
                </a:moveTo>
                <a:lnTo>
                  <a:pt x="5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/>
        </p:spPr>
        <p:txBody>
          <a:bodyPr anchor="ctr"/>
          <a:lstStyle/>
          <a:p>
            <a:pPr algn="ctr"/>
            <a:endParaRPr sz="140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Freeform: Shape 67"/>
          <p:cNvSpPr>
            <a:spLocks noChangeAspect="1"/>
          </p:cNvSpPr>
          <p:nvPr/>
        </p:nvSpPr>
        <p:spPr bwMode="auto">
          <a:xfrm>
            <a:off x="6285284" y="3158833"/>
            <a:ext cx="560840" cy="412004"/>
          </a:xfrm>
          <a:custGeom>
            <a:avLst/>
            <a:gdLst>
              <a:gd name="T0" fmla="*/ 586 w 1347"/>
              <a:gd name="T1" fmla="*/ 602 h 987"/>
              <a:gd name="T2" fmla="*/ 502 w 1347"/>
              <a:gd name="T3" fmla="*/ 535 h 987"/>
              <a:gd name="T4" fmla="*/ 42 w 1347"/>
              <a:gd name="T5" fmla="*/ 117 h 987"/>
              <a:gd name="T6" fmla="*/ 17 w 1347"/>
              <a:gd name="T7" fmla="*/ 33 h 987"/>
              <a:gd name="T8" fmla="*/ 92 w 1347"/>
              <a:gd name="T9" fmla="*/ 0 h 987"/>
              <a:gd name="T10" fmla="*/ 1255 w 1347"/>
              <a:gd name="T11" fmla="*/ 0 h 987"/>
              <a:gd name="T12" fmla="*/ 1330 w 1347"/>
              <a:gd name="T13" fmla="*/ 41 h 987"/>
              <a:gd name="T14" fmla="*/ 1305 w 1347"/>
              <a:gd name="T15" fmla="*/ 125 h 987"/>
              <a:gd name="T16" fmla="*/ 803 w 1347"/>
              <a:gd name="T17" fmla="*/ 576 h 987"/>
              <a:gd name="T18" fmla="*/ 586 w 1347"/>
              <a:gd name="T19" fmla="*/ 602 h 987"/>
              <a:gd name="T20" fmla="*/ 92 w 1347"/>
              <a:gd name="T21" fmla="*/ 986 h 987"/>
              <a:gd name="T22" fmla="*/ 0 w 1347"/>
              <a:gd name="T23" fmla="*/ 894 h 987"/>
              <a:gd name="T24" fmla="*/ 0 w 1347"/>
              <a:gd name="T25" fmla="*/ 225 h 987"/>
              <a:gd name="T26" fmla="*/ 42 w 1347"/>
              <a:gd name="T27" fmla="*/ 217 h 987"/>
              <a:gd name="T28" fmla="*/ 234 w 1347"/>
              <a:gd name="T29" fmla="*/ 409 h 987"/>
              <a:gd name="T30" fmla="*/ 251 w 1347"/>
              <a:gd name="T31" fmla="*/ 493 h 987"/>
              <a:gd name="T32" fmla="*/ 109 w 1347"/>
              <a:gd name="T33" fmla="*/ 827 h 987"/>
              <a:gd name="T34" fmla="*/ 126 w 1347"/>
              <a:gd name="T35" fmla="*/ 827 h 987"/>
              <a:gd name="T36" fmla="*/ 318 w 1347"/>
              <a:gd name="T37" fmla="*/ 576 h 987"/>
              <a:gd name="T38" fmla="*/ 393 w 1347"/>
              <a:gd name="T39" fmla="*/ 568 h 987"/>
              <a:gd name="T40" fmla="*/ 477 w 1347"/>
              <a:gd name="T41" fmla="*/ 643 h 987"/>
              <a:gd name="T42" fmla="*/ 569 w 1347"/>
              <a:gd name="T43" fmla="*/ 694 h 987"/>
              <a:gd name="T44" fmla="*/ 820 w 1347"/>
              <a:gd name="T45" fmla="*/ 677 h 987"/>
              <a:gd name="T46" fmla="*/ 945 w 1347"/>
              <a:gd name="T47" fmla="*/ 568 h 987"/>
              <a:gd name="T48" fmla="*/ 1020 w 1347"/>
              <a:gd name="T49" fmla="*/ 576 h 987"/>
              <a:gd name="T50" fmla="*/ 1229 w 1347"/>
              <a:gd name="T51" fmla="*/ 853 h 987"/>
              <a:gd name="T52" fmla="*/ 1238 w 1347"/>
              <a:gd name="T53" fmla="*/ 844 h 987"/>
              <a:gd name="T54" fmla="*/ 1096 w 1347"/>
              <a:gd name="T55" fmla="*/ 493 h 987"/>
              <a:gd name="T56" fmla="*/ 1112 w 1347"/>
              <a:gd name="T57" fmla="*/ 409 h 987"/>
              <a:gd name="T58" fmla="*/ 1313 w 1347"/>
              <a:gd name="T59" fmla="*/ 217 h 987"/>
              <a:gd name="T60" fmla="*/ 1346 w 1347"/>
              <a:gd name="T61" fmla="*/ 225 h 987"/>
              <a:gd name="T62" fmla="*/ 1346 w 1347"/>
              <a:gd name="T63" fmla="*/ 903 h 987"/>
              <a:gd name="T64" fmla="*/ 1246 w 1347"/>
              <a:gd name="T65" fmla="*/ 986 h 987"/>
              <a:gd name="T66" fmla="*/ 92 w 1347"/>
              <a:gd name="T67" fmla="*/ 986 h 987"/>
              <a:gd name="T68" fmla="*/ 92 w 1347"/>
              <a:gd name="T69" fmla="*/ 986 h 987"/>
              <a:gd name="T70" fmla="*/ 92 w 1347"/>
              <a:gd name="T71" fmla="*/ 986 h 9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347" h="987">
                <a:moveTo>
                  <a:pt x="586" y="602"/>
                </a:moveTo>
                <a:cubicBezTo>
                  <a:pt x="561" y="585"/>
                  <a:pt x="519" y="560"/>
                  <a:pt x="502" y="535"/>
                </a:cubicBezTo>
                <a:cubicBezTo>
                  <a:pt x="42" y="117"/>
                  <a:pt x="42" y="117"/>
                  <a:pt x="42" y="117"/>
                </a:cubicBezTo>
                <a:cubicBezTo>
                  <a:pt x="26" y="100"/>
                  <a:pt x="9" y="58"/>
                  <a:pt x="17" y="33"/>
                </a:cubicBezTo>
                <a:cubicBezTo>
                  <a:pt x="34" y="17"/>
                  <a:pt x="51" y="0"/>
                  <a:pt x="92" y="0"/>
                </a:cubicBezTo>
                <a:cubicBezTo>
                  <a:pt x="1255" y="0"/>
                  <a:pt x="1255" y="0"/>
                  <a:pt x="1255" y="0"/>
                </a:cubicBezTo>
                <a:cubicBezTo>
                  <a:pt x="1255" y="0"/>
                  <a:pt x="1305" y="0"/>
                  <a:pt x="1330" y="41"/>
                </a:cubicBezTo>
                <a:cubicBezTo>
                  <a:pt x="1346" y="67"/>
                  <a:pt x="1330" y="108"/>
                  <a:pt x="1305" y="125"/>
                </a:cubicBezTo>
                <a:cubicBezTo>
                  <a:pt x="803" y="576"/>
                  <a:pt x="803" y="576"/>
                  <a:pt x="803" y="576"/>
                </a:cubicBezTo>
                <a:cubicBezTo>
                  <a:pt x="803" y="576"/>
                  <a:pt x="711" y="652"/>
                  <a:pt x="586" y="602"/>
                </a:cubicBezTo>
                <a:close/>
                <a:moveTo>
                  <a:pt x="92" y="986"/>
                </a:moveTo>
                <a:cubicBezTo>
                  <a:pt x="92" y="986"/>
                  <a:pt x="0" y="978"/>
                  <a:pt x="0" y="894"/>
                </a:cubicBezTo>
                <a:cubicBezTo>
                  <a:pt x="0" y="225"/>
                  <a:pt x="0" y="225"/>
                  <a:pt x="0" y="225"/>
                </a:cubicBezTo>
                <a:cubicBezTo>
                  <a:pt x="0" y="200"/>
                  <a:pt x="17" y="192"/>
                  <a:pt x="42" y="217"/>
                </a:cubicBezTo>
                <a:cubicBezTo>
                  <a:pt x="234" y="409"/>
                  <a:pt x="234" y="409"/>
                  <a:pt x="234" y="409"/>
                </a:cubicBezTo>
                <a:cubicBezTo>
                  <a:pt x="260" y="426"/>
                  <a:pt x="268" y="468"/>
                  <a:pt x="251" y="493"/>
                </a:cubicBezTo>
                <a:cubicBezTo>
                  <a:pt x="109" y="827"/>
                  <a:pt x="109" y="827"/>
                  <a:pt x="109" y="827"/>
                </a:cubicBezTo>
                <a:cubicBezTo>
                  <a:pt x="101" y="853"/>
                  <a:pt x="109" y="853"/>
                  <a:pt x="126" y="827"/>
                </a:cubicBezTo>
                <a:cubicBezTo>
                  <a:pt x="318" y="576"/>
                  <a:pt x="318" y="576"/>
                  <a:pt x="318" y="576"/>
                </a:cubicBezTo>
                <a:cubicBezTo>
                  <a:pt x="343" y="552"/>
                  <a:pt x="368" y="552"/>
                  <a:pt x="393" y="568"/>
                </a:cubicBezTo>
                <a:cubicBezTo>
                  <a:pt x="477" y="643"/>
                  <a:pt x="477" y="643"/>
                  <a:pt x="477" y="643"/>
                </a:cubicBezTo>
                <a:cubicBezTo>
                  <a:pt x="502" y="660"/>
                  <a:pt x="544" y="685"/>
                  <a:pt x="569" y="694"/>
                </a:cubicBezTo>
                <a:cubicBezTo>
                  <a:pt x="636" y="710"/>
                  <a:pt x="744" y="735"/>
                  <a:pt x="820" y="677"/>
                </a:cubicBezTo>
                <a:cubicBezTo>
                  <a:pt x="945" y="568"/>
                  <a:pt x="945" y="568"/>
                  <a:pt x="945" y="568"/>
                </a:cubicBezTo>
                <a:cubicBezTo>
                  <a:pt x="970" y="552"/>
                  <a:pt x="1004" y="552"/>
                  <a:pt x="1020" y="576"/>
                </a:cubicBezTo>
                <a:cubicBezTo>
                  <a:pt x="1229" y="853"/>
                  <a:pt x="1229" y="853"/>
                  <a:pt x="1229" y="853"/>
                </a:cubicBezTo>
                <a:cubicBezTo>
                  <a:pt x="1246" y="877"/>
                  <a:pt x="1246" y="869"/>
                  <a:pt x="1238" y="844"/>
                </a:cubicBezTo>
                <a:cubicBezTo>
                  <a:pt x="1096" y="493"/>
                  <a:pt x="1096" y="493"/>
                  <a:pt x="1096" y="493"/>
                </a:cubicBezTo>
                <a:cubicBezTo>
                  <a:pt x="1079" y="468"/>
                  <a:pt x="1087" y="434"/>
                  <a:pt x="1112" y="409"/>
                </a:cubicBezTo>
                <a:cubicBezTo>
                  <a:pt x="1313" y="217"/>
                  <a:pt x="1313" y="217"/>
                  <a:pt x="1313" y="217"/>
                </a:cubicBezTo>
                <a:cubicBezTo>
                  <a:pt x="1330" y="192"/>
                  <a:pt x="1346" y="200"/>
                  <a:pt x="1346" y="225"/>
                </a:cubicBezTo>
                <a:cubicBezTo>
                  <a:pt x="1346" y="903"/>
                  <a:pt x="1346" y="903"/>
                  <a:pt x="1346" y="903"/>
                </a:cubicBezTo>
                <a:cubicBezTo>
                  <a:pt x="1346" y="903"/>
                  <a:pt x="1338" y="986"/>
                  <a:pt x="1246" y="986"/>
                </a:cubicBezTo>
                <a:cubicBezTo>
                  <a:pt x="92" y="986"/>
                  <a:pt x="92" y="986"/>
                  <a:pt x="92" y="986"/>
                </a:cubicBezTo>
                <a:close/>
                <a:moveTo>
                  <a:pt x="92" y="986"/>
                </a:moveTo>
                <a:lnTo>
                  <a:pt x="92" y="98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/>
        </p:spPr>
        <p:txBody>
          <a:bodyPr anchor="ctr"/>
          <a:lstStyle/>
          <a:p>
            <a:pPr algn="ctr"/>
            <a:endParaRPr sz="140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Freeform: Shape 68"/>
          <p:cNvSpPr>
            <a:spLocks noChangeAspect="1"/>
          </p:cNvSpPr>
          <p:nvPr/>
        </p:nvSpPr>
        <p:spPr bwMode="auto">
          <a:xfrm>
            <a:off x="6285284" y="4065821"/>
            <a:ext cx="684788" cy="530393"/>
          </a:xfrm>
          <a:custGeom>
            <a:avLst/>
            <a:gdLst>
              <a:gd name="T0" fmla="*/ 995 w 996"/>
              <a:gd name="T1" fmla="*/ 409 h 770"/>
              <a:gd name="T2" fmla="*/ 836 w 996"/>
              <a:gd name="T3" fmla="*/ 409 h 770"/>
              <a:gd name="T4" fmla="*/ 543 w 996"/>
              <a:gd name="T5" fmla="*/ 192 h 770"/>
              <a:gd name="T6" fmla="*/ 384 w 996"/>
              <a:gd name="T7" fmla="*/ 275 h 770"/>
              <a:gd name="T8" fmla="*/ 360 w 996"/>
              <a:gd name="T9" fmla="*/ 158 h 770"/>
              <a:gd name="T10" fmla="*/ 702 w 996"/>
              <a:gd name="T11" fmla="*/ 33 h 770"/>
              <a:gd name="T12" fmla="*/ 836 w 996"/>
              <a:gd name="T13" fmla="*/ 133 h 770"/>
              <a:gd name="T14" fmla="*/ 334 w 996"/>
              <a:gd name="T15" fmla="*/ 626 h 770"/>
              <a:gd name="T16" fmla="*/ 276 w 996"/>
              <a:gd name="T17" fmla="*/ 551 h 770"/>
              <a:gd name="T18" fmla="*/ 209 w 996"/>
              <a:gd name="T19" fmla="*/ 484 h 770"/>
              <a:gd name="T20" fmla="*/ 109 w 996"/>
              <a:gd name="T21" fmla="*/ 434 h 770"/>
              <a:gd name="T22" fmla="*/ 159 w 996"/>
              <a:gd name="T23" fmla="*/ 535 h 770"/>
              <a:gd name="T24" fmla="*/ 226 w 996"/>
              <a:gd name="T25" fmla="*/ 602 h 770"/>
              <a:gd name="T26" fmla="*/ 293 w 996"/>
              <a:gd name="T27" fmla="*/ 668 h 770"/>
              <a:gd name="T28" fmla="*/ 393 w 996"/>
              <a:gd name="T29" fmla="*/ 727 h 770"/>
              <a:gd name="T30" fmla="*/ 334 w 996"/>
              <a:gd name="T31" fmla="*/ 626 h 770"/>
              <a:gd name="T32" fmla="*/ 594 w 996"/>
              <a:gd name="T33" fmla="*/ 267 h 770"/>
              <a:gd name="T34" fmla="*/ 443 w 996"/>
              <a:gd name="T35" fmla="*/ 301 h 770"/>
              <a:gd name="T36" fmla="*/ 284 w 996"/>
              <a:gd name="T37" fmla="*/ 217 h 770"/>
              <a:gd name="T38" fmla="*/ 460 w 996"/>
              <a:gd name="T39" fmla="*/ 50 h 770"/>
              <a:gd name="T40" fmla="*/ 184 w 996"/>
              <a:gd name="T41" fmla="*/ 100 h 770"/>
              <a:gd name="T42" fmla="*/ 0 w 996"/>
              <a:gd name="T43" fmla="*/ 66 h 770"/>
              <a:gd name="T44" fmla="*/ 50 w 996"/>
              <a:gd name="T45" fmla="*/ 443 h 770"/>
              <a:gd name="T46" fmla="*/ 234 w 996"/>
              <a:gd name="T47" fmla="*/ 392 h 770"/>
              <a:gd name="T48" fmla="*/ 293 w 996"/>
              <a:gd name="T49" fmla="*/ 468 h 770"/>
              <a:gd name="T50" fmla="*/ 360 w 996"/>
              <a:gd name="T51" fmla="*/ 535 h 770"/>
              <a:gd name="T52" fmla="*/ 426 w 996"/>
              <a:gd name="T53" fmla="*/ 610 h 770"/>
              <a:gd name="T54" fmla="*/ 477 w 996"/>
              <a:gd name="T55" fmla="*/ 727 h 770"/>
              <a:gd name="T56" fmla="*/ 543 w 996"/>
              <a:gd name="T57" fmla="*/ 660 h 770"/>
              <a:gd name="T58" fmla="*/ 485 w 996"/>
              <a:gd name="T59" fmla="*/ 585 h 770"/>
              <a:gd name="T60" fmla="*/ 569 w 996"/>
              <a:gd name="T61" fmla="*/ 668 h 770"/>
              <a:gd name="T62" fmla="*/ 627 w 996"/>
              <a:gd name="T63" fmla="*/ 602 h 770"/>
              <a:gd name="T64" fmla="*/ 652 w 996"/>
              <a:gd name="T65" fmla="*/ 610 h 770"/>
              <a:gd name="T66" fmla="*/ 719 w 996"/>
              <a:gd name="T67" fmla="*/ 543 h 770"/>
              <a:gd name="T68" fmla="*/ 727 w 996"/>
              <a:gd name="T69" fmla="*/ 526 h 770"/>
              <a:gd name="T70" fmla="*/ 786 w 996"/>
              <a:gd name="T71" fmla="*/ 535 h 770"/>
              <a:gd name="T72" fmla="*/ 786 w 996"/>
              <a:gd name="T73" fmla="*/ 468 h 7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96" h="770">
                <a:moveTo>
                  <a:pt x="995" y="100"/>
                </a:moveTo>
                <a:cubicBezTo>
                  <a:pt x="995" y="409"/>
                  <a:pt x="995" y="409"/>
                  <a:pt x="995" y="409"/>
                </a:cubicBezTo>
                <a:cubicBezTo>
                  <a:pt x="995" y="409"/>
                  <a:pt x="928" y="426"/>
                  <a:pt x="920" y="426"/>
                </a:cubicBezTo>
                <a:cubicBezTo>
                  <a:pt x="903" y="426"/>
                  <a:pt x="861" y="443"/>
                  <a:pt x="836" y="409"/>
                </a:cubicBezTo>
                <a:cubicBezTo>
                  <a:pt x="786" y="367"/>
                  <a:pt x="619" y="192"/>
                  <a:pt x="619" y="192"/>
                </a:cubicBezTo>
                <a:cubicBezTo>
                  <a:pt x="619" y="192"/>
                  <a:pt x="594" y="167"/>
                  <a:pt x="543" y="192"/>
                </a:cubicBezTo>
                <a:cubicBezTo>
                  <a:pt x="502" y="217"/>
                  <a:pt x="443" y="250"/>
                  <a:pt x="418" y="259"/>
                </a:cubicBezTo>
                <a:cubicBezTo>
                  <a:pt x="410" y="267"/>
                  <a:pt x="393" y="275"/>
                  <a:pt x="384" y="275"/>
                </a:cubicBezTo>
                <a:cubicBezTo>
                  <a:pt x="351" y="275"/>
                  <a:pt x="326" y="242"/>
                  <a:pt x="326" y="209"/>
                </a:cubicBezTo>
                <a:cubicBezTo>
                  <a:pt x="326" y="183"/>
                  <a:pt x="343" y="167"/>
                  <a:pt x="360" y="158"/>
                </a:cubicBezTo>
                <a:cubicBezTo>
                  <a:pt x="426" y="116"/>
                  <a:pt x="552" y="50"/>
                  <a:pt x="602" y="16"/>
                </a:cubicBezTo>
                <a:cubicBezTo>
                  <a:pt x="635" y="0"/>
                  <a:pt x="652" y="0"/>
                  <a:pt x="702" y="33"/>
                </a:cubicBezTo>
                <a:cubicBezTo>
                  <a:pt x="752" y="83"/>
                  <a:pt x="803" y="125"/>
                  <a:pt x="803" y="125"/>
                </a:cubicBezTo>
                <a:cubicBezTo>
                  <a:pt x="803" y="125"/>
                  <a:pt x="819" y="133"/>
                  <a:pt x="836" y="133"/>
                </a:cubicBezTo>
                <a:cubicBezTo>
                  <a:pt x="878" y="125"/>
                  <a:pt x="995" y="100"/>
                  <a:pt x="995" y="100"/>
                </a:cubicBezTo>
                <a:close/>
                <a:moveTo>
                  <a:pt x="334" y="626"/>
                </a:moveTo>
                <a:cubicBezTo>
                  <a:pt x="343" y="610"/>
                  <a:pt x="343" y="585"/>
                  <a:pt x="326" y="568"/>
                </a:cubicBezTo>
                <a:cubicBezTo>
                  <a:pt x="309" y="551"/>
                  <a:pt x="293" y="551"/>
                  <a:pt x="276" y="551"/>
                </a:cubicBezTo>
                <a:cubicBezTo>
                  <a:pt x="276" y="535"/>
                  <a:pt x="276" y="510"/>
                  <a:pt x="259" y="501"/>
                </a:cubicBezTo>
                <a:cubicBezTo>
                  <a:pt x="251" y="484"/>
                  <a:pt x="226" y="476"/>
                  <a:pt x="209" y="484"/>
                </a:cubicBezTo>
                <a:cubicBezTo>
                  <a:pt x="217" y="468"/>
                  <a:pt x="209" y="443"/>
                  <a:pt x="201" y="426"/>
                </a:cubicBezTo>
                <a:cubicBezTo>
                  <a:pt x="176" y="401"/>
                  <a:pt x="134" y="409"/>
                  <a:pt x="109" y="434"/>
                </a:cubicBezTo>
                <a:cubicBezTo>
                  <a:pt x="92" y="451"/>
                  <a:pt x="75" y="501"/>
                  <a:pt x="92" y="526"/>
                </a:cubicBezTo>
                <a:cubicBezTo>
                  <a:pt x="117" y="551"/>
                  <a:pt x="142" y="535"/>
                  <a:pt x="159" y="535"/>
                </a:cubicBezTo>
                <a:cubicBezTo>
                  <a:pt x="159" y="551"/>
                  <a:pt x="142" y="568"/>
                  <a:pt x="159" y="593"/>
                </a:cubicBezTo>
                <a:cubicBezTo>
                  <a:pt x="176" y="618"/>
                  <a:pt x="209" y="602"/>
                  <a:pt x="226" y="602"/>
                </a:cubicBezTo>
                <a:cubicBezTo>
                  <a:pt x="217" y="618"/>
                  <a:pt x="201" y="643"/>
                  <a:pt x="226" y="668"/>
                </a:cubicBezTo>
                <a:cubicBezTo>
                  <a:pt x="242" y="685"/>
                  <a:pt x="276" y="677"/>
                  <a:pt x="293" y="668"/>
                </a:cubicBezTo>
                <a:cubicBezTo>
                  <a:pt x="284" y="693"/>
                  <a:pt x="268" y="710"/>
                  <a:pt x="293" y="744"/>
                </a:cubicBezTo>
                <a:cubicBezTo>
                  <a:pt x="318" y="769"/>
                  <a:pt x="368" y="752"/>
                  <a:pt x="393" y="727"/>
                </a:cubicBezTo>
                <a:cubicBezTo>
                  <a:pt x="418" y="702"/>
                  <a:pt x="418" y="668"/>
                  <a:pt x="393" y="643"/>
                </a:cubicBezTo>
                <a:cubicBezTo>
                  <a:pt x="376" y="626"/>
                  <a:pt x="360" y="626"/>
                  <a:pt x="334" y="626"/>
                </a:cubicBezTo>
                <a:close/>
                <a:moveTo>
                  <a:pt x="786" y="468"/>
                </a:moveTo>
                <a:cubicBezTo>
                  <a:pt x="610" y="284"/>
                  <a:pt x="694" y="367"/>
                  <a:pt x="594" y="267"/>
                </a:cubicBezTo>
                <a:cubicBezTo>
                  <a:pt x="594" y="267"/>
                  <a:pt x="569" y="234"/>
                  <a:pt x="527" y="259"/>
                </a:cubicBezTo>
                <a:cubicBezTo>
                  <a:pt x="502" y="267"/>
                  <a:pt x="468" y="284"/>
                  <a:pt x="443" y="301"/>
                </a:cubicBezTo>
                <a:cubicBezTo>
                  <a:pt x="418" y="309"/>
                  <a:pt x="393" y="317"/>
                  <a:pt x="384" y="317"/>
                </a:cubicBezTo>
                <a:cubicBezTo>
                  <a:pt x="326" y="317"/>
                  <a:pt x="284" y="267"/>
                  <a:pt x="284" y="217"/>
                </a:cubicBezTo>
                <a:cubicBezTo>
                  <a:pt x="284" y="175"/>
                  <a:pt x="301" y="142"/>
                  <a:pt x="334" y="125"/>
                </a:cubicBezTo>
                <a:cubicBezTo>
                  <a:pt x="368" y="100"/>
                  <a:pt x="460" y="50"/>
                  <a:pt x="460" y="50"/>
                </a:cubicBezTo>
                <a:cubicBezTo>
                  <a:pt x="460" y="50"/>
                  <a:pt x="435" y="8"/>
                  <a:pt x="376" y="8"/>
                </a:cubicBezTo>
                <a:cubicBezTo>
                  <a:pt x="309" y="8"/>
                  <a:pt x="184" y="100"/>
                  <a:pt x="184" y="100"/>
                </a:cubicBezTo>
                <a:cubicBezTo>
                  <a:pt x="184" y="100"/>
                  <a:pt x="150" y="116"/>
                  <a:pt x="100" y="100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426"/>
                  <a:pt x="0" y="426"/>
                  <a:pt x="0" y="426"/>
                </a:cubicBezTo>
                <a:cubicBezTo>
                  <a:pt x="0" y="426"/>
                  <a:pt x="25" y="434"/>
                  <a:pt x="50" y="443"/>
                </a:cubicBezTo>
                <a:cubicBezTo>
                  <a:pt x="59" y="426"/>
                  <a:pt x="67" y="409"/>
                  <a:pt x="83" y="392"/>
                </a:cubicBezTo>
                <a:cubicBezTo>
                  <a:pt x="125" y="351"/>
                  <a:pt x="192" y="351"/>
                  <a:pt x="234" y="392"/>
                </a:cubicBezTo>
                <a:cubicBezTo>
                  <a:pt x="242" y="409"/>
                  <a:pt x="251" y="417"/>
                  <a:pt x="251" y="434"/>
                </a:cubicBezTo>
                <a:cubicBezTo>
                  <a:pt x="268" y="443"/>
                  <a:pt x="284" y="451"/>
                  <a:pt x="293" y="468"/>
                </a:cubicBezTo>
                <a:cubicBezTo>
                  <a:pt x="309" y="476"/>
                  <a:pt x="318" y="493"/>
                  <a:pt x="318" y="510"/>
                </a:cubicBezTo>
                <a:cubicBezTo>
                  <a:pt x="334" y="510"/>
                  <a:pt x="351" y="518"/>
                  <a:pt x="360" y="535"/>
                </a:cubicBezTo>
                <a:cubicBezTo>
                  <a:pt x="376" y="551"/>
                  <a:pt x="384" y="568"/>
                  <a:pt x="384" y="585"/>
                </a:cubicBezTo>
                <a:cubicBezTo>
                  <a:pt x="401" y="585"/>
                  <a:pt x="418" y="593"/>
                  <a:pt x="426" y="610"/>
                </a:cubicBezTo>
                <a:cubicBezTo>
                  <a:pt x="451" y="635"/>
                  <a:pt x="460" y="668"/>
                  <a:pt x="451" y="702"/>
                </a:cubicBezTo>
                <a:cubicBezTo>
                  <a:pt x="460" y="702"/>
                  <a:pt x="468" y="718"/>
                  <a:pt x="477" y="727"/>
                </a:cubicBezTo>
                <a:cubicBezTo>
                  <a:pt x="493" y="744"/>
                  <a:pt x="527" y="744"/>
                  <a:pt x="543" y="727"/>
                </a:cubicBezTo>
                <a:cubicBezTo>
                  <a:pt x="560" y="710"/>
                  <a:pt x="560" y="677"/>
                  <a:pt x="543" y="660"/>
                </a:cubicBezTo>
                <a:lnTo>
                  <a:pt x="535" y="660"/>
                </a:lnTo>
                <a:cubicBezTo>
                  <a:pt x="485" y="602"/>
                  <a:pt x="477" y="593"/>
                  <a:pt x="485" y="585"/>
                </a:cubicBezTo>
                <a:cubicBezTo>
                  <a:pt x="493" y="585"/>
                  <a:pt x="502" y="593"/>
                  <a:pt x="560" y="660"/>
                </a:cubicBezTo>
                <a:cubicBezTo>
                  <a:pt x="569" y="668"/>
                  <a:pt x="569" y="668"/>
                  <a:pt x="569" y="668"/>
                </a:cubicBezTo>
                <a:cubicBezTo>
                  <a:pt x="585" y="685"/>
                  <a:pt x="610" y="685"/>
                  <a:pt x="627" y="668"/>
                </a:cubicBezTo>
                <a:cubicBezTo>
                  <a:pt x="644" y="652"/>
                  <a:pt x="644" y="618"/>
                  <a:pt x="627" y="602"/>
                </a:cubicBezTo>
                <a:cubicBezTo>
                  <a:pt x="569" y="535"/>
                  <a:pt x="560" y="526"/>
                  <a:pt x="560" y="518"/>
                </a:cubicBezTo>
                <a:cubicBezTo>
                  <a:pt x="569" y="518"/>
                  <a:pt x="594" y="551"/>
                  <a:pt x="652" y="610"/>
                </a:cubicBezTo>
                <a:cubicBezTo>
                  <a:pt x="669" y="626"/>
                  <a:pt x="702" y="626"/>
                  <a:pt x="719" y="610"/>
                </a:cubicBezTo>
                <a:cubicBezTo>
                  <a:pt x="727" y="593"/>
                  <a:pt x="736" y="568"/>
                  <a:pt x="719" y="543"/>
                </a:cubicBezTo>
                <a:cubicBezTo>
                  <a:pt x="644" y="468"/>
                  <a:pt x="644" y="468"/>
                  <a:pt x="652" y="459"/>
                </a:cubicBezTo>
                <a:lnTo>
                  <a:pt x="727" y="526"/>
                </a:lnTo>
                <a:cubicBezTo>
                  <a:pt x="727" y="535"/>
                  <a:pt x="727" y="535"/>
                  <a:pt x="727" y="535"/>
                </a:cubicBezTo>
                <a:cubicBezTo>
                  <a:pt x="744" y="551"/>
                  <a:pt x="769" y="551"/>
                  <a:pt x="786" y="535"/>
                </a:cubicBezTo>
                <a:cubicBezTo>
                  <a:pt x="803" y="510"/>
                  <a:pt x="803" y="484"/>
                  <a:pt x="786" y="468"/>
                </a:cubicBezTo>
                <a:close/>
                <a:moveTo>
                  <a:pt x="786" y="468"/>
                </a:moveTo>
                <a:lnTo>
                  <a:pt x="786" y="46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  <a:extLst/>
        </p:spPr>
        <p:txBody>
          <a:bodyPr anchor="ctr"/>
          <a:lstStyle/>
          <a:p>
            <a:pPr algn="ctr"/>
            <a:endParaRPr sz="140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2" name="Group 71"/>
          <p:cNvGrpSpPr/>
          <p:nvPr/>
        </p:nvGrpSpPr>
        <p:grpSpPr>
          <a:xfrm>
            <a:off x="7225192" y="2059244"/>
            <a:ext cx="4854805" cy="745299"/>
            <a:chOff x="6658230" y="1603016"/>
            <a:chExt cx="4442325" cy="681976"/>
          </a:xfrm>
        </p:grpSpPr>
        <p:sp>
          <p:nvSpPr>
            <p:cNvPr id="63" name="TextBox 69"/>
            <p:cNvSpPr txBox="1"/>
            <p:nvPr/>
          </p:nvSpPr>
          <p:spPr>
            <a:xfrm>
              <a:off x="6658231" y="1603016"/>
              <a:ext cx="4442324" cy="333229"/>
            </a:xfrm>
            <a:prstGeom prst="rect">
              <a:avLst/>
            </a:prstGeom>
            <a:noFill/>
          </p:spPr>
          <p:txBody>
            <a:bodyPr wrap="none" lIns="144000" tIns="0" rIns="0" bIns="0" anchor="ctr" anchorCtr="0">
              <a:normAutofit/>
            </a:bodyPr>
            <a:lstStyle/>
            <a:p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64" name="TextBox 70"/>
            <p:cNvSpPr txBox="1">
              <a:spLocks/>
            </p:cNvSpPr>
            <p:nvPr/>
          </p:nvSpPr>
          <p:spPr>
            <a:xfrm>
              <a:off x="6658230" y="1936245"/>
              <a:ext cx="4442325" cy="348747"/>
            </a:xfrm>
            <a:prstGeom prst="rect">
              <a:avLst/>
            </a:prstGeom>
          </p:spPr>
          <p:txBody>
            <a:bodyPr vert="horz" wrap="square" lIns="144000" tIns="0" rIns="0" bIns="0" anchor="ctr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8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此部分内容作为文字排版占位显示 （建议使用主题字体）</a:t>
              </a:r>
            </a:p>
          </p:txBody>
        </p:sp>
      </p:grpSp>
      <p:grpSp>
        <p:nvGrpSpPr>
          <p:cNvPr id="65" name="Group 72"/>
          <p:cNvGrpSpPr/>
          <p:nvPr/>
        </p:nvGrpSpPr>
        <p:grpSpPr>
          <a:xfrm>
            <a:off x="7225192" y="3027811"/>
            <a:ext cx="4854805" cy="745299"/>
            <a:chOff x="6658230" y="1603016"/>
            <a:chExt cx="4442325" cy="681976"/>
          </a:xfrm>
        </p:grpSpPr>
        <p:sp>
          <p:nvSpPr>
            <p:cNvPr id="66" name="TextBox 73"/>
            <p:cNvSpPr txBox="1"/>
            <p:nvPr/>
          </p:nvSpPr>
          <p:spPr>
            <a:xfrm>
              <a:off x="6658231" y="1603016"/>
              <a:ext cx="4442324" cy="333229"/>
            </a:xfrm>
            <a:prstGeom prst="rect">
              <a:avLst/>
            </a:prstGeom>
            <a:noFill/>
          </p:spPr>
          <p:txBody>
            <a:bodyPr wrap="none" lIns="144000" tIns="0" rIns="0" bIns="0" anchor="ctr" anchorCtr="0">
              <a:normAutofit/>
            </a:bodyPr>
            <a:lstStyle/>
            <a:p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67" name="TextBox 74"/>
            <p:cNvSpPr txBox="1">
              <a:spLocks/>
            </p:cNvSpPr>
            <p:nvPr/>
          </p:nvSpPr>
          <p:spPr>
            <a:xfrm>
              <a:off x="6658230" y="1936245"/>
              <a:ext cx="4442325" cy="348747"/>
            </a:xfrm>
            <a:prstGeom prst="rect">
              <a:avLst/>
            </a:prstGeom>
          </p:spPr>
          <p:txBody>
            <a:bodyPr vert="horz" wrap="square" lIns="144000" tIns="0" rIns="0" bIns="0" anchor="ctr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8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此部分内容作为文字排版占位显示 （建议使用主题字体）</a:t>
              </a:r>
            </a:p>
          </p:txBody>
        </p:sp>
      </p:grpSp>
      <p:grpSp>
        <p:nvGrpSpPr>
          <p:cNvPr id="68" name="Group 75"/>
          <p:cNvGrpSpPr/>
          <p:nvPr/>
        </p:nvGrpSpPr>
        <p:grpSpPr>
          <a:xfrm>
            <a:off x="7225192" y="3963674"/>
            <a:ext cx="4854805" cy="745299"/>
            <a:chOff x="6658230" y="1603016"/>
            <a:chExt cx="4442325" cy="681976"/>
          </a:xfrm>
        </p:grpSpPr>
        <p:sp>
          <p:nvSpPr>
            <p:cNvPr id="69" name="TextBox 76"/>
            <p:cNvSpPr txBox="1"/>
            <p:nvPr/>
          </p:nvSpPr>
          <p:spPr>
            <a:xfrm>
              <a:off x="6658231" y="1603016"/>
              <a:ext cx="4442324" cy="333229"/>
            </a:xfrm>
            <a:prstGeom prst="rect">
              <a:avLst/>
            </a:prstGeom>
            <a:noFill/>
          </p:spPr>
          <p:txBody>
            <a:bodyPr wrap="none" lIns="144000" tIns="0" rIns="0" bIns="0" anchor="ctr" anchorCtr="0">
              <a:normAutofit/>
            </a:bodyPr>
            <a:lstStyle/>
            <a:p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70" name="TextBox 77"/>
            <p:cNvSpPr txBox="1">
              <a:spLocks/>
            </p:cNvSpPr>
            <p:nvPr/>
          </p:nvSpPr>
          <p:spPr>
            <a:xfrm>
              <a:off x="6658230" y="1936245"/>
              <a:ext cx="4442325" cy="348747"/>
            </a:xfrm>
            <a:prstGeom prst="rect">
              <a:avLst/>
            </a:prstGeom>
          </p:spPr>
          <p:txBody>
            <a:bodyPr vert="horz" wrap="square" lIns="144000" tIns="0" rIns="0" bIns="0" anchor="ctr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8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此部分内容作为文字排版占位显示 （建议使用主题字体）</a:t>
              </a:r>
            </a:p>
          </p:txBody>
        </p:sp>
      </p:grpSp>
      <p:grpSp>
        <p:nvGrpSpPr>
          <p:cNvPr id="71" name="Group 78"/>
          <p:cNvGrpSpPr/>
          <p:nvPr/>
        </p:nvGrpSpPr>
        <p:grpSpPr>
          <a:xfrm>
            <a:off x="7225192" y="4953948"/>
            <a:ext cx="4854806" cy="745299"/>
            <a:chOff x="6658229" y="1603016"/>
            <a:chExt cx="4442326" cy="681976"/>
          </a:xfrm>
        </p:grpSpPr>
        <p:sp>
          <p:nvSpPr>
            <p:cNvPr id="72" name="TextBox 79"/>
            <p:cNvSpPr txBox="1"/>
            <p:nvPr/>
          </p:nvSpPr>
          <p:spPr>
            <a:xfrm>
              <a:off x="6658231" y="1603016"/>
              <a:ext cx="4442324" cy="333229"/>
            </a:xfrm>
            <a:prstGeom prst="rect">
              <a:avLst/>
            </a:prstGeom>
            <a:noFill/>
          </p:spPr>
          <p:txBody>
            <a:bodyPr wrap="none" lIns="144000" tIns="0" rIns="0" bIns="0" anchor="ctr" anchorCtr="0">
              <a:normAutofit/>
            </a:bodyPr>
            <a:lstStyle/>
            <a:p>
              <a:r>
                <a:rPr lang="zh-CN" altLang="en-US" sz="1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标题文本预设</a:t>
              </a:r>
            </a:p>
          </p:txBody>
        </p:sp>
        <p:sp>
          <p:nvSpPr>
            <p:cNvPr id="73" name="TextBox 80"/>
            <p:cNvSpPr txBox="1">
              <a:spLocks/>
            </p:cNvSpPr>
            <p:nvPr/>
          </p:nvSpPr>
          <p:spPr>
            <a:xfrm>
              <a:off x="6658229" y="1936245"/>
              <a:ext cx="4442325" cy="348747"/>
            </a:xfrm>
            <a:prstGeom prst="rect">
              <a:avLst/>
            </a:prstGeom>
          </p:spPr>
          <p:txBody>
            <a:bodyPr vert="horz" wrap="square" lIns="144000" tIns="0" rIns="0" bIns="0" anchor="ctr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8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此部分内容作为文字排版占位显示 （建议使用主题字体）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969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0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8" grpId="0" animBg="1"/>
      <p:bldP spid="59" grpId="0" animBg="1"/>
      <p:bldP spid="60" grpId="0" animBg="1"/>
      <p:bldP spid="6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9612" y="65890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单击这里输入大标题</a:t>
            </a:r>
          </a:p>
        </p:txBody>
      </p:sp>
      <p:grpSp>
        <p:nvGrpSpPr>
          <p:cNvPr id="74" name="22e26f2d-35b2-4758-87e4-99e3bc08fc93">
            <a:extLst>
              <a:ext uri="{FF2B5EF4-FFF2-40B4-BE49-F238E27FC236}">
                <a16:creationId xmlns:a16="http://schemas.microsoft.com/office/drawing/2014/main" id="{34EDD4F0-D24D-47C5-A6A6-B4611C66475C}"/>
              </a:ext>
            </a:extLst>
          </p:cNvPr>
          <p:cNvGrpSpPr>
            <a:grpSpLocks noChangeAspect="1"/>
          </p:cNvGrpSpPr>
          <p:nvPr/>
        </p:nvGrpSpPr>
        <p:grpSpPr>
          <a:xfrm>
            <a:off x="744166" y="1952688"/>
            <a:ext cx="10507211" cy="4133018"/>
            <a:chOff x="818274" y="1791323"/>
            <a:chExt cx="10507211" cy="4133018"/>
          </a:xfrm>
        </p:grpSpPr>
        <p:sp>
          <p:nvSpPr>
            <p:cNvPr id="75" name="箭头: 圆角右 1">
              <a:extLst>
                <a:ext uri="{FF2B5EF4-FFF2-40B4-BE49-F238E27FC236}">
                  <a16:creationId xmlns:a16="http://schemas.microsoft.com/office/drawing/2014/main" id="{9F14554E-1A4F-4FCA-8CF8-A2CF8C5BCE36}"/>
                </a:ext>
              </a:extLst>
            </p:cNvPr>
            <p:cNvSpPr/>
            <p:nvPr/>
          </p:nvSpPr>
          <p:spPr>
            <a:xfrm>
              <a:off x="8896593" y="2582635"/>
              <a:ext cx="2428892" cy="1550916"/>
            </a:xfrm>
            <a:prstGeom prst="bent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6" name="箭头: 圆角右 2">
              <a:extLst>
                <a:ext uri="{FF2B5EF4-FFF2-40B4-BE49-F238E27FC236}">
                  <a16:creationId xmlns:a16="http://schemas.microsoft.com/office/drawing/2014/main" id="{1D3AAECA-2AEC-458F-9BF5-8C6B90328968}"/>
                </a:ext>
              </a:extLst>
            </p:cNvPr>
            <p:cNvSpPr/>
            <p:nvPr/>
          </p:nvSpPr>
          <p:spPr>
            <a:xfrm>
              <a:off x="1071532" y="4133551"/>
              <a:ext cx="2428892" cy="1550916"/>
            </a:xfrm>
            <a:prstGeom prst="ben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7" name="箭头: 圆角右 3">
              <a:extLst>
                <a:ext uri="{FF2B5EF4-FFF2-40B4-BE49-F238E27FC236}">
                  <a16:creationId xmlns:a16="http://schemas.microsoft.com/office/drawing/2014/main" id="{4799671D-B5D2-4EC6-A775-F8D04A69543C}"/>
                </a:ext>
              </a:extLst>
            </p:cNvPr>
            <p:cNvSpPr/>
            <p:nvPr/>
          </p:nvSpPr>
          <p:spPr>
            <a:xfrm>
              <a:off x="6331404" y="3185768"/>
              <a:ext cx="2428892" cy="1550916"/>
            </a:xfrm>
            <a:prstGeom prst="ben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箭头: 圆角右 4">
              <a:extLst>
                <a:ext uri="{FF2B5EF4-FFF2-40B4-BE49-F238E27FC236}">
                  <a16:creationId xmlns:a16="http://schemas.microsoft.com/office/drawing/2014/main" id="{43FF896F-D765-4A32-8E3E-6FF30AF6D1EE}"/>
                </a:ext>
              </a:extLst>
            </p:cNvPr>
            <p:cNvSpPr/>
            <p:nvPr/>
          </p:nvSpPr>
          <p:spPr>
            <a:xfrm>
              <a:off x="3693062" y="3616579"/>
              <a:ext cx="2428892" cy="1550916"/>
            </a:xfrm>
            <a:prstGeom prst="ben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79" name="组合 8">
              <a:extLst>
                <a:ext uri="{FF2B5EF4-FFF2-40B4-BE49-F238E27FC236}">
                  <a16:creationId xmlns:a16="http://schemas.microsoft.com/office/drawing/2014/main" id="{B4795C91-D055-4CEF-AD33-7950CBAEE3E0}"/>
                </a:ext>
              </a:extLst>
            </p:cNvPr>
            <p:cNvGrpSpPr/>
            <p:nvPr/>
          </p:nvGrpSpPr>
          <p:grpSpPr>
            <a:xfrm>
              <a:off x="1498339" y="4927621"/>
              <a:ext cx="1575278" cy="996720"/>
              <a:chOff x="1531670" y="2415703"/>
              <a:chExt cx="1575278" cy="996720"/>
            </a:xfrm>
          </p:grpSpPr>
          <p:sp>
            <p:nvSpPr>
              <p:cNvPr id="101" name="任意多边形: 形状 6">
                <a:extLst>
                  <a:ext uri="{FF2B5EF4-FFF2-40B4-BE49-F238E27FC236}">
                    <a16:creationId xmlns:a16="http://schemas.microsoft.com/office/drawing/2014/main" id="{6A7C55AF-04DB-4433-86A3-6D53754F1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6389" y="2415703"/>
                <a:ext cx="405841" cy="387047"/>
              </a:xfrm>
              <a:custGeom>
                <a:avLst/>
                <a:gdLst>
                  <a:gd name="connsiteX0" fmla="*/ 315778 w 607639"/>
                  <a:gd name="connsiteY0" fmla="*/ 173080 h 579502"/>
                  <a:gd name="connsiteX1" fmla="*/ 315778 w 607639"/>
                  <a:gd name="connsiteY1" fmla="*/ 266058 h 579502"/>
                  <a:gd name="connsiteX2" fmla="*/ 303493 w 607639"/>
                  <a:gd name="connsiteY2" fmla="*/ 278325 h 579502"/>
                  <a:gd name="connsiteX3" fmla="*/ 210375 w 607639"/>
                  <a:gd name="connsiteY3" fmla="*/ 278325 h 579502"/>
                  <a:gd name="connsiteX4" fmla="*/ 303493 w 607639"/>
                  <a:gd name="connsiteY4" fmla="*/ 359925 h 579502"/>
                  <a:gd name="connsiteX5" fmla="*/ 397500 w 607639"/>
                  <a:gd name="connsiteY5" fmla="*/ 266058 h 579502"/>
                  <a:gd name="connsiteX6" fmla="*/ 315778 w 607639"/>
                  <a:gd name="connsiteY6" fmla="*/ 173080 h 579502"/>
                  <a:gd name="connsiteX7" fmla="*/ 249814 w 607639"/>
                  <a:gd name="connsiteY7" fmla="*/ 160816 h 579502"/>
                  <a:gd name="connsiteX8" fmla="*/ 198110 w 607639"/>
                  <a:gd name="connsiteY8" fmla="*/ 212449 h 579502"/>
                  <a:gd name="connsiteX9" fmla="*/ 249814 w 607639"/>
                  <a:gd name="connsiteY9" fmla="*/ 212449 h 579502"/>
                  <a:gd name="connsiteX10" fmla="*/ 303493 w 607639"/>
                  <a:gd name="connsiteY10" fmla="*/ 147835 h 579502"/>
                  <a:gd name="connsiteX11" fmla="*/ 421981 w 607639"/>
                  <a:gd name="connsiteY11" fmla="*/ 266058 h 579502"/>
                  <a:gd name="connsiteX12" fmla="*/ 303493 w 607639"/>
                  <a:gd name="connsiteY12" fmla="*/ 384370 h 579502"/>
                  <a:gd name="connsiteX13" fmla="*/ 185093 w 607639"/>
                  <a:gd name="connsiteY13" fmla="*/ 266058 h 579502"/>
                  <a:gd name="connsiteX14" fmla="*/ 197289 w 607639"/>
                  <a:gd name="connsiteY14" fmla="*/ 253880 h 579502"/>
                  <a:gd name="connsiteX15" fmla="*/ 291297 w 607639"/>
                  <a:gd name="connsiteY15" fmla="*/ 253880 h 579502"/>
                  <a:gd name="connsiteX16" fmla="*/ 291297 w 607639"/>
                  <a:gd name="connsiteY16" fmla="*/ 160013 h 579502"/>
                  <a:gd name="connsiteX17" fmla="*/ 303493 w 607639"/>
                  <a:gd name="connsiteY17" fmla="*/ 147835 h 579502"/>
                  <a:gd name="connsiteX18" fmla="*/ 262095 w 607639"/>
                  <a:gd name="connsiteY18" fmla="*/ 135133 h 579502"/>
                  <a:gd name="connsiteX19" fmla="*/ 274287 w 607639"/>
                  <a:gd name="connsiteY19" fmla="*/ 147397 h 579502"/>
                  <a:gd name="connsiteX20" fmla="*/ 274287 w 607639"/>
                  <a:gd name="connsiteY20" fmla="*/ 224713 h 579502"/>
                  <a:gd name="connsiteX21" fmla="*/ 262095 w 607639"/>
                  <a:gd name="connsiteY21" fmla="*/ 236888 h 579502"/>
                  <a:gd name="connsiteX22" fmla="*/ 184672 w 607639"/>
                  <a:gd name="connsiteY22" fmla="*/ 236888 h 579502"/>
                  <a:gd name="connsiteX23" fmla="*/ 172391 w 607639"/>
                  <a:gd name="connsiteY23" fmla="*/ 224713 h 579502"/>
                  <a:gd name="connsiteX24" fmla="*/ 262095 w 607639"/>
                  <a:gd name="connsiteY24" fmla="*/ 135133 h 579502"/>
                  <a:gd name="connsiteX25" fmla="*/ 58120 w 607639"/>
                  <a:gd name="connsiteY25" fmla="*/ 108514 h 579502"/>
                  <a:gd name="connsiteX26" fmla="*/ 58120 w 607639"/>
                  <a:gd name="connsiteY26" fmla="*/ 413970 h 579502"/>
                  <a:gd name="connsiteX27" fmla="*/ 549430 w 607639"/>
                  <a:gd name="connsiteY27" fmla="*/ 413970 h 579502"/>
                  <a:gd name="connsiteX28" fmla="*/ 549430 w 607639"/>
                  <a:gd name="connsiteY28" fmla="*/ 108514 h 579502"/>
                  <a:gd name="connsiteX29" fmla="*/ 27236 w 607639"/>
                  <a:gd name="connsiteY29" fmla="*/ 56079 h 579502"/>
                  <a:gd name="connsiteX30" fmla="*/ 27236 w 607639"/>
                  <a:gd name="connsiteY30" fmla="*/ 81319 h 579502"/>
                  <a:gd name="connsiteX31" fmla="*/ 580403 w 607639"/>
                  <a:gd name="connsiteY31" fmla="*/ 81319 h 579502"/>
                  <a:gd name="connsiteX32" fmla="*/ 580403 w 607639"/>
                  <a:gd name="connsiteY32" fmla="*/ 56079 h 579502"/>
                  <a:gd name="connsiteX33" fmla="*/ 303775 w 607639"/>
                  <a:gd name="connsiteY33" fmla="*/ 0 h 579502"/>
                  <a:gd name="connsiteX34" fmla="*/ 317393 w 607639"/>
                  <a:gd name="connsiteY34" fmla="*/ 13597 h 579502"/>
                  <a:gd name="connsiteX35" fmla="*/ 317393 w 607639"/>
                  <a:gd name="connsiteY35" fmla="*/ 28884 h 579502"/>
                  <a:gd name="connsiteX36" fmla="*/ 580403 w 607639"/>
                  <a:gd name="connsiteY36" fmla="*/ 28884 h 579502"/>
                  <a:gd name="connsiteX37" fmla="*/ 607639 w 607639"/>
                  <a:gd name="connsiteY37" fmla="*/ 56079 h 579502"/>
                  <a:gd name="connsiteX38" fmla="*/ 607639 w 607639"/>
                  <a:gd name="connsiteY38" fmla="*/ 81319 h 579502"/>
                  <a:gd name="connsiteX39" fmla="*/ 580403 w 607639"/>
                  <a:gd name="connsiteY39" fmla="*/ 108514 h 579502"/>
                  <a:gd name="connsiteX40" fmla="*/ 576665 w 607639"/>
                  <a:gd name="connsiteY40" fmla="*/ 108514 h 579502"/>
                  <a:gd name="connsiteX41" fmla="*/ 576665 w 607639"/>
                  <a:gd name="connsiteY41" fmla="*/ 413970 h 579502"/>
                  <a:gd name="connsiteX42" fmla="*/ 549430 w 607639"/>
                  <a:gd name="connsiteY42" fmla="*/ 441165 h 579502"/>
                  <a:gd name="connsiteX43" fmla="*/ 317393 w 607639"/>
                  <a:gd name="connsiteY43" fmla="*/ 441165 h 579502"/>
                  <a:gd name="connsiteX44" fmla="*/ 317393 w 607639"/>
                  <a:gd name="connsiteY44" fmla="*/ 481069 h 579502"/>
                  <a:gd name="connsiteX45" fmla="*/ 418236 w 607639"/>
                  <a:gd name="connsiteY45" fmla="*/ 554923 h 579502"/>
                  <a:gd name="connsiteX46" fmla="*/ 421173 w 607639"/>
                  <a:gd name="connsiteY46" fmla="*/ 573942 h 579502"/>
                  <a:gd name="connsiteX47" fmla="*/ 410225 w 607639"/>
                  <a:gd name="connsiteY47" fmla="*/ 579452 h 579502"/>
                  <a:gd name="connsiteX48" fmla="*/ 402215 w 607639"/>
                  <a:gd name="connsiteY48" fmla="*/ 576874 h 579502"/>
                  <a:gd name="connsiteX49" fmla="*/ 317393 w 607639"/>
                  <a:gd name="connsiteY49" fmla="*/ 514752 h 579502"/>
                  <a:gd name="connsiteX50" fmla="*/ 317393 w 607639"/>
                  <a:gd name="connsiteY50" fmla="*/ 565854 h 579502"/>
                  <a:gd name="connsiteX51" fmla="*/ 303775 w 607639"/>
                  <a:gd name="connsiteY51" fmla="*/ 579452 h 579502"/>
                  <a:gd name="connsiteX52" fmla="*/ 290157 w 607639"/>
                  <a:gd name="connsiteY52" fmla="*/ 565854 h 579502"/>
                  <a:gd name="connsiteX53" fmla="*/ 290157 w 607639"/>
                  <a:gd name="connsiteY53" fmla="*/ 514752 h 579502"/>
                  <a:gd name="connsiteX54" fmla="*/ 205424 w 607639"/>
                  <a:gd name="connsiteY54" fmla="*/ 576874 h 579502"/>
                  <a:gd name="connsiteX55" fmla="*/ 186377 w 607639"/>
                  <a:gd name="connsiteY55" fmla="*/ 573942 h 579502"/>
                  <a:gd name="connsiteX56" fmla="*/ 189314 w 607639"/>
                  <a:gd name="connsiteY56" fmla="*/ 554923 h 579502"/>
                  <a:gd name="connsiteX57" fmla="*/ 290157 w 607639"/>
                  <a:gd name="connsiteY57" fmla="*/ 481069 h 579502"/>
                  <a:gd name="connsiteX58" fmla="*/ 290157 w 607639"/>
                  <a:gd name="connsiteY58" fmla="*/ 441165 h 579502"/>
                  <a:gd name="connsiteX59" fmla="*/ 58120 w 607639"/>
                  <a:gd name="connsiteY59" fmla="*/ 441165 h 579502"/>
                  <a:gd name="connsiteX60" fmla="*/ 30885 w 607639"/>
                  <a:gd name="connsiteY60" fmla="*/ 413970 h 579502"/>
                  <a:gd name="connsiteX61" fmla="*/ 30885 w 607639"/>
                  <a:gd name="connsiteY61" fmla="*/ 108514 h 579502"/>
                  <a:gd name="connsiteX62" fmla="*/ 27236 w 607639"/>
                  <a:gd name="connsiteY62" fmla="*/ 108514 h 579502"/>
                  <a:gd name="connsiteX63" fmla="*/ 0 w 607639"/>
                  <a:gd name="connsiteY63" fmla="*/ 81319 h 579502"/>
                  <a:gd name="connsiteX64" fmla="*/ 0 w 607639"/>
                  <a:gd name="connsiteY64" fmla="*/ 56079 h 579502"/>
                  <a:gd name="connsiteX65" fmla="*/ 27236 w 607639"/>
                  <a:gd name="connsiteY65" fmla="*/ 28884 h 579502"/>
                  <a:gd name="connsiteX66" fmla="*/ 290157 w 607639"/>
                  <a:gd name="connsiteY66" fmla="*/ 28884 h 579502"/>
                  <a:gd name="connsiteX67" fmla="*/ 290157 w 607639"/>
                  <a:gd name="connsiteY67" fmla="*/ 13597 h 579502"/>
                  <a:gd name="connsiteX68" fmla="*/ 303775 w 607639"/>
                  <a:gd name="connsiteY68" fmla="*/ 0 h 579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607639" h="579502">
                    <a:moveTo>
                      <a:pt x="315778" y="173080"/>
                    </a:moveTo>
                    <a:lnTo>
                      <a:pt x="315778" y="266058"/>
                    </a:lnTo>
                    <a:cubicBezTo>
                      <a:pt x="315778" y="272814"/>
                      <a:pt x="310258" y="278325"/>
                      <a:pt x="303493" y="278325"/>
                    </a:cubicBezTo>
                    <a:lnTo>
                      <a:pt x="210375" y="278325"/>
                    </a:lnTo>
                    <a:cubicBezTo>
                      <a:pt x="216429" y="324281"/>
                      <a:pt x="255866" y="359925"/>
                      <a:pt x="303493" y="359925"/>
                    </a:cubicBezTo>
                    <a:cubicBezTo>
                      <a:pt x="355303" y="359925"/>
                      <a:pt x="397500" y="317792"/>
                      <a:pt x="397500" y="266058"/>
                    </a:cubicBezTo>
                    <a:cubicBezTo>
                      <a:pt x="397500" y="218502"/>
                      <a:pt x="361802" y="179124"/>
                      <a:pt x="315778" y="173080"/>
                    </a:cubicBezTo>
                    <a:close/>
                    <a:moveTo>
                      <a:pt x="249814" y="160816"/>
                    </a:moveTo>
                    <a:cubicBezTo>
                      <a:pt x="223740" y="165793"/>
                      <a:pt x="203093" y="186410"/>
                      <a:pt x="198110" y="212449"/>
                    </a:cubicBezTo>
                    <a:lnTo>
                      <a:pt x="249814" y="212449"/>
                    </a:lnTo>
                    <a:close/>
                    <a:moveTo>
                      <a:pt x="303493" y="147835"/>
                    </a:moveTo>
                    <a:cubicBezTo>
                      <a:pt x="368835" y="147835"/>
                      <a:pt x="421981" y="200902"/>
                      <a:pt x="421981" y="266058"/>
                    </a:cubicBezTo>
                    <a:cubicBezTo>
                      <a:pt x="421981" y="331303"/>
                      <a:pt x="368835" y="384370"/>
                      <a:pt x="303493" y="384370"/>
                    </a:cubicBezTo>
                    <a:cubicBezTo>
                      <a:pt x="238239" y="384370"/>
                      <a:pt x="185093" y="331303"/>
                      <a:pt x="185093" y="266058"/>
                    </a:cubicBezTo>
                    <a:cubicBezTo>
                      <a:pt x="185093" y="259303"/>
                      <a:pt x="190523" y="253880"/>
                      <a:pt x="197289" y="253880"/>
                    </a:cubicBezTo>
                    <a:lnTo>
                      <a:pt x="291297" y="253880"/>
                    </a:lnTo>
                    <a:lnTo>
                      <a:pt x="291297" y="160013"/>
                    </a:lnTo>
                    <a:cubicBezTo>
                      <a:pt x="291297" y="153257"/>
                      <a:pt x="296727" y="147835"/>
                      <a:pt x="303493" y="147835"/>
                    </a:cubicBezTo>
                    <a:close/>
                    <a:moveTo>
                      <a:pt x="262095" y="135133"/>
                    </a:moveTo>
                    <a:cubicBezTo>
                      <a:pt x="268859" y="135133"/>
                      <a:pt x="274287" y="140643"/>
                      <a:pt x="274287" y="147397"/>
                    </a:cubicBezTo>
                    <a:lnTo>
                      <a:pt x="274287" y="224713"/>
                    </a:lnTo>
                    <a:cubicBezTo>
                      <a:pt x="274287" y="231467"/>
                      <a:pt x="268859" y="236888"/>
                      <a:pt x="262095" y="236888"/>
                    </a:cubicBezTo>
                    <a:lnTo>
                      <a:pt x="184672" y="236888"/>
                    </a:lnTo>
                    <a:cubicBezTo>
                      <a:pt x="177909" y="236888"/>
                      <a:pt x="172391" y="231467"/>
                      <a:pt x="172391" y="224713"/>
                    </a:cubicBezTo>
                    <a:cubicBezTo>
                      <a:pt x="172391" y="175302"/>
                      <a:pt x="212616" y="135133"/>
                      <a:pt x="262095" y="135133"/>
                    </a:cubicBezTo>
                    <a:close/>
                    <a:moveTo>
                      <a:pt x="58120" y="108514"/>
                    </a:moveTo>
                    <a:lnTo>
                      <a:pt x="58120" y="413970"/>
                    </a:lnTo>
                    <a:lnTo>
                      <a:pt x="549430" y="413970"/>
                    </a:lnTo>
                    <a:lnTo>
                      <a:pt x="549430" y="108514"/>
                    </a:lnTo>
                    <a:close/>
                    <a:moveTo>
                      <a:pt x="27236" y="56079"/>
                    </a:moveTo>
                    <a:lnTo>
                      <a:pt x="27236" y="81319"/>
                    </a:lnTo>
                    <a:lnTo>
                      <a:pt x="580403" y="81319"/>
                    </a:lnTo>
                    <a:lnTo>
                      <a:pt x="580403" y="56079"/>
                    </a:lnTo>
                    <a:close/>
                    <a:moveTo>
                      <a:pt x="303775" y="0"/>
                    </a:moveTo>
                    <a:cubicBezTo>
                      <a:pt x="311341" y="0"/>
                      <a:pt x="317393" y="6132"/>
                      <a:pt x="317393" y="13597"/>
                    </a:cubicBezTo>
                    <a:lnTo>
                      <a:pt x="317393" y="28884"/>
                    </a:lnTo>
                    <a:lnTo>
                      <a:pt x="580403" y="28884"/>
                    </a:lnTo>
                    <a:cubicBezTo>
                      <a:pt x="595356" y="28884"/>
                      <a:pt x="607639" y="41148"/>
                      <a:pt x="607639" y="56079"/>
                    </a:cubicBezTo>
                    <a:lnTo>
                      <a:pt x="607639" y="81319"/>
                    </a:lnTo>
                    <a:cubicBezTo>
                      <a:pt x="607639" y="96338"/>
                      <a:pt x="595356" y="108514"/>
                      <a:pt x="580403" y="108514"/>
                    </a:cubicBezTo>
                    <a:lnTo>
                      <a:pt x="576665" y="108514"/>
                    </a:lnTo>
                    <a:lnTo>
                      <a:pt x="576665" y="413970"/>
                    </a:lnTo>
                    <a:cubicBezTo>
                      <a:pt x="576665" y="428990"/>
                      <a:pt x="564472" y="441165"/>
                      <a:pt x="549430" y="441165"/>
                    </a:cubicBezTo>
                    <a:lnTo>
                      <a:pt x="317393" y="441165"/>
                    </a:lnTo>
                    <a:lnTo>
                      <a:pt x="317393" y="481069"/>
                    </a:lnTo>
                    <a:lnTo>
                      <a:pt x="418236" y="554923"/>
                    </a:lnTo>
                    <a:cubicBezTo>
                      <a:pt x="424377" y="559366"/>
                      <a:pt x="425623" y="567898"/>
                      <a:pt x="421173" y="573942"/>
                    </a:cubicBezTo>
                    <a:cubicBezTo>
                      <a:pt x="418503" y="577585"/>
                      <a:pt x="414409" y="579452"/>
                      <a:pt x="410225" y="579452"/>
                    </a:cubicBezTo>
                    <a:cubicBezTo>
                      <a:pt x="407466" y="579452"/>
                      <a:pt x="404618" y="578652"/>
                      <a:pt x="402215" y="576874"/>
                    </a:cubicBezTo>
                    <a:lnTo>
                      <a:pt x="317393" y="514752"/>
                    </a:lnTo>
                    <a:lnTo>
                      <a:pt x="317393" y="565854"/>
                    </a:lnTo>
                    <a:cubicBezTo>
                      <a:pt x="317393" y="573408"/>
                      <a:pt x="311341" y="579452"/>
                      <a:pt x="303775" y="579452"/>
                    </a:cubicBezTo>
                    <a:cubicBezTo>
                      <a:pt x="296299" y="579452"/>
                      <a:pt x="290157" y="573408"/>
                      <a:pt x="290157" y="565854"/>
                    </a:cubicBezTo>
                    <a:lnTo>
                      <a:pt x="290157" y="514752"/>
                    </a:lnTo>
                    <a:lnTo>
                      <a:pt x="205424" y="576874"/>
                    </a:lnTo>
                    <a:cubicBezTo>
                      <a:pt x="199372" y="581318"/>
                      <a:pt x="190827" y="579985"/>
                      <a:pt x="186377" y="573942"/>
                    </a:cubicBezTo>
                    <a:cubicBezTo>
                      <a:pt x="181927" y="567898"/>
                      <a:pt x="183262" y="559366"/>
                      <a:pt x="189314" y="554923"/>
                    </a:cubicBezTo>
                    <a:lnTo>
                      <a:pt x="290157" y="481069"/>
                    </a:lnTo>
                    <a:lnTo>
                      <a:pt x="290157" y="441165"/>
                    </a:lnTo>
                    <a:lnTo>
                      <a:pt x="58120" y="441165"/>
                    </a:lnTo>
                    <a:cubicBezTo>
                      <a:pt x="43167" y="441165"/>
                      <a:pt x="30885" y="428990"/>
                      <a:pt x="30885" y="413970"/>
                    </a:cubicBezTo>
                    <a:lnTo>
                      <a:pt x="30885" y="108514"/>
                    </a:lnTo>
                    <a:lnTo>
                      <a:pt x="27236" y="108514"/>
                    </a:lnTo>
                    <a:cubicBezTo>
                      <a:pt x="12194" y="108514"/>
                      <a:pt x="0" y="96338"/>
                      <a:pt x="0" y="81319"/>
                    </a:cubicBezTo>
                    <a:lnTo>
                      <a:pt x="0" y="56079"/>
                    </a:lnTo>
                    <a:cubicBezTo>
                      <a:pt x="0" y="41148"/>
                      <a:pt x="12194" y="28884"/>
                      <a:pt x="27236" y="28884"/>
                    </a:cubicBezTo>
                    <a:lnTo>
                      <a:pt x="290157" y="28884"/>
                    </a:lnTo>
                    <a:lnTo>
                      <a:pt x="290157" y="13597"/>
                    </a:lnTo>
                    <a:cubicBezTo>
                      <a:pt x="290157" y="6132"/>
                      <a:pt x="296299" y="0"/>
                      <a:pt x="303775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algn="ctr"/>
                <a:endParaRPr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2" name="文本框 7">
                <a:extLst>
                  <a:ext uri="{FF2B5EF4-FFF2-40B4-BE49-F238E27FC236}">
                    <a16:creationId xmlns:a16="http://schemas.microsoft.com/office/drawing/2014/main" id="{40036414-5C5D-4EB6-A3E2-B6ABCF47BDA9}"/>
                  </a:ext>
                </a:extLst>
              </p:cNvPr>
              <p:cNvSpPr txBox="1"/>
              <p:nvPr/>
            </p:nvSpPr>
            <p:spPr>
              <a:xfrm>
                <a:off x="1531670" y="2664272"/>
                <a:ext cx="1575278" cy="74815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rmAutofit/>
              </a:bodyPr>
              <a:lstStyle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关键词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80" name="组合 9">
              <a:extLst>
                <a:ext uri="{FF2B5EF4-FFF2-40B4-BE49-F238E27FC236}">
                  <a16:creationId xmlns:a16="http://schemas.microsoft.com/office/drawing/2014/main" id="{30C43497-051E-4FAA-935C-4B1BCC2C5D30}"/>
                </a:ext>
              </a:extLst>
            </p:cNvPr>
            <p:cNvGrpSpPr/>
            <p:nvPr/>
          </p:nvGrpSpPr>
          <p:grpSpPr>
            <a:xfrm>
              <a:off x="4119869" y="4420147"/>
              <a:ext cx="1575278" cy="1005834"/>
              <a:chOff x="4229828" y="2406589"/>
              <a:chExt cx="1575278" cy="1005834"/>
            </a:xfrm>
          </p:grpSpPr>
          <p:sp>
            <p:nvSpPr>
              <p:cNvPr id="99" name="任意多边形: 形状 9">
                <a:extLst>
                  <a:ext uri="{FF2B5EF4-FFF2-40B4-BE49-F238E27FC236}">
                    <a16:creationId xmlns:a16="http://schemas.microsoft.com/office/drawing/2014/main" id="{0E6196C3-B6C7-481E-9A73-A183906060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4547" y="2406589"/>
                <a:ext cx="405841" cy="405275"/>
              </a:xfrm>
              <a:custGeom>
                <a:avLst/>
                <a:gdLst>
                  <a:gd name="connsiteX0" fmla="*/ 126452 w 606933"/>
                  <a:gd name="connsiteY0" fmla="*/ 239923 h 606087"/>
                  <a:gd name="connsiteX1" fmla="*/ 191364 w 606933"/>
                  <a:gd name="connsiteY1" fmla="*/ 239923 h 606087"/>
                  <a:gd name="connsiteX2" fmla="*/ 289791 w 606933"/>
                  <a:gd name="connsiteY2" fmla="*/ 336874 h 606087"/>
                  <a:gd name="connsiteX3" fmla="*/ 303467 w 606933"/>
                  <a:gd name="connsiteY3" fmla="*/ 345627 h 606087"/>
                  <a:gd name="connsiteX4" fmla="*/ 317142 w 606933"/>
                  <a:gd name="connsiteY4" fmla="*/ 336874 h 606087"/>
                  <a:gd name="connsiteX5" fmla="*/ 415569 w 606933"/>
                  <a:gd name="connsiteY5" fmla="*/ 239923 h 606087"/>
                  <a:gd name="connsiteX6" fmla="*/ 480481 w 606933"/>
                  <a:gd name="connsiteY6" fmla="*/ 239923 h 606087"/>
                  <a:gd name="connsiteX7" fmla="*/ 480481 w 606933"/>
                  <a:gd name="connsiteY7" fmla="*/ 404009 h 606087"/>
                  <a:gd name="connsiteX8" fmla="*/ 316083 w 606933"/>
                  <a:gd name="connsiteY8" fmla="*/ 404009 h 606087"/>
                  <a:gd name="connsiteX9" fmla="*/ 316083 w 606933"/>
                  <a:gd name="connsiteY9" fmla="*/ 441905 h 606087"/>
                  <a:gd name="connsiteX10" fmla="*/ 568988 w 606933"/>
                  <a:gd name="connsiteY10" fmla="*/ 441905 h 606087"/>
                  <a:gd name="connsiteX11" fmla="*/ 568988 w 606933"/>
                  <a:gd name="connsiteY11" fmla="*/ 505096 h 606087"/>
                  <a:gd name="connsiteX12" fmla="*/ 606933 w 606933"/>
                  <a:gd name="connsiteY12" fmla="*/ 505096 h 606087"/>
                  <a:gd name="connsiteX13" fmla="*/ 606933 w 606933"/>
                  <a:gd name="connsiteY13" fmla="*/ 606087 h 606087"/>
                  <a:gd name="connsiteX14" fmla="*/ 505714 w 606933"/>
                  <a:gd name="connsiteY14" fmla="*/ 606087 h 606087"/>
                  <a:gd name="connsiteX15" fmla="*/ 505714 w 606933"/>
                  <a:gd name="connsiteY15" fmla="*/ 505096 h 606087"/>
                  <a:gd name="connsiteX16" fmla="*/ 543659 w 606933"/>
                  <a:gd name="connsiteY16" fmla="*/ 505096 h 606087"/>
                  <a:gd name="connsiteX17" fmla="*/ 543659 w 606933"/>
                  <a:gd name="connsiteY17" fmla="*/ 467105 h 606087"/>
                  <a:gd name="connsiteX18" fmla="*/ 316083 w 606933"/>
                  <a:gd name="connsiteY18" fmla="*/ 467105 h 606087"/>
                  <a:gd name="connsiteX19" fmla="*/ 316083 w 606933"/>
                  <a:gd name="connsiteY19" fmla="*/ 505096 h 606087"/>
                  <a:gd name="connsiteX20" fmla="*/ 354028 w 606933"/>
                  <a:gd name="connsiteY20" fmla="*/ 505096 h 606087"/>
                  <a:gd name="connsiteX21" fmla="*/ 354028 w 606933"/>
                  <a:gd name="connsiteY21" fmla="*/ 606087 h 606087"/>
                  <a:gd name="connsiteX22" fmla="*/ 252905 w 606933"/>
                  <a:gd name="connsiteY22" fmla="*/ 606087 h 606087"/>
                  <a:gd name="connsiteX23" fmla="*/ 252905 w 606933"/>
                  <a:gd name="connsiteY23" fmla="*/ 505096 h 606087"/>
                  <a:gd name="connsiteX24" fmla="*/ 290850 w 606933"/>
                  <a:gd name="connsiteY24" fmla="*/ 505096 h 606087"/>
                  <a:gd name="connsiteX25" fmla="*/ 290850 w 606933"/>
                  <a:gd name="connsiteY25" fmla="*/ 467105 h 606087"/>
                  <a:gd name="connsiteX26" fmla="*/ 63274 w 606933"/>
                  <a:gd name="connsiteY26" fmla="*/ 467105 h 606087"/>
                  <a:gd name="connsiteX27" fmla="*/ 63274 w 606933"/>
                  <a:gd name="connsiteY27" fmla="*/ 505096 h 606087"/>
                  <a:gd name="connsiteX28" fmla="*/ 101123 w 606933"/>
                  <a:gd name="connsiteY28" fmla="*/ 505096 h 606087"/>
                  <a:gd name="connsiteX29" fmla="*/ 101123 w 606933"/>
                  <a:gd name="connsiteY29" fmla="*/ 606087 h 606087"/>
                  <a:gd name="connsiteX30" fmla="*/ 0 w 606933"/>
                  <a:gd name="connsiteY30" fmla="*/ 606087 h 606087"/>
                  <a:gd name="connsiteX31" fmla="*/ 0 w 606933"/>
                  <a:gd name="connsiteY31" fmla="*/ 505096 h 606087"/>
                  <a:gd name="connsiteX32" fmla="*/ 37945 w 606933"/>
                  <a:gd name="connsiteY32" fmla="*/ 505096 h 606087"/>
                  <a:gd name="connsiteX33" fmla="*/ 37945 w 606933"/>
                  <a:gd name="connsiteY33" fmla="*/ 441905 h 606087"/>
                  <a:gd name="connsiteX34" fmla="*/ 290850 w 606933"/>
                  <a:gd name="connsiteY34" fmla="*/ 441905 h 606087"/>
                  <a:gd name="connsiteX35" fmla="*/ 290850 w 606933"/>
                  <a:gd name="connsiteY35" fmla="*/ 404009 h 606087"/>
                  <a:gd name="connsiteX36" fmla="*/ 126452 w 606933"/>
                  <a:gd name="connsiteY36" fmla="*/ 404009 h 606087"/>
                  <a:gd name="connsiteX37" fmla="*/ 303502 w 606933"/>
                  <a:gd name="connsiteY37" fmla="*/ 71264 h 606087"/>
                  <a:gd name="connsiteX38" fmla="*/ 250822 w 606933"/>
                  <a:gd name="connsiteY38" fmla="*/ 122140 h 606087"/>
                  <a:gd name="connsiteX39" fmla="*/ 303502 w 606933"/>
                  <a:gd name="connsiteY39" fmla="*/ 173111 h 606087"/>
                  <a:gd name="connsiteX40" fmla="*/ 356183 w 606933"/>
                  <a:gd name="connsiteY40" fmla="*/ 122140 h 606087"/>
                  <a:gd name="connsiteX41" fmla="*/ 303502 w 606933"/>
                  <a:gd name="connsiteY41" fmla="*/ 71264 h 606087"/>
                  <a:gd name="connsiteX42" fmla="*/ 303502 w 606933"/>
                  <a:gd name="connsiteY42" fmla="*/ 0 h 606087"/>
                  <a:gd name="connsiteX43" fmla="*/ 429955 w 606933"/>
                  <a:gd name="connsiteY43" fmla="*/ 122140 h 606087"/>
                  <a:gd name="connsiteX44" fmla="*/ 303502 w 606933"/>
                  <a:gd name="connsiteY44" fmla="*/ 315639 h 606087"/>
                  <a:gd name="connsiteX45" fmla="*/ 177049 w 606933"/>
                  <a:gd name="connsiteY45" fmla="*/ 122140 h 606087"/>
                  <a:gd name="connsiteX46" fmla="*/ 303502 w 606933"/>
                  <a:gd name="connsiteY46" fmla="*/ 0 h 606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606933" h="606087">
                    <a:moveTo>
                      <a:pt x="126452" y="239923"/>
                    </a:moveTo>
                    <a:lnTo>
                      <a:pt x="191364" y="239923"/>
                    </a:lnTo>
                    <a:cubicBezTo>
                      <a:pt x="230851" y="298209"/>
                      <a:pt x="286131" y="334566"/>
                      <a:pt x="289791" y="336874"/>
                    </a:cubicBezTo>
                    <a:lnTo>
                      <a:pt x="303467" y="345627"/>
                    </a:lnTo>
                    <a:lnTo>
                      <a:pt x="317142" y="336874"/>
                    </a:lnTo>
                    <a:cubicBezTo>
                      <a:pt x="320802" y="334566"/>
                      <a:pt x="376083" y="298209"/>
                      <a:pt x="415569" y="239923"/>
                    </a:cubicBezTo>
                    <a:lnTo>
                      <a:pt x="480481" y="239923"/>
                    </a:lnTo>
                    <a:lnTo>
                      <a:pt x="480481" y="404009"/>
                    </a:lnTo>
                    <a:lnTo>
                      <a:pt x="316083" y="404009"/>
                    </a:lnTo>
                    <a:lnTo>
                      <a:pt x="316083" y="441905"/>
                    </a:lnTo>
                    <a:lnTo>
                      <a:pt x="568988" y="441905"/>
                    </a:lnTo>
                    <a:lnTo>
                      <a:pt x="568988" y="505096"/>
                    </a:lnTo>
                    <a:lnTo>
                      <a:pt x="606933" y="505096"/>
                    </a:lnTo>
                    <a:lnTo>
                      <a:pt x="606933" y="606087"/>
                    </a:lnTo>
                    <a:lnTo>
                      <a:pt x="505714" y="606087"/>
                    </a:lnTo>
                    <a:lnTo>
                      <a:pt x="505714" y="505096"/>
                    </a:lnTo>
                    <a:lnTo>
                      <a:pt x="543659" y="505096"/>
                    </a:lnTo>
                    <a:lnTo>
                      <a:pt x="543659" y="467105"/>
                    </a:lnTo>
                    <a:lnTo>
                      <a:pt x="316083" y="467105"/>
                    </a:lnTo>
                    <a:lnTo>
                      <a:pt x="316083" y="505096"/>
                    </a:lnTo>
                    <a:lnTo>
                      <a:pt x="354028" y="505096"/>
                    </a:lnTo>
                    <a:lnTo>
                      <a:pt x="354028" y="606087"/>
                    </a:lnTo>
                    <a:lnTo>
                      <a:pt x="252905" y="606087"/>
                    </a:lnTo>
                    <a:lnTo>
                      <a:pt x="252905" y="505096"/>
                    </a:lnTo>
                    <a:lnTo>
                      <a:pt x="290850" y="505096"/>
                    </a:lnTo>
                    <a:lnTo>
                      <a:pt x="290850" y="467105"/>
                    </a:lnTo>
                    <a:lnTo>
                      <a:pt x="63274" y="467105"/>
                    </a:lnTo>
                    <a:lnTo>
                      <a:pt x="63274" y="505096"/>
                    </a:lnTo>
                    <a:lnTo>
                      <a:pt x="101123" y="505096"/>
                    </a:lnTo>
                    <a:lnTo>
                      <a:pt x="101123" y="606087"/>
                    </a:lnTo>
                    <a:lnTo>
                      <a:pt x="0" y="606087"/>
                    </a:lnTo>
                    <a:lnTo>
                      <a:pt x="0" y="505096"/>
                    </a:lnTo>
                    <a:lnTo>
                      <a:pt x="37945" y="505096"/>
                    </a:lnTo>
                    <a:lnTo>
                      <a:pt x="37945" y="441905"/>
                    </a:lnTo>
                    <a:lnTo>
                      <a:pt x="290850" y="441905"/>
                    </a:lnTo>
                    <a:lnTo>
                      <a:pt x="290850" y="404009"/>
                    </a:lnTo>
                    <a:lnTo>
                      <a:pt x="126452" y="404009"/>
                    </a:lnTo>
                    <a:close/>
                    <a:moveTo>
                      <a:pt x="303502" y="71264"/>
                    </a:moveTo>
                    <a:cubicBezTo>
                      <a:pt x="274417" y="71264"/>
                      <a:pt x="250822" y="94057"/>
                      <a:pt x="250822" y="122140"/>
                    </a:cubicBezTo>
                    <a:cubicBezTo>
                      <a:pt x="250822" y="150318"/>
                      <a:pt x="274417" y="173111"/>
                      <a:pt x="303502" y="173111"/>
                    </a:cubicBezTo>
                    <a:cubicBezTo>
                      <a:pt x="332587" y="173111"/>
                      <a:pt x="356183" y="150318"/>
                      <a:pt x="356183" y="122140"/>
                    </a:cubicBezTo>
                    <a:cubicBezTo>
                      <a:pt x="356183" y="94057"/>
                      <a:pt x="332587" y="71264"/>
                      <a:pt x="303502" y="71264"/>
                    </a:cubicBezTo>
                    <a:close/>
                    <a:moveTo>
                      <a:pt x="303502" y="0"/>
                    </a:moveTo>
                    <a:cubicBezTo>
                      <a:pt x="373326" y="0"/>
                      <a:pt x="429955" y="54723"/>
                      <a:pt x="429955" y="122140"/>
                    </a:cubicBezTo>
                    <a:cubicBezTo>
                      <a:pt x="429955" y="234181"/>
                      <a:pt x="303502" y="315639"/>
                      <a:pt x="303502" y="315639"/>
                    </a:cubicBezTo>
                    <a:cubicBezTo>
                      <a:pt x="303502" y="315639"/>
                      <a:pt x="177049" y="234181"/>
                      <a:pt x="177049" y="122140"/>
                    </a:cubicBezTo>
                    <a:cubicBezTo>
                      <a:pt x="177049" y="54723"/>
                      <a:pt x="233679" y="0"/>
                      <a:pt x="303502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algn="ctr"/>
                <a:endParaRPr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0" name="文本框 10">
                <a:extLst>
                  <a:ext uri="{FF2B5EF4-FFF2-40B4-BE49-F238E27FC236}">
                    <a16:creationId xmlns:a16="http://schemas.microsoft.com/office/drawing/2014/main" id="{EEB2DA01-1380-43F6-B8C0-6AD1DC1DE086}"/>
                  </a:ext>
                </a:extLst>
              </p:cNvPr>
              <p:cNvSpPr txBox="1"/>
              <p:nvPr/>
            </p:nvSpPr>
            <p:spPr>
              <a:xfrm>
                <a:off x="4229828" y="2664272"/>
                <a:ext cx="1575278" cy="74815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rmAutofit/>
              </a:bodyPr>
              <a:lstStyle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关键词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81" name="组合 10">
              <a:extLst>
                <a:ext uri="{FF2B5EF4-FFF2-40B4-BE49-F238E27FC236}">
                  <a16:creationId xmlns:a16="http://schemas.microsoft.com/office/drawing/2014/main" id="{4D042202-A3B7-4989-8249-C30D6C363FCE}"/>
                </a:ext>
              </a:extLst>
            </p:cNvPr>
            <p:cNvGrpSpPr/>
            <p:nvPr/>
          </p:nvGrpSpPr>
          <p:grpSpPr>
            <a:xfrm>
              <a:off x="6758211" y="3984962"/>
              <a:ext cx="1575278" cy="986721"/>
              <a:chOff x="6425339" y="2425702"/>
              <a:chExt cx="1575278" cy="986721"/>
            </a:xfrm>
          </p:grpSpPr>
          <p:sp>
            <p:nvSpPr>
              <p:cNvPr id="97" name="任意多边形: 形状 12">
                <a:extLst>
                  <a:ext uri="{FF2B5EF4-FFF2-40B4-BE49-F238E27FC236}">
                    <a16:creationId xmlns:a16="http://schemas.microsoft.com/office/drawing/2014/main" id="{687AAF91-7754-4F55-BE2E-9B59EB734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0058" y="2425702"/>
                <a:ext cx="405841" cy="367048"/>
              </a:xfrm>
              <a:custGeom>
                <a:avLst/>
                <a:gdLst>
                  <a:gd name="connsiteX0" fmla="*/ 503202 w 607568"/>
                  <a:gd name="connsiteY0" fmla="*/ 459310 h 549494"/>
                  <a:gd name="connsiteX1" fmla="*/ 548364 w 607568"/>
                  <a:gd name="connsiteY1" fmla="*/ 504402 h 549494"/>
                  <a:gd name="connsiteX2" fmla="*/ 503202 w 607568"/>
                  <a:gd name="connsiteY2" fmla="*/ 549494 h 549494"/>
                  <a:gd name="connsiteX3" fmla="*/ 458040 w 607568"/>
                  <a:gd name="connsiteY3" fmla="*/ 504402 h 549494"/>
                  <a:gd name="connsiteX4" fmla="*/ 503202 w 607568"/>
                  <a:gd name="connsiteY4" fmla="*/ 459310 h 549494"/>
                  <a:gd name="connsiteX5" fmla="*/ 197795 w 607568"/>
                  <a:gd name="connsiteY5" fmla="*/ 459310 h 549494"/>
                  <a:gd name="connsiteX6" fmla="*/ 242957 w 607568"/>
                  <a:gd name="connsiteY6" fmla="*/ 504402 h 549494"/>
                  <a:gd name="connsiteX7" fmla="*/ 197795 w 607568"/>
                  <a:gd name="connsiteY7" fmla="*/ 549494 h 549494"/>
                  <a:gd name="connsiteX8" fmla="*/ 152633 w 607568"/>
                  <a:gd name="connsiteY8" fmla="*/ 504402 h 549494"/>
                  <a:gd name="connsiteX9" fmla="*/ 197795 w 607568"/>
                  <a:gd name="connsiteY9" fmla="*/ 459310 h 549494"/>
                  <a:gd name="connsiteX10" fmla="*/ 143318 w 607568"/>
                  <a:gd name="connsiteY10" fmla="*/ 390791 h 549494"/>
                  <a:gd name="connsiteX11" fmla="*/ 554573 w 607568"/>
                  <a:gd name="connsiteY11" fmla="*/ 390791 h 549494"/>
                  <a:gd name="connsiteX12" fmla="*/ 554573 w 607568"/>
                  <a:gd name="connsiteY12" fmla="*/ 437435 h 549494"/>
                  <a:gd name="connsiteX13" fmla="*/ 143318 w 607568"/>
                  <a:gd name="connsiteY13" fmla="*/ 437435 h 549494"/>
                  <a:gd name="connsiteX14" fmla="*/ 115304 w 607568"/>
                  <a:gd name="connsiteY14" fmla="*/ 313028 h 549494"/>
                  <a:gd name="connsiteX15" fmla="*/ 582659 w 607568"/>
                  <a:gd name="connsiteY15" fmla="*/ 313028 h 549494"/>
                  <a:gd name="connsiteX16" fmla="*/ 582659 w 607568"/>
                  <a:gd name="connsiteY16" fmla="*/ 359672 h 549494"/>
                  <a:gd name="connsiteX17" fmla="*/ 115304 w 607568"/>
                  <a:gd name="connsiteY17" fmla="*/ 359672 h 549494"/>
                  <a:gd name="connsiteX18" fmla="*/ 0 w 607568"/>
                  <a:gd name="connsiteY18" fmla="*/ 169922 h 549494"/>
                  <a:gd name="connsiteX19" fmla="*/ 78962 w 607568"/>
                  <a:gd name="connsiteY19" fmla="*/ 169922 h 549494"/>
                  <a:gd name="connsiteX20" fmla="*/ 108516 w 607568"/>
                  <a:gd name="connsiteY20" fmla="*/ 235254 h 549494"/>
                  <a:gd name="connsiteX21" fmla="*/ 607568 w 607568"/>
                  <a:gd name="connsiteY21" fmla="*/ 235254 h 549494"/>
                  <a:gd name="connsiteX22" fmla="*/ 607568 w 607568"/>
                  <a:gd name="connsiteY22" fmla="*/ 281909 h 549494"/>
                  <a:gd name="connsiteX23" fmla="*/ 78428 w 607568"/>
                  <a:gd name="connsiteY23" fmla="*/ 281909 h 549494"/>
                  <a:gd name="connsiteX24" fmla="*/ 48798 w 607568"/>
                  <a:gd name="connsiteY24" fmla="*/ 216577 h 549494"/>
                  <a:gd name="connsiteX25" fmla="*/ 0 w 607568"/>
                  <a:gd name="connsiteY25" fmla="*/ 216577 h 549494"/>
                  <a:gd name="connsiteX26" fmla="*/ 257720 w 607568"/>
                  <a:gd name="connsiteY26" fmla="*/ 0 h 549494"/>
                  <a:gd name="connsiteX27" fmla="*/ 254207 w 607568"/>
                  <a:gd name="connsiteY27" fmla="*/ 30201 h 549494"/>
                  <a:gd name="connsiteX28" fmla="*/ 407797 w 607568"/>
                  <a:gd name="connsiteY28" fmla="*/ 197372 h 549494"/>
                  <a:gd name="connsiteX29" fmla="*/ 241147 w 607568"/>
                  <a:gd name="connsiteY29" fmla="*/ 144063 h 549494"/>
                  <a:gd name="connsiteX30" fmla="*/ 237633 w 607568"/>
                  <a:gd name="connsiteY30" fmla="*/ 174264 h 549494"/>
                  <a:gd name="connsiteX31" fmla="*/ 115586 w 607568"/>
                  <a:gd name="connsiteY31" fmla="*/ 71993 h 549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607568" h="549494">
                    <a:moveTo>
                      <a:pt x="503202" y="459310"/>
                    </a:moveTo>
                    <a:cubicBezTo>
                      <a:pt x="528144" y="459310"/>
                      <a:pt x="548364" y="479498"/>
                      <a:pt x="548364" y="504402"/>
                    </a:cubicBezTo>
                    <a:cubicBezTo>
                      <a:pt x="548364" y="529306"/>
                      <a:pt x="528144" y="549494"/>
                      <a:pt x="503202" y="549494"/>
                    </a:cubicBezTo>
                    <a:cubicBezTo>
                      <a:pt x="478260" y="549494"/>
                      <a:pt x="458040" y="529306"/>
                      <a:pt x="458040" y="504402"/>
                    </a:cubicBezTo>
                    <a:cubicBezTo>
                      <a:pt x="458040" y="479498"/>
                      <a:pt x="478260" y="459310"/>
                      <a:pt x="503202" y="459310"/>
                    </a:cubicBezTo>
                    <a:close/>
                    <a:moveTo>
                      <a:pt x="197795" y="459310"/>
                    </a:moveTo>
                    <a:cubicBezTo>
                      <a:pt x="222737" y="459310"/>
                      <a:pt x="242957" y="479498"/>
                      <a:pt x="242957" y="504402"/>
                    </a:cubicBezTo>
                    <a:cubicBezTo>
                      <a:pt x="242957" y="529306"/>
                      <a:pt x="222737" y="549494"/>
                      <a:pt x="197795" y="549494"/>
                    </a:cubicBezTo>
                    <a:cubicBezTo>
                      <a:pt x="172853" y="549494"/>
                      <a:pt x="152633" y="529306"/>
                      <a:pt x="152633" y="504402"/>
                    </a:cubicBezTo>
                    <a:cubicBezTo>
                      <a:pt x="152633" y="479498"/>
                      <a:pt x="172853" y="459310"/>
                      <a:pt x="197795" y="459310"/>
                    </a:cubicBezTo>
                    <a:close/>
                    <a:moveTo>
                      <a:pt x="143318" y="390791"/>
                    </a:moveTo>
                    <a:lnTo>
                      <a:pt x="554573" y="390791"/>
                    </a:lnTo>
                    <a:lnTo>
                      <a:pt x="554573" y="437435"/>
                    </a:lnTo>
                    <a:lnTo>
                      <a:pt x="143318" y="437435"/>
                    </a:lnTo>
                    <a:close/>
                    <a:moveTo>
                      <a:pt x="115304" y="313028"/>
                    </a:moveTo>
                    <a:lnTo>
                      <a:pt x="582659" y="313028"/>
                    </a:lnTo>
                    <a:lnTo>
                      <a:pt x="582659" y="359672"/>
                    </a:lnTo>
                    <a:lnTo>
                      <a:pt x="115304" y="359672"/>
                    </a:lnTo>
                    <a:close/>
                    <a:moveTo>
                      <a:pt x="0" y="169922"/>
                    </a:moveTo>
                    <a:lnTo>
                      <a:pt x="78962" y="169922"/>
                    </a:lnTo>
                    <a:lnTo>
                      <a:pt x="108516" y="235254"/>
                    </a:lnTo>
                    <a:lnTo>
                      <a:pt x="607568" y="235254"/>
                    </a:lnTo>
                    <a:lnTo>
                      <a:pt x="607568" y="281909"/>
                    </a:lnTo>
                    <a:lnTo>
                      <a:pt x="78428" y="281909"/>
                    </a:lnTo>
                    <a:lnTo>
                      <a:pt x="48798" y="216577"/>
                    </a:lnTo>
                    <a:lnTo>
                      <a:pt x="0" y="216577"/>
                    </a:lnTo>
                    <a:close/>
                    <a:moveTo>
                      <a:pt x="257720" y="0"/>
                    </a:moveTo>
                    <a:lnTo>
                      <a:pt x="254207" y="30201"/>
                    </a:lnTo>
                    <a:cubicBezTo>
                      <a:pt x="405964" y="47665"/>
                      <a:pt x="407797" y="197372"/>
                      <a:pt x="407797" y="197372"/>
                    </a:cubicBezTo>
                    <a:cubicBezTo>
                      <a:pt x="407797" y="197372"/>
                      <a:pt x="364340" y="158248"/>
                      <a:pt x="241147" y="144063"/>
                    </a:cubicBezTo>
                    <a:lnTo>
                      <a:pt x="237633" y="174264"/>
                    </a:lnTo>
                    <a:lnTo>
                      <a:pt x="115586" y="7199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algn="ctr"/>
                <a:endParaRPr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8" name="文本框 13">
                <a:extLst>
                  <a:ext uri="{FF2B5EF4-FFF2-40B4-BE49-F238E27FC236}">
                    <a16:creationId xmlns:a16="http://schemas.microsoft.com/office/drawing/2014/main" id="{27BDC4CC-65A3-49E2-8326-245179D3255F}"/>
                  </a:ext>
                </a:extLst>
              </p:cNvPr>
              <p:cNvSpPr txBox="1"/>
              <p:nvPr/>
            </p:nvSpPr>
            <p:spPr>
              <a:xfrm>
                <a:off x="6425339" y="2664272"/>
                <a:ext cx="1575278" cy="74815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rmAutofit/>
              </a:bodyPr>
              <a:lstStyle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关键词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82" name="组合 11">
              <a:extLst>
                <a:ext uri="{FF2B5EF4-FFF2-40B4-BE49-F238E27FC236}">
                  <a16:creationId xmlns:a16="http://schemas.microsoft.com/office/drawing/2014/main" id="{9D36DA44-12D4-4AF5-9002-9EE8F470198F}"/>
                </a:ext>
              </a:extLst>
            </p:cNvPr>
            <p:cNvGrpSpPr/>
            <p:nvPr/>
          </p:nvGrpSpPr>
          <p:grpSpPr>
            <a:xfrm>
              <a:off x="9323400" y="3429000"/>
              <a:ext cx="1575278" cy="1006117"/>
              <a:chOff x="8592850" y="2406306"/>
              <a:chExt cx="1575278" cy="1006117"/>
            </a:xfrm>
          </p:grpSpPr>
          <p:sp>
            <p:nvSpPr>
              <p:cNvPr id="95" name="任意多边形: 形状 17">
                <a:extLst>
                  <a:ext uri="{FF2B5EF4-FFF2-40B4-BE49-F238E27FC236}">
                    <a16:creationId xmlns:a16="http://schemas.microsoft.com/office/drawing/2014/main" id="{C518C1F0-D6E4-42B6-AF9F-9893CEC4E0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1517" y="2406306"/>
                <a:ext cx="357945" cy="405841"/>
              </a:xfrm>
              <a:custGeom>
                <a:avLst/>
                <a:gdLst>
                  <a:gd name="T0" fmla="*/ 2125 w 2288"/>
                  <a:gd name="T1" fmla="*/ 924 h 2598"/>
                  <a:gd name="T2" fmla="*/ 1863 w 2288"/>
                  <a:gd name="T3" fmla="*/ 1258 h 2598"/>
                  <a:gd name="T4" fmla="*/ 1848 w 2288"/>
                  <a:gd name="T5" fmla="*/ 1586 h 2598"/>
                  <a:gd name="T6" fmla="*/ 1899 w 2288"/>
                  <a:gd name="T7" fmla="*/ 1716 h 2598"/>
                  <a:gd name="T8" fmla="*/ 1211 w 2288"/>
                  <a:gd name="T9" fmla="*/ 2079 h 2598"/>
                  <a:gd name="T10" fmla="*/ 1176 w 2288"/>
                  <a:gd name="T11" fmla="*/ 2038 h 2598"/>
                  <a:gd name="T12" fmla="*/ 1200 w 2288"/>
                  <a:gd name="T13" fmla="*/ 965 h 2598"/>
                  <a:gd name="T14" fmla="*/ 1409 w 2288"/>
                  <a:gd name="T15" fmla="*/ 1012 h 2598"/>
                  <a:gd name="T16" fmla="*/ 1522 w 2288"/>
                  <a:gd name="T17" fmla="*/ 978 h 2598"/>
                  <a:gd name="T18" fmla="*/ 1526 w 2288"/>
                  <a:gd name="T19" fmla="*/ 847 h 2598"/>
                  <a:gd name="T20" fmla="*/ 1387 w 2288"/>
                  <a:gd name="T21" fmla="*/ 828 h 2598"/>
                  <a:gd name="T22" fmla="*/ 1193 w 2288"/>
                  <a:gd name="T23" fmla="*/ 584 h 2598"/>
                  <a:gd name="T24" fmla="*/ 1375 w 2288"/>
                  <a:gd name="T25" fmla="*/ 124 h 2598"/>
                  <a:gd name="T26" fmla="*/ 1109 w 2288"/>
                  <a:gd name="T27" fmla="*/ 37 h 2598"/>
                  <a:gd name="T28" fmla="*/ 1013 w 2288"/>
                  <a:gd name="T29" fmla="*/ 570 h 2598"/>
                  <a:gd name="T30" fmla="*/ 1056 w 2288"/>
                  <a:gd name="T31" fmla="*/ 808 h 2598"/>
                  <a:gd name="T32" fmla="*/ 891 w 2288"/>
                  <a:gd name="T33" fmla="*/ 784 h 2598"/>
                  <a:gd name="T34" fmla="*/ 748 w 2288"/>
                  <a:gd name="T35" fmla="*/ 921 h 2598"/>
                  <a:gd name="T36" fmla="*/ 899 w 2288"/>
                  <a:gd name="T37" fmla="*/ 946 h 2598"/>
                  <a:gd name="T38" fmla="*/ 1024 w 2288"/>
                  <a:gd name="T39" fmla="*/ 1479 h 2598"/>
                  <a:gd name="T40" fmla="*/ 1022 w 2288"/>
                  <a:gd name="T41" fmla="*/ 2081 h 2598"/>
                  <a:gd name="T42" fmla="*/ 434 w 2288"/>
                  <a:gd name="T43" fmla="*/ 1569 h 2598"/>
                  <a:gd name="T44" fmla="*/ 395 w 2288"/>
                  <a:gd name="T45" fmla="*/ 1470 h 2598"/>
                  <a:gd name="T46" fmla="*/ 88 w 2288"/>
                  <a:gd name="T47" fmla="*/ 1148 h 2598"/>
                  <a:gd name="T48" fmla="*/ 101 w 2288"/>
                  <a:gd name="T49" fmla="*/ 1658 h 2598"/>
                  <a:gd name="T50" fmla="*/ 906 w 2288"/>
                  <a:gd name="T51" fmla="*/ 2228 h 2598"/>
                  <a:gd name="T52" fmla="*/ 1177 w 2288"/>
                  <a:gd name="T53" fmla="*/ 2500 h 2598"/>
                  <a:gd name="T54" fmla="*/ 1223 w 2288"/>
                  <a:gd name="T55" fmla="*/ 2405 h 2598"/>
                  <a:gd name="T56" fmla="*/ 1273 w 2288"/>
                  <a:gd name="T57" fmla="*/ 2328 h 2598"/>
                  <a:gd name="T58" fmla="*/ 1280 w 2288"/>
                  <a:gd name="T59" fmla="*/ 2234 h 2598"/>
                  <a:gd name="T60" fmla="*/ 2094 w 2288"/>
                  <a:gd name="T61" fmla="*/ 1624 h 2598"/>
                  <a:gd name="T62" fmla="*/ 2274 w 2288"/>
                  <a:gd name="T63" fmla="*/ 1517 h 2598"/>
                  <a:gd name="T64" fmla="*/ 1065 w 2288"/>
                  <a:gd name="T65" fmla="*/ 420 h 2598"/>
                  <a:gd name="T66" fmla="*/ 1131 w 2288"/>
                  <a:gd name="T67" fmla="*/ 148 h 2598"/>
                  <a:gd name="T68" fmla="*/ 1165 w 2288"/>
                  <a:gd name="T69" fmla="*/ 430 h 2598"/>
                  <a:gd name="T70" fmla="*/ 1065 w 2288"/>
                  <a:gd name="T71" fmla="*/ 420 h 2598"/>
                  <a:gd name="T72" fmla="*/ 1040 w 2288"/>
                  <a:gd name="T73" fmla="*/ 2287 h 2598"/>
                  <a:gd name="T74" fmla="*/ 1032 w 2288"/>
                  <a:gd name="T75" fmla="*/ 2241 h 25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288" h="2598">
                    <a:moveTo>
                      <a:pt x="2281" y="1465"/>
                    </a:moveTo>
                    <a:cubicBezTo>
                      <a:pt x="2220" y="1286"/>
                      <a:pt x="2159" y="1111"/>
                      <a:pt x="2125" y="924"/>
                    </a:cubicBezTo>
                    <a:cubicBezTo>
                      <a:pt x="2112" y="850"/>
                      <a:pt x="2015" y="868"/>
                      <a:pt x="1992" y="924"/>
                    </a:cubicBezTo>
                    <a:cubicBezTo>
                      <a:pt x="1948" y="1035"/>
                      <a:pt x="1904" y="1146"/>
                      <a:pt x="1863" y="1258"/>
                    </a:cubicBezTo>
                    <a:cubicBezTo>
                      <a:pt x="1840" y="1319"/>
                      <a:pt x="1790" y="1411"/>
                      <a:pt x="1809" y="1480"/>
                    </a:cubicBezTo>
                    <a:cubicBezTo>
                      <a:pt x="1783" y="1516"/>
                      <a:pt x="1783" y="1565"/>
                      <a:pt x="1848" y="1586"/>
                    </a:cubicBezTo>
                    <a:cubicBezTo>
                      <a:pt x="1878" y="1596"/>
                      <a:pt x="1908" y="1602"/>
                      <a:pt x="1938" y="1607"/>
                    </a:cubicBezTo>
                    <a:cubicBezTo>
                      <a:pt x="1927" y="1644"/>
                      <a:pt x="1916" y="1681"/>
                      <a:pt x="1899" y="1716"/>
                    </a:cubicBezTo>
                    <a:cubicBezTo>
                      <a:pt x="1861" y="1789"/>
                      <a:pt x="1799" y="1850"/>
                      <a:pt x="1734" y="1899"/>
                    </a:cubicBezTo>
                    <a:cubicBezTo>
                      <a:pt x="1586" y="2012"/>
                      <a:pt x="1393" y="2062"/>
                      <a:pt x="1211" y="2079"/>
                    </a:cubicBezTo>
                    <a:cubicBezTo>
                      <a:pt x="1201" y="2080"/>
                      <a:pt x="1190" y="2080"/>
                      <a:pt x="1180" y="2081"/>
                    </a:cubicBezTo>
                    <a:cubicBezTo>
                      <a:pt x="1178" y="2066"/>
                      <a:pt x="1177" y="2052"/>
                      <a:pt x="1176" y="2038"/>
                    </a:cubicBezTo>
                    <a:cubicBezTo>
                      <a:pt x="1167" y="1852"/>
                      <a:pt x="1173" y="1665"/>
                      <a:pt x="1178" y="1479"/>
                    </a:cubicBezTo>
                    <a:cubicBezTo>
                      <a:pt x="1183" y="1309"/>
                      <a:pt x="1195" y="1137"/>
                      <a:pt x="1200" y="965"/>
                    </a:cubicBezTo>
                    <a:cubicBezTo>
                      <a:pt x="1262" y="972"/>
                      <a:pt x="1326" y="981"/>
                      <a:pt x="1388" y="979"/>
                    </a:cubicBezTo>
                    <a:cubicBezTo>
                      <a:pt x="1391" y="992"/>
                      <a:pt x="1399" y="1003"/>
                      <a:pt x="1409" y="1012"/>
                    </a:cubicBezTo>
                    <a:cubicBezTo>
                      <a:pt x="1434" y="1041"/>
                      <a:pt x="1476" y="1041"/>
                      <a:pt x="1501" y="1012"/>
                    </a:cubicBezTo>
                    <a:cubicBezTo>
                      <a:pt x="1511" y="1003"/>
                      <a:pt x="1519" y="991"/>
                      <a:pt x="1522" y="978"/>
                    </a:cubicBezTo>
                    <a:cubicBezTo>
                      <a:pt x="1528" y="956"/>
                      <a:pt x="1526" y="931"/>
                      <a:pt x="1526" y="908"/>
                    </a:cubicBezTo>
                    <a:lnTo>
                      <a:pt x="1526" y="847"/>
                    </a:lnTo>
                    <a:cubicBezTo>
                      <a:pt x="1526" y="809"/>
                      <a:pt x="1493" y="776"/>
                      <a:pt x="1455" y="776"/>
                    </a:cubicBezTo>
                    <a:cubicBezTo>
                      <a:pt x="1423" y="776"/>
                      <a:pt x="1395" y="799"/>
                      <a:pt x="1387" y="828"/>
                    </a:cubicBezTo>
                    <a:cubicBezTo>
                      <a:pt x="1327" y="813"/>
                      <a:pt x="1264" y="812"/>
                      <a:pt x="1202" y="810"/>
                    </a:cubicBezTo>
                    <a:cubicBezTo>
                      <a:pt x="1202" y="735"/>
                      <a:pt x="1199" y="659"/>
                      <a:pt x="1193" y="584"/>
                    </a:cubicBezTo>
                    <a:cubicBezTo>
                      <a:pt x="1297" y="558"/>
                      <a:pt x="1391" y="480"/>
                      <a:pt x="1431" y="385"/>
                    </a:cubicBezTo>
                    <a:cubicBezTo>
                      <a:pt x="1470" y="292"/>
                      <a:pt x="1441" y="197"/>
                      <a:pt x="1375" y="124"/>
                    </a:cubicBezTo>
                    <a:cubicBezTo>
                      <a:pt x="1315" y="57"/>
                      <a:pt x="1196" y="0"/>
                      <a:pt x="1109" y="37"/>
                    </a:cubicBezTo>
                    <a:cubicBezTo>
                      <a:pt x="1109" y="37"/>
                      <a:pt x="1109" y="37"/>
                      <a:pt x="1109" y="37"/>
                    </a:cubicBezTo>
                    <a:cubicBezTo>
                      <a:pt x="988" y="48"/>
                      <a:pt x="885" y="127"/>
                      <a:pt x="860" y="255"/>
                    </a:cubicBezTo>
                    <a:cubicBezTo>
                      <a:pt x="837" y="376"/>
                      <a:pt x="900" y="516"/>
                      <a:pt x="1013" y="570"/>
                    </a:cubicBezTo>
                    <a:cubicBezTo>
                      <a:pt x="1033" y="580"/>
                      <a:pt x="1055" y="586"/>
                      <a:pt x="1077" y="590"/>
                    </a:cubicBezTo>
                    <a:cubicBezTo>
                      <a:pt x="1068" y="662"/>
                      <a:pt x="1062" y="735"/>
                      <a:pt x="1056" y="808"/>
                    </a:cubicBezTo>
                    <a:cubicBezTo>
                      <a:pt x="1001" y="808"/>
                      <a:pt x="947" y="810"/>
                      <a:pt x="892" y="813"/>
                    </a:cubicBezTo>
                    <a:cubicBezTo>
                      <a:pt x="892" y="803"/>
                      <a:pt x="891" y="793"/>
                      <a:pt x="891" y="784"/>
                    </a:cubicBezTo>
                    <a:cubicBezTo>
                      <a:pt x="896" y="691"/>
                      <a:pt x="748" y="690"/>
                      <a:pt x="747" y="784"/>
                    </a:cubicBezTo>
                    <a:cubicBezTo>
                      <a:pt x="747" y="829"/>
                      <a:pt x="742" y="876"/>
                      <a:pt x="748" y="921"/>
                    </a:cubicBezTo>
                    <a:cubicBezTo>
                      <a:pt x="756" y="983"/>
                      <a:pt x="811" y="1002"/>
                      <a:pt x="851" y="981"/>
                    </a:cubicBezTo>
                    <a:cubicBezTo>
                      <a:pt x="872" y="980"/>
                      <a:pt x="891" y="967"/>
                      <a:pt x="899" y="946"/>
                    </a:cubicBezTo>
                    <a:cubicBezTo>
                      <a:pt x="948" y="949"/>
                      <a:pt x="998" y="951"/>
                      <a:pt x="1047" y="954"/>
                    </a:cubicBezTo>
                    <a:cubicBezTo>
                      <a:pt x="1037" y="1129"/>
                      <a:pt x="1031" y="1305"/>
                      <a:pt x="1024" y="1479"/>
                    </a:cubicBezTo>
                    <a:cubicBezTo>
                      <a:pt x="1017" y="1665"/>
                      <a:pt x="1014" y="1851"/>
                      <a:pt x="1021" y="2038"/>
                    </a:cubicBezTo>
                    <a:cubicBezTo>
                      <a:pt x="1022" y="2051"/>
                      <a:pt x="1022" y="2066"/>
                      <a:pt x="1022" y="2081"/>
                    </a:cubicBezTo>
                    <a:cubicBezTo>
                      <a:pt x="722" y="2061"/>
                      <a:pt x="421" y="1927"/>
                      <a:pt x="289" y="1649"/>
                    </a:cubicBezTo>
                    <a:cubicBezTo>
                      <a:pt x="342" y="1639"/>
                      <a:pt x="422" y="1633"/>
                      <a:pt x="434" y="1569"/>
                    </a:cubicBezTo>
                    <a:cubicBezTo>
                      <a:pt x="439" y="1539"/>
                      <a:pt x="429" y="1506"/>
                      <a:pt x="402" y="1492"/>
                    </a:cubicBezTo>
                    <a:cubicBezTo>
                      <a:pt x="401" y="1485"/>
                      <a:pt x="399" y="1478"/>
                      <a:pt x="395" y="1470"/>
                    </a:cubicBezTo>
                    <a:cubicBezTo>
                      <a:pt x="338" y="1362"/>
                      <a:pt x="258" y="1263"/>
                      <a:pt x="215" y="1148"/>
                    </a:cubicBezTo>
                    <a:cubicBezTo>
                      <a:pt x="192" y="1085"/>
                      <a:pt x="111" y="1085"/>
                      <a:pt x="88" y="1148"/>
                    </a:cubicBezTo>
                    <a:cubicBezTo>
                      <a:pt x="29" y="1306"/>
                      <a:pt x="0" y="1457"/>
                      <a:pt x="39" y="1624"/>
                    </a:cubicBezTo>
                    <a:cubicBezTo>
                      <a:pt x="45" y="1653"/>
                      <a:pt x="75" y="1663"/>
                      <a:pt x="101" y="1658"/>
                    </a:cubicBezTo>
                    <a:cubicBezTo>
                      <a:pt x="125" y="1661"/>
                      <a:pt x="149" y="1661"/>
                      <a:pt x="172" y="1661"/>
                    </a:cubicBezTo>
                    <a:cubicBezTo>
                      <a:pt x="253" y="2008"/>
                      <a:pt x="572" y="2179"/>
                      <a:pt x="906" y="2228"/>
                    </a:cubicBezTo>
                    <a:cubicBezTo>
                      <a:pt x="931" y="2337"/>
                      <a:pt x="982" y="2443"/>
                      <a:pt x="1043" y="2536"/>
                    </a:cubicBezTo>
                    <a:cubicBezTo>
                      <a:pt x="1083" y="2598"/>
                      <a:pt x="1172" y="2572"/>
                      <a:pt x="1177" y="2500"/>
                    </a:cubicBezTo>
                    <a:cubicBezTo>
                      <a:pt x="1177" y="2509"/>
                      <a:pt x="1185" y="2477"/>
                      <a:pt x="1189" y="2468"/>
                    </a:cubicBezTo>
                    <a:cubicBezTo>
                      <a:pt x="1199" y="2446"/>
                      <a:pt x="1211" y="2426"/>
                      <a:pt x="1223" y="2405"/>
                    </a:cubicBezTo>
                    <a:cubicBezTo>
                      <a:pt x="1234" y="2386"/>
                      <a:pt x="1247" y="2368"/>
                      <a:pt x="1259" y="2349"/>
                    </a:cubicBezTo>
                    <a:cubicBezTo>
                      <a:pt x="1264" y="2342"/>
                      <a:pt x="1268" y="2335"/>
                      <a:pt x="1273" y="2328"/>
                    </a:cubicBezTo>
                    <a:cubicBezTo>
                      <a:pt x="1277" y="2322"/>
                      <a:pt x="1293" y="2305"/>
                      <a:pt x="1277" y="2322"/>
                    </a:cubicBezTo>
                    <a:cubicBezTo>
                      <a:pt x="1304" y="2294"/>
                      <a:pt x="1300" y="2258"/>
                      <a:pt x="1280" y="2234"/>
                    </a:cubicBezTo>
                    <a:cubicBezTo>
                      <a:pt x="1483" y="2210"/>
                      <a:pt x="1683" y="2139"/>
                      <a:pt x="1845" y="2015"/>
                    </a:cubicBezTo>
                    <a:cubicBezTo>
                      <a:pt x="1948" y="1936"/>
                      <a:pt x="2086" y="1773"/>
                      <a:pt x="2094" y="1624"/>
                    </a:cubicBezTo>
                    <a:cubicBezTo>
                      <a:pt x="2146" y="1628"/>
                      <a:pt x="2201" y="1630"/>
                      <a:pt x="2245" y="1609"/>
                    </a:cubicBezTo>
                    <a:cubicBezTo>
                      <a:pt x="2278" y="1594"/>
                      <a:pt x="2287" y="1550"/>
                      <a:pt x="2274" y="1517"/>
                    </a:cubicBezTo>
                    <a:cubicBezTo>
                      <a:pt x="2284" y="1503"/>
                      <a:pt x="2288" y="1485"/>
                      <a:pt x="2281" y="1465"/>
                    </a:cubicBezTo>
                    <a:close/>
                    <a:moveTo>
                      <a:pt x="1065" y="420"/>
                    </a:moveTo>
                    <a:cubicBezTo>
                      <a:pt x="1019" y="392"/>
                      <a:pt x="1002" y="323"/>
                      <a:pt x="1010" y="274"/>
                    </a:cubicBezTo>
                    <a:cubicBezTo>
                      <a:pt x="1021" y="207"/>
                      <a:pt x="1073" y="171"/>
                      <a:pt x="1131" y="148"/>
                    </a:cubicBezTo>
                    <a:cubicBezTo>
                      <a:pt x="1208" y="195"/>
                      <a:pt x="1340" y="234"/>
                      <a:pt x="1280" y="343"/>
                    </a:cubicBezTo>
                    <a:cubicBezTo>
                      <a:pt x="1258" y="383"/>
                      <a:pt x="1213" y="417"/>
                      <a:pt x="1165" y="430"/>
                    </a:cubicBezTo>
                    <a:cubicBezTo>
                      <a:pt x="1148" y="418"/>
                      <a:pt x="1121" y="420"/>
                      <a:pt x="1105" y="434"/>
                    </a:cubicBezTo>
                    <a:cubicBezTo>
                      <a:pt x="1091" y="432"/>
                      <a:pt x="1077" y="428"/>
                      <a:pt x="1065" y="420"/>
                    </a:cubicBezTo>
                    <a:close/>
                    <a:moveTo>
                      <a:pt x="1032" y="2241"/>
                    </a:moveTo>
                    <a:cubicBezTo>
                      <a:pt x="1034" y="2257"/>
                      <a:pt x="1037" y="2272"/>
                      <a:pt x="1040" y="2287"/>
                    </a:cubicBezTo>
                    <a:cubicBezTo>
                      <a:pt x="1029" y="2271"/>
                      <a:pt x="1019" y="2255"/>
                      <a:pt x="1010" y="2239"/>
                    </a:cubicBezTo>
                    <a:cubicBezTo>
                      <a:pt x="1017" y="2240"/>
                      <a:pt x="1025" y="2241"/>
                      <a:pt x="1032" y="224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algn="ctr"/>
                <a:endParaRPr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6" name="文本框 18">
                <a:extLst>
                  <a:ext uri="{FF2B5EF4-FFF2-40B4-BE49-F238E27FC236}">
                    <a16:creationId xmlns:a16="http://schemas.microsoft.com/office/drawing/2014/main" id="{CAB560D5-01EA-49EF-902A-61057D6AE173}"/>
                  </a:ext>
                </a:extLst>
              </p:cNvPr>
              <p:cNvSpPr txBox="1"/>
              <p:nvPr/>
            </p:nvSpPr>
            <p:spPr>
              <a:xfrm>
                <a:off x="8592850" y="2664272"/>
                <a:ext cx="1575278" cy="74815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rmAutofit/>
              </a:bodyPr>
              <a:lstStyle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关键词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83" name="组合 12">
              <a:extLst>
                <a:ext uri="{FF2B5EF4-FFF2-40B4-BE49-F238E27FC236}">
                  <a16:creationId xmlns:a16="http://schemas.microsoft.com/office/drawing/2014/main" id="{1713FE14-FA95-4728-BB6E-AE104F88A05D}"/>
                </a:ext>
              </a:extLst>
            </p:cNvPr>
            <p:cNvGrpSpPr/>
            <p:nvPr/>
          </p:nvGrpSpPr>
          <p:grpSpPr>
            <a:xfrm>
              <a:off x="818274" y="3271271"/>
              <a:ext cx="2642096" cy="980620"/>
              <a:chOff x="911424" y="4770147"/>
              <a:chExt cx="2642096" cy="980620"/>
            </a:xfrm>
          </p:grpSpPr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48CBD66C-B073-4C3E-B495-04177A6E28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1424" y="5193368"/>
                <a:ext cx="2238531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点击此处更换文本点击此处</a:t>
                </a:r>
                <a:r>
                  <a:rPr lang="zh-CN" altLang="en-US" sz="140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更换文本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B11ADF02-5C6F-4C93-A49E-9BCD97ACB08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911424" y="4770147"/>
                <a:ext cx="2642096" cy="278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noAutofit/>
              </a:bodyPr>
              <a:lstStyle/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</p:grpSp>
        <p:grpSp>
          <p:nvGrpSpPr>
            <p:cNvPr id="84" name="组合 13">
              <a:extLst>
                <a:ext uri="{FF2B5EF4-FFF2-40B4-BE49-F238E27FC236}">
                  <a16:creationId xmlns:a16="http://schemas.microsoft.com/office/drawing/2014/main" id="{425AC06C-7F4D-45EF-93B4-ED448459A7AD}"/>
                </a:ext>
              </a:extLst>
            </p:cNvPr>
            <p:cNvGrpSpPr/>
            <p:nvPr/>
          </p:nvGrpSpPr>
          <p:grpSpPr>
            <a:xfrm>
              <a:off x="3359696" y="2677178"/>
              <a:ext cx="2642096" cy="980620"/>
              <a:chOff x="3455023" y="4770147"/>
              <a:chExt cx="2642096" cy="980620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1564A4B1-E695-4581-819B-446EAA4E3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023" y="5193368"/>
                <a:ext cx="2335451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点击此处更换文本点击此处更换文本</a:t>
                </a:r>
              </a:p>
            </p:txBody>
          </p:sp>
          <p:sp>
            <p:nvSpPr>
              <p:cNvPr id="92" name="文本框 24">
                <a:extLst>
                  <a:ext uri="{FF2B5EF4-FFF2-40B4-BE49-F238E27FC236}">
                    <a16:creationId xmlns:a16="http://schemas.microsoft.com/office/drawing/2014/main" id="{88E98EBD-E15B-4FA6-BCF7-1D5EACD6922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455023" y="4770147"/>
                <a:ext cx="2642096" cy="278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noAutofit/>
              </a:bodyPr>
              <a:lstStyle/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</p:grpSp>
        <p:grpSp>
          <p:nvGrpSpPr>
            <p:cNvPr id="85" name="组合 14">
              <a:extLst>
                <a:ext uri="{FF2B5EF4-FFF2-40B4-BE49-F238E27FC236}">
                  <a16:creationId xmlns:a16="http://schemas.microsoft.com/office/drawing/2014/main" id="{9AA22792-B5AA-4169-B33A-AEE97FAFFB1F}"/>
                </a:ext>
              </a:extLst>
            </p:cNvPr>
            <p:cNvGrpSpPr/>
            <p:nvPr/>
          </p:nvGrpSpPr>
          <p:grpSpPr>
            <a:xfrm>
              <a:off x="6083603" y="2432258"/>
              <a:ext cx="2642096" cy="980620"/>
              <a:chOff x="5998622" y="4770147"/>
              <a:chExt cx="2642096" cy="980620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8E25EFF5-5FE2-49F0-BB5F-39F08BD4F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8622" y="5193368"/>
                <a:ext cx="2152966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点击此处更换文本点击此处更换文本</a:t>
                </a:r>
              </a:p>
            </p:txBody>
          </p:sp>
          <p:sp>
            <p:nvSpPr>
              <p:cNvPr id="90" name="文本框 27">
                <a:extLst>
                  <a:ext uri="{FF2B5EF4-FFF2-40B4-BE49-F238E27FC236}">
                    <a16:creationId xmlns:a16="http://schemas.microsoft.com/office/drawing/2014/main" id="{64F0B669-E52B-4BFA-851E-2EC8730123A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998622" y="4770147"/>
                <a:ext cx="2642096" cy="278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noAutofit/>
              </a:bodyPr>
              <a:lstStyle/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标题文本预设</a:t>
                </a:r>
                <a:endParaRPr lang="zh-CN" altLang="en-US" sz="20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86" name="组合 15">
              <a:extLst>
                <a:ext uri="{FF2B5EF4-FFF2-40B4-BE49-F238E27FC236}">
                  <a16:creationId xmlns:a16="http://schemas.microsoft.com/office/drawing/2014/main" id="{A8475338-6821-485C-A368-E974AEB6CD77}"/>
                </a:ext>
              </a:extLst>
            </p:cNvPr>
            <p:cNvGrpSpPr/>
            <p:nvPr/>
          </p:nvGrpSpPr>
          <p:grpSpPr>
            <a:xfrm>
              <a:off x="8611019" y="1791323"/>
              <a:ext cx="2642096" cy="980620"/>
              <a:chOff x="8542221" y="4770147"/>
              <a:chExt cx="2642096" cy="980620"/>
            </a:xfrm>
          </p:grpSpPr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7203AA0E-F8AE-43A5-8EF9-62B688C7B9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2221" y="5193368"/>
                <a:ext cx="2287659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点击此处更换文本点击此处更换文本</a:t>
                </a:r>
              </a:p>
            </p:txBody>
          </p:sp>
          <p:sp>
            <p:nvSpPr>
              <p:cNvPr id="88" name="文本框 30">
                <a:extLst>
                  <a:ext uri="{FF2B5EF4-FFF2-40B4-BE49-F238E27FC236}">
                    <a16:creationId xmlns:a16="http://schemas.microsoft.com/office/drawing/2014/main" id="{1269039C-3B23-4CA3-A2EA-88883131EFB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8542221" y="4770147"/>
                <a:ext cx="2642096" cy="278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noAutofit/>
              </a:bodyPr>
              <a:lstStyle/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标题文本预设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733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9612" y="65890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单击这里输入大标题</a:t>
            </a:r>
          </a:p>
        </p:txBody>
      </p:sp>
      <p:grpSp>
        <p:nvGrpSpPr>
          <p:cNvPr id="74" name="组合 3"/>
          <p:cNvGrpSpPr/>
          <p:nvPr/>
        </p:nvGrpSpPr>
        <p:grpSpPr>
          <a:xfrm>
            <a:off x="5123328" y="2310383"/>
            <a:ext cx="2091859" cy="4026792"/>
            <a:chOff x="4716464" y="1527175"/>
            <a:chExt cx="2498724" cy="4810000"/>
          </a:xfrm>
        </p:grpSpPr>
        <p:sp>
          <p:nvSpPr>
            <p:cNvPr id="75" name="MH_Other_1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5611855" y="2329752"/>
              <a:ext cx="1603333" cy="1601513"/>
            </a:xfrm>
            <a:prstGeom prst="chevron">
              <a:avLst>
                <a:gd name="adj" fmla="val 5005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</a:pPr>
              <a:endParaRPr lang="zh-CN" altLang="en-US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6" name="MH_Other_3"/>
            <p:cNvSpPr/>
            <p:nvPr>
              <p:custDataLst>
                <p:tags r:id="rId2"/>
              </p:custDataLst>
            </p:nvPr>
          </p:nvSpPr>
          <p:spPr>
            <a:xfrm>
              <a:off x="5611855" y="3933085"/>
              <a:ext cx="1603333" cy="1603334"/>
            </a:xfrm>
            <a:prstGeom prst="chevron">
              <a:avLst/>
            </a:prstGeom>
            <a:solidFill>
              <a:schemeClr val="accent2">
                <a:lumMod val="75000"/>
              </a:schemeClr>
            </a:solidFill>
          </p:spPr>
          <p:txBody>
            <a:bodyPr lIns="0" tIns="0" rIns="0" bIns="0" anchor="ctr">
              <a:normAutofit/>
            </a:bodyPr>
            <a:lstStyle/>
            <a:p>
              <a:pPr algn="just">
                <a:lnSpc>
                  <a:spcPct val="130000"/>
                </a:lnSpc>
                <a:defRPr/>
              </a:pPr>
              <a:endParaRPr lang="zh-CN" altLang="en-US" dirty="0" err="1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7" name="MH_Other_7"/>
            <p:cNvSpPr/>
            <p:nvPr>
              <p:custDataLst>
                <p:tags r:id="rId3"/>
              </p:custDataLst>
            </p:nvPr>
          </p:nvSpPr>
          <p:spPr>
            <a:xfrm flipH="1">
              <a:off x="4716464" y="1527175"/>
              <a:ext cx="1603333" cy="1603334"/>
            </a:xfrm>
            <a:prstGeom prst="chevron">
              <a:avLst/>
            </a:prstGeom>
            <a:solidFill>
              <a:schemeClr val="accent2"/>
            </a:solidFill>
          </p:spPr>
          <p:txBody>
            <a:bodyPr lIns="0" tIns="0" rIns="0" bIns="0" anchor="ctr">
              <a:normAutofit/>
            </a:bodyPr>
            <a:lstStyle/>
            <a:p>
              <a:pPr algn="just">
                <a:lnSpc>
                  <a:spcPct val="130000"/>
                </a:lnSpc>
                <a:defRPr/>
              </a:pPr>
              <a:endParaRPr lang="zh-CN" altLang="en-US" dirty="0" err="1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MH_Other_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4716464" y="3130510"/>
              <a:ext cx="1603333" cy="1603333"/>
            </a:xfrm>
            <a:prstGeom prst="chevron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</a:pPr>
              <a:endParaRPr lang="zh-CN" altLang="en-US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9" name="MH_Other_11"/>
            <p:cNvSpPr/>
            <p:nvPr>
              <p:custDataLst>
                <p:tags r:id="rId5"/>
              </p:custDataLst>
            </p:nvPr>
          </p:nvSpPr>
          <p:spPr>
            <a:xfrm flipH="1">
              <a:off x="4716464" y="4735662"/>
              <a:ext cx="1603333" cy="1601513"/>
            </a:xfrm>
            <a:prstGeom prst="chevron">
              <a:avLst/>
            </a:prstGeom>
            <a:solidFill>
              <a:schemeClr val="accent1"/>
            </a:solidFill>
          </p:spPr>
          <p:txBody>
            <a:bodyPr lIns="0" tIns="0" rIns="0" bIns="0" anchor="ctr">
              <a:normAutofit/>
            </a:bodyPr>
            <a:lstStyle/>
            <a:p>
              <a:pPr algn="just">
                <a:lnSpc>
                  <a:spcPct val="130000"/>
                </a:lnSpc>
                <a:defRPr/>
              </a:pPr>
              <a:endParaRPr lang="zh-CN" altLang="en-US" dirty="0" err="1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80" name="Rectangle 42"/>
          <p:cNvSpPr/>
          <p:nvPr/>
        </p:nvSpPr>
        <p:spPr>
          <a:xfrm>
            <a:off x="2314664" y="2169859"/>
            <a:ext cx="2236342" cy="553386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t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点击此处更换文本点击此处更换文本</a:t>
            </a:r>
            <a:endParaRPr lang="en-US" sz="14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1" name="Rectangle 42"/>
          <p:cNvSpPr/>
          <p:nvPr/>
        </p:nvSpPr>
        <p:spPr>
          <a:xfrm>
            <a:off x="2314663" y="3799464"/>
            <a:ext cx="2236342" cy="553386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t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点击此处更换文本点击此处更换文本</a:t>
            </a:r>
            <a:endParaRPr lang="en-US" sz="14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Rectangle 42"/>
          <p:cNvSpPr/>
          <p:nvPr/>
        </p:nvSpPr>
        <p:spPr>
          <a:xfrm>
            <a:off x="2314662" y="5429069"/>
            <a:ext cx="2236342" cy="553386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t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点击此处更换文本点击此处更换文本</a:t>
            </a:r>
            <a:endParaRPr lang="en-US" sz="14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3" name="Rectangle 42"/>
          <p:cNvSpPr/>
          <p:nvPr/>
        </p:nvSpPr>
        <p:spPr>
          <a:xfrm>
            <a:off x="7833572" y="3048868"/>
            <a:ext cx="2236342" cy="553386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t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点击此处更换文本点击此处更换文本</a:t>
            </a:r>
            <a:endParaRPr lang="en-US" sz="14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Rectangle 42"/>
          <p:cNvSpPr/>
          <p:nvPr/>
        </p:nvSpPr>
        <p:spPr>
          <a:xfrm>
            <a:off x="7833571" y="4678473"/>
            <a:ext cx="2236342" cy="553386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t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点击此处更换文本点击此处更换文本</a:t>
            </a:r>
            <a:endParaRPr lang="en-US" sz="14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122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8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8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3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0" grpId="0"/>
      <p:bldP spid="81" grpId="0"/>
      <p:bldP spid="82" grpId="0"/>
      <p:bldP spid="83" grpId="0"/>
      <p:bldP spid="8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 flipH="1">
            <a:off x="3505199" y="5629274"/>
            <a:ext cx="8755236" cy="1228725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直角三角形 6"/>
          <p:cNvSpPr/>
          <p:nvPr/>
        </p:nvSpPr>
        <p:spPr>
          <a:xfrm>
            <a:off x="0" y="3900488"/>
            <a:ext cx="8340898" cy="2957512"/>
          </a:xfrm>
          <a:prstGeom prst="rtTriangle">
            <a:avLst/>
          </a:prstGeom>
          <a:solidFill>
            <a:srgbClr val="DDE9E8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44" b="61520"/>
          <a:stretch/>
        </p:blipFill>
        <p:spPr>
          <a:xfrm>
            <a:off x="4489796" y="0"/>
            <a:ext cx="7702204" cy="15087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00" r="52969"/>
          <a:stretch/>
        </p:blipFill>
        <p:spPr>
          <a:xfrm>
            <a:off x="-1" y="4114800"/>
            <a:ext cx="6255327" cy="27432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752350" y="2528256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感谢您观看</a:t>
            </a:r>
          </a:p>
        </p:txBody>
      </p:sp>
    </p:spTree>
    <p:extLst>
      <p:ext uri="{BB962C8B-B14F-4D97-AF65-F5344CB8AC3E}">
        <p14:creationId xmlns:p14="http://schemas.microsoft.com/office/powerpoint/2010/main" val="129384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多边形创意工作总结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615115059"/>
  <p:tag name="MH_LIBRARY" val="GRAPHIC"/>
  <p:tag name="MH_TYPE" val="Other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615115059"/>
  <p:tag name="MH_LIBRARY" val="GRAPHIC"/>
  <p:tag name="MH_TYPE" val="Other"/>
  <p:tag name="MH_ORDER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615115059"/>
  <p:tag name="MH_LIBRARY" val="GRAPHIC"/>
  <p:tag name="MH_TYPE" val="Other"/>
  <p:tag name="MH_ORDER" val="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615115059"/>
  <p:tag name="MH_LIBRARY" val="GRAPHIC"/>
  <p:tag name="MH_TYPE" val="Other"/>
  <p:tag name="MH_ORDER" val="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615115059"/>
  <p:tag name="MH_LIBRARY" val="GRAPHIC"/>
  <p:tag name="MH_TYPE" val="Other"/>
  <p:tag name="MH_ORDER" val="11"/>
</p:tagLst>
</file>

<file path=ppt/theme/theme1.xml><?xml version="1.0" encoding="utf-8"?>
<a:theme xmlns:a="http://schemas.openxmlformats.org/drawingml/2006/main" name="Office 主题">
  <a:themeElements>
    <a:clrScheme name="自定义 2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5B0D2"/>
      </a:accent1>
      <a:accent2>
        <a:srgbClr val="047ABA"/>
      </a:accent2>
      <a:accent3>
        <a:srgbClr val="58C4B8"/>
      </a:accent3>
      <a:accent4>
        <a:srgbClr val="15B0B8"/>
      </a:accent4>
      <a:accent5>
        <a:srgbClr val="077FBF"/>
      </a:accent5>
      <a:accent6>
        <a:srgbClr val="70AD47"/>
      </a:accent6>
      <a:hlink>
        <a:srgbClr val="6DC2CC"/>
      </a:hlink>
      <a:folHlink>
        <a:srgbClr val="7BC8DB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1764</TotalTime>
  <Words>1005</Words>
  <Application>Microsoft Macintosh PowerPoint</Application>
  <PresentationFormat>Widescreen</PresentationFormat>
  <Paragraphs>171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DengXian</vt:lpstr>
      <vt:lpstr>DengXian</vt:lpstr>
      <vt:lpstr>DengXian Light</vt:lpstr>
      <vt:lpstr>ITC Avant Garde Std Bk</vt:lpstr>
      <vt:lpstr>Microsoft YaHei</vt:lpstr>
      <vt:lpstr>Microsoft YaHei</vt:lpstr>
      <vt:lpstr>Microsoft YaHei Light</vt:lpstr>
      <vt:lpstr>游ゴシック</vt:lpstr>
      <vt:lpstr>方正正中黑简体</vt:lpstr>
      <vt:lpstr>Arial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Microsoft Office User</cp:lastModifiedBy>
  <cp:revision>109</cp:revision>
  <dcterms:created xsi:type="dcterms:W3CDTF">2017-10-13T08:07:18Z</dcterms:created>
  <dcterms:modified xsi:type="dcterms:W3CDTF">2018-12-31T11:10:37Z</dcterms:modified>
</cp:coreProperties>
</file>